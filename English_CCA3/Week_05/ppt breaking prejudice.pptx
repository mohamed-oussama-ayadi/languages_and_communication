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y="5143500" cx="9144000"/>
  <p:notesSz cx="6858000" cy="9144000"/>
  <p:embeddedFontLst>
    <p:embeddedFont>
      <p:font typeface="Lato"/>
      <p:regular r:id="rId60"/>
      <p:bold r:id="rId61"/>
      <p:italic r:id="rId62"/>
      <p:boldItalic r:id="rId63"/>
    </p:embeddedFont>
    <p:embeddedFont>
      <p:font typeface="Palatino Linotype"/>
      <p:regular r:id="rId64"/>
      <p:bold r:id="rId65"/>
      <p:italic r:id="rId66"/>
      <p:boldItalic r:id="rId67"/>
    </p:embeddedFont>
    <p:embeddedFont>
      <p:font typeface="Space Grotesk Light"/>
      <p:regular r:id="rId68"/>
      <p:bold r:id="rId69"/>
    </p:embeddedFont>
    <p:embeddedFont>
      <p:font typeface="Oswald"/>
      <p:regular r:id="rId70"/>
      <p:bold r:id="rId71"/>
    </p:embeddedFont>
    <p:embeddedFont>
      <p:font typeface="Space Grotesk"/>
      <p:regular r:id="rId72"/>
      <p:bold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 uri="GoogleSlidesCustomDataVersion2">
      <go:slidesCustomData xmlns:go="http://customooxmlschemas.google.com/" r:id="rId74" roundtripDataSignature="AMtx7mgLE4fbImHTvNPqob4l8xvA07DO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840BA6-720E-4447-AC50-AFA7A56C367A}">
  <a:tblStyle styleId="{A5840BA6-720E-4447-AC50-AFA7A56C367A}"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DF5"/>
          </a:solidFill>
        </a:fill>
      </a:tcStyle>
    </a:wholeTbl>
    <a:band1H>
      <a:tcTxStyle b="off" i="off"/>
      <a:tcStyle>
        <a:fill>
          <a:solidFill>
            <a:srgbClr val="D0D9EB"/>
          </a:solidFill>
        </a:fill>
      </a:tcStyle>
    </a:band1H>
    <a:band2H>
      <a:tcTxStyle b="off" i="off"/>
    </a:band2H>
    <a:band1V>
      <a:tcTxStyle b="off" i="off"/>
      <a:tcStyle>
        <a:fill>
          <a:solidFill>
            <a:srgbClr val="D0D9EB"/>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SpaceGrotesk-bold.fntdata"/><Relationship Id="rId72" Type="http://schemas.openxmlformats.org/officeDocument/2006/relationships/font" Target="fonts/SpaceGrotesk-regular.fntdata"/><Relationship Id="rId31" Type="http://schemas.openxmlformats.org/officeDocument/2006/relationships/slide" Target="slides/slide25.xml"/><Relationship Id="rId30" Type="http://schemas.openxmlformats.org/officeDocument/2006/relationships/slide" Target="slides/slide24.xml"/><Relationship Id="rId74" Type="http://customschemas.google.com/relationships/presentationmetadata" Target="meta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Oswald-bold.fntdata"/><Relationship Id="rId70" Type="http://schemas.openxmlformats.org/officeDocument/2006/relationships/font" Target="fonts/Oswald-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Lato-italic.fntdata"/><Relationship Id="rId61" Type="http://schemas.openxmlformats.org/officeDocument/2006/relationships/font" Target="fonts/Lato-bold.fntdata"/><Relationship Id="rId20" Type="http://schemas.openxmlformats.org/officeDocument/2006/relationships/slide" Target="slides/slide14.xml"/><Relationship Id="rId64" Type="http://schemas.openxmlformats.org/officeDocument/2006/relationships/font" Target="fonts/PalatinoLinotype-regular.fntdata"/><Relationship Id="rId63" Type="http://schemas.openxmlformats.org/officeDocument/2006/relationships/font" Target="fonts/Lato-boldItalic.fntdata"/><Relationship Id="rId22" Type="http://schemas.openxmlformats.org/officeDocument/2006/relationships/slide" Target="slides/slide16.xml"/><Relationship Id="rId66" Type="http://schemas.openxmlformats.org/officeDocument/2006/relationships/font" Target="fonts/PalatinoLinotype-italic.fntdata"/><Relationship Id="rId21" Type="http://schemas.openxmlformats.org/officeDocument/2006/relationships/slide" Target="slides/slide15.xml"/><Relationship Id="rId65" Type="http://schemas.openxmlformats.org/officeDocument/2006/relationships/font" Target="fonts/PalatinoLinotype-bold.fntdata"/><Relationship Id="rId24" Type="http://schemas.openxmlformats.org/officeDocument/2006/relationships/slide" Target="slides/slide18.xml"/><Relationship Id="rId68" Type="http://schemas.openxmlformats.org/officeDocument/2006/relationships/font" Target="fonts/SpaceGroteskLight-regular.fntdata"/><Relationship Id="rId23" Type="http://schemas.openxmlformats.org/officeDocument/2006/relationships/slide" Target="slides/slide17.xml"/><Relationship Id="rId67" Type="http://schemas.openxmlformats.org/officeDocument/2006/relationships/font" Target="fonts/PalatinoLinotype-boldItalic.fntdata"/><Relationship Id="rId60" Type="http://schemas.openxmlformats.org/officeDocument/2006/relationships/font" Target="fonts/Lato-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SpaceGroteskLight-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5" name="Google Shape;72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2" name="Google Shape;73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7" name="Google Shape;77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790" name="Google Shape;790;p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799" name="Google Shape;799;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5" name="Google Shape;80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13" name="Google Shape;81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21" name="Google Shape;821;p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49" name="Google Shape;849;p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84" name="Google Shape;884;p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9" name="Google Shape;91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931" name="Google Shape;931;p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937" name="Google Shape;937;p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942" name="Google Shape;94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948" name="Google Shape;948;p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957" name="Google Shape;957;p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972" name="Google Shape;97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986" name="Google Shape;986;p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1" name="Google Shape;99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009" name="Google Shape;100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018" name="Google Shape;101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028" name="Google Shape;102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035" name="Google Shape;103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042" name="Google Shape;104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048" name="Google Shape;1048;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054" name="Google Shape;105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60" name="Google Shape;1060;p26:notes"/>
          <p:cNvSpPr txBox="1"/>
          <p:nvPr>
            <p:ph idx="1" type="body"/>
          </p:nvPr>
        </p:nvSpPr>
        <p:spPr>
          <a:xfrm>
            <a:off x="685800" y="4343400"/>
            <a:ext cx="5486400" cy="4114800"/>
          </a:xfrm>
          <a:prstGeom prst="rect">
            <a:avLst/>
          </a:prstGeom>
          <a:noFill/>
          <a:ln cap="flat" cmpd="sng" w="9525">
            <a:solidFill>
              <a:srgbClr val="000000"/>
            </a:solidFill>
            <a:prstDash val="solid"/>
            <a:miter lim="800000"/>
            <a:headEnd len="sm" w="sm" type="none"/>
            <a:tailEnd len="sm" w="sm" type="none"/>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1061" name="Google Shape;1061;p26:notes"/>
          <p:cNvSpPr txBox="1"/>
          <p:nvPr/>
        </p:nvSpPr>
        <p:spPr>
          <a:xfrm>
            <a:off x="3885275" y="8684899"/>
            <a:ext cx="2971092" cy="457639"/>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68" name="Google Shape;1068;p27:notes"/>
          <p:cNvSpPr txBox="1"/>
          <p:nvPr>
            <p:ph idx="1" type="body"/>
          </p:nvPr>
        </p:nvSpPr>
        <p:spPr>
          <a:xfrm>
            <a:off x="685800" y="4343400"/>
            <a:ext cx="5486400" cy="4114800"/>
          </a:xfrm>
          <a:prstGeom prst="rect">
            <a:avLst/>
          </a:prstGeom>
          <a:noFill/>
          <a:ln cap="flat" cmpd="sng" w="9525">
            <a:solidFill>
              <a:srgbClr val="000000"/>
            </a:solidFill>
            <a:prstDash val="solid"/>
            <a:miter lim="800000"/>
            <a:headEnd len="sm" w="sm" type="none"/>
            <a:tailEnd len="sm" w="sm" type="none"/>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1069" name="Google Shape;1069;p27:notes"/>
          <p:cNvSpPr txBox="1"/>
          <p:nvPr/>
        </p:nvSpPr>
        <p:spPr>
          <a:xfrm>
            <a:off x="3885275" y="8684899"/>
            <a:ext cx="2971092" cy="457639"/>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077" name="Google Shape;1077;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5" name="Google Shape;108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091" name="Google Shape;1091;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098" name="Google Shape;1098;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04" name="Google Shape;110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11" name="Google Shape;1111;p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16" name="Google Shape;1116;p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1" name="Google Shape;112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32" name="Google Shape;1132;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42" name="Google Shape;1142;p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47" name="Google Shape;1147;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57" name="Google Shape;115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68" name="Google Shape;1168;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74" name="Google Shape;1174;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81" name="Google Shape;1181;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87" name="Google Shape;1187;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95" name="Google Shape;1195;p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220" name="Google Shape;1220;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232" name="Google Shape;1232;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247" name="Google Shape;1247;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260" name="Google Shape;1260;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275" name="Google Shape;1275;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287" name="Google Shape;1287;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300" name="Google Shape;1300;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9" name="Google Shape;1309;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grpSp>
        <p:nvGrpSpPr>
          <p:cNvPr id="10" name="Google Shape;10;p54"/>
          <p:cNvGrpSpPr/>
          <p:nvPr/>
        </p:nvGrpSpPr>
        <p:grpSpPr>
          <a:xfrm>
            <a:off x="-255775" y="50550"/>
            <a:ext cx="10626640" cy="5092951"/>
            <a:chOff x="-255775" y="50550"/>
            <a:chExt cx="10626640" cy="5092951"/>
          </a:xfrm>
        </p:grpSpPr>
        <p:grpSp>
          <p:nvGrpSpPr>
            <p:cNvPr id="11" name="Google Shape;11;p54"/>
            <p:cNvGrpSpPr/>
            <p:nvPr/>
          </p:nvGrpSpPr>
          <p:grpSpPr>
            <a:xfrm>
              <a:off x="104275" y="50550"/>
              <a:ext cx="8948150" cy="772675"/>
              <a:chOff x="104275" y="50550"/>
              <a:chExt cx="8948150" cy="772675"/>
            </a:xfrm>
          </p:grpSpPr>
          <p:sp>
            <p:nvSpPr>
              <p:cNvPr id="12" name="Google Shape;12;p54"/>
              <p:cNvSpPr/>
              <p:nvPr/>
            </p:nvSpPr>
            <p:spPr>
              <a:xfrm>
                <a:off x="86948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3" name="Google Shape;13;p54"/>
              <p:cNvSpPr/>
              <p:nvPr/>
            </p:nvSpPr>
            <p:spPr>
              <a:xfrm>
                <a:off x="5156375" y="146713"/>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4" name="Google Shape;14;p54"/>
              <p:cNvSpPr/>
              <p:nvPr/>
            </p:nvSpPr>
            <p:spPr>
              <a:xfrm>
                <a:off x="7219963" y="349471"/>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5" name="Google Shape;15;p54"/>
              <p:cNvSpPr/>
              <p:nvPr/>
            </p:nvSpPr>
            <p:spPr>
              <a:xfrm>
                <a:off x="7252363" y="114324"/>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 name="Google Shape;16;p54"/>
              <p:cNvSpPr/>
              <p:nvPr/>
            </p:nvSpPr>
            <p:spPr>
              <a:xfrm>
                <a:off x="7998675" y="22635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 name="Google Shape;17;p54"/>
              <p:cNvSpPr/>
              <p:nvPr/>
            </p:nvSpPr>
            <p:spPr>
              <a:xfrm>
                <a:off x="6352675"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8" name="Google Shape;18;p54"/>
              <p:cNvSpPr/>
              <p:nvPr/>
            </p:nvSpPr>
            <p:spPr>
              <a:xfrm>
                <a:off x="373670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9" name="Google Shape;19;p54"/>
              <p:cNvSpPr/>
              <p:nvPr/>
            </p:nvSpPr>
            <p:spPr>
              <a:xfrm>
                <a:off x="2805625"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0" name="Google Shape;20;p54"/>
              <p:cNvSpPr/>
              <p:nvPr/>
            </p:nvSpPr>
            <p:spPr>
              <a:xfrm>
                <a:off x="191375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 name="Google Shape;21;p54"/>
              <p:cNvSpPr/>
              <p:nvPr/>
            </p:nvSpPr>
            <p:spPr>
              <a:xfrm>
                <a:off x="3266675" y="1143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 name="Google Shape;22;p54"/>
              <p:cNvSpPr/>
              <p:nvPr/>
            </p:nvSpPr>
            <p:spPr>
              <a:xfrm>
                <a:off x="2620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 name="Google Shape;23;p54"/>
              <p:cNvSpPr/>
              <p:nvPr/>
            </p:nvSpPr>
            <p:spPr>
              <a:xfrm>
                <a:off x="1279125" y="2208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4" name="Google Shape;24;p54"/>
              <p:cNvSpPr/>
              <p:nvPr/>
            </p:nvSpPr>
            <p:spPr>
              <a:xfrm>
                <a:off x="10551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 name="Google Shape;25;p54"/>
              <p:cNvSpPr/>
              <p:nvPr/>
            </p:nvSpPr>
            <p:spPr>
              <a:xfrm>
                <a:off x="872350" y="3523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54"/>
              <p:cNvSpPr/>
              <p:nvPr/>
            </p:nvSpPr>
            <p:spPr>
              <a:xfrm>
                <a:off x="7014788" y="2609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54"/>
              <p:cNvSpPr/>
              <p:nvPr/>
            </p:nvSpPr>
            <p:spPr>
              <a:xfrm>
                <a:off x="8777500" y="3199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54"/>
              <p:cNvSpPr/>
              <p:nvPr/>
            </p:nvSpPr>
            <p:spPr>
              <a:xfrm>
                <a:off x="4467225" y="1913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4"/>
              <p:cNvSpPr/>
              <p:nvPr/>
            </p:nvSpPr>
            <p:spPr>
              <a:xfrm>
                <a:off x="2601875" y="196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54"/>
              <p:cNvSpPr/>
              <p:nvPr/>
            </p:nvSpPr>
            <p:spPr>
              <a:xfrm>
                <a:off x="5288025" y="226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1" name="Google Shape;31;p54"/>
              <p:cNvSpPr/>
              <p:nvPr/>
            </p:nvSpPr>
            <p:spPr>
              <a:xfrm>
                <a:off x="5948425" y="3818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2" name="Google Shape;32;p54"/>
              <p:cNvSpPr/>
              <p:nvPr/>
            </p:nvSpPr>
            <p:spPr>
              <a:xfrm>
                <a:off x="9020025" y="4142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3" name="Google Shape;33;p54"/>
              <p:cNvSpPr/>
              <p:nvPr/>
            </p:nvSpPr>
            <p:spPr>
              <a:xfrm>
                <a:off x="1588200" y="505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4" name="Google Shape;34;p54"/>
              <p:cNvSpPr/>
              <p:nvPr/>
            </p:nvSpPr>
            <p:spPr>
              <a:xfrm>
                <a:off x="36366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5" name="Google Shape;35;p54"/>
              <p:cNvSpPr/>
              <p:nvPr/>
            </p:nvSpPr>
            <p:spPr>
              <a:xfrm>
                <a:off x="104275" y="3494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6" name="Google Shape;36;p54"/>
              <p:cNvSpPr/>
              <p:nvPr/>
            </p:nvSpPr>
            <p:spPr>
              <a:xfrm>
                <a:off x="4558675" y="30070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7" name="Google Shape;37;p54"/>
              <p:cNvSpPr/>
              <p:nvPr/>
            </p:nvSpPr>
            <p:spPr>
              <a:xfrm>
                <a:off x="6054325" y="2904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8" name="Google Shape;38;p54"/>
              <p:cNvSpPr/>
              <p:nvPr/>
            </p:nvSpPr>
            <p:spPr>
              <a:xfrm>
                <a:off x="8181475" y="2904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9" name="Google Shape;39;p54"/>
              <p:cNvSpPr/>
              <p:nvPr/>
            </p:nvSpPr>
            <p:spPr>
              <a:xfrm>
                <a:off x="6024800" y="442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54"/>
              <p:cNvSpPr/>
              <p:nvPr/>
            </p:nvSpPr>
            <p:spPr>
              <a:xfrm>
                <a:off x="2292625" y="631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1" name="Google Shape;41;p54"/>
              <p:cNvSpPr/>
              <p:nvPr/>
            </p:nvSpPr>
            <p:spPr>
              <a:xfrm>
                <a:off x="546440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2" name="Google Shape;42;p54"/>
              <p:cNvSpPr/>
              <p:nvPr/>
            </p:nvSpPr>
            <p:spPr>
              <a:xfrm>
                <a:off x="29445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 name="Google Shape;43;p54"/>
              <p:cNvSpPr/>
              <p:nvPr/>
            </p:nvSpPr>
            <p:spPr>
              <a:xfrm>
                <a:off x="7822650" y="6319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4" name="Google Shape;44;p54"/>
              <p:cNvSpPr/>
              <p:nvPr/>
            </p:nvSpPr>
            <p:spPr>
              <a:xfrm>
                <a:off x="8583225" y="7908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sp>
          <p:nvSpPr>
            <p:cNvPr id="45" name="Google Shape;45;p54"/>
            <p:cNvSpPr/>
            <p:nvPr/>
          </p:nvSpPr>
          <p:spPr>
            <a:xfrm>
              <a:off x="8" y="2296764"/>
              <a:ext cx="4022282" cy="1727094"/>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 name="Google Shape;46;p54"/>
            <p:cNvSpPr/>
            <p:nvPr/>
          </p:nvSpPr>
          <p:spPr>
            <a:xfrm>
              <a:off x="2576399" y="4023846"/>
              <a:ext cx="2849303" cy="970451"/>
            </a:xfrm>
            <a:custGeom>
              <a:rect b="b" l="l" r="r" t="t"/>
              <a:pathLst>
                <a:path extrusionOk="0" h="977784" w="2870834">
                  <a:moveTo>
                    <a:pt x="2870835" y="977785"/>
                  </a:moveTo>
                  <a:cubicBezTo>
                    <a:pt x="2845943" y="605751"/>
                    <a:pt x="2524252" y="324312"/>
                    <a:pt x="2152206" y="349172"/>
                  </a:cubicBezTo>
                  <a:cubicBezTo>
                    <a:pt x="2121916" y="351192"/>
                    <a:pt x="2091817" y="355256"/>
                    <a:pt x="2062099" y="361326"/>
                  </a:cubicBezTo>
                  <a:cubicBezTo>
                    <a:pt x="1974025" y="87578"/>
                    <a:pt x="1680655" y="-62923"/>
                    <a:pt x="1406906" y="25176"/>
                  </a:cubicBezTo>
                  <a:cubicBezTo>
                    <a:pt x="1329372" y="50126"/>
                    <a:pt x="1258760" y="92925"/>
                    <a:pt x="1200785" y="150125"/>
                  </a:cubicBezTo>
                  <a:cubicBezTo>
                    <a:pt x="925068" y="68357"/>
                    <a:pt x="635318" y="225570"/>
                    <a:pt x="553530" y="501274"/>
                  </a:cubicBezTo>
                  <a:cubicBezTo>
                    <a:pt x="543623" y="534656"/>
                    <a:pt x="537084" y="568952"/>
                    <a:pt x="534035" y="603643"/>
                  </a:cubicBezTo>
                  <a:cubicBezTo>
                    <a:pt x="325882" y="529640"/>
                    <a:pt x="97092" y="638409"/>
                    <a:pt x="23114" y="846587"/>
                  </a:cubicBezTo>
                  <a:cubicBezTo>
                    <a:pt x="8128" y="888726"/>
                    <a:pt x="318" y="933068"/>
                    <a:pt x="0" y="97778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 name="Google Shape;47;p54"/>
            <p:cNvSpPr/>
            <p:nvPr/>
          </p:nvSpPr>
          <p:spPr>
            <a:xfrm>
              <a:off x="2934697" y="3181522"/>
              <a:ext cx="2412605" cy="1105172"/>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 name="Google Shape;48;p54"/>
            <p:cNvSpPr/>
            <p:nvPr/>
          </p:nvSpPr>
          <p:spPr>
            <a:xfrm>
              <a:off x="4121250" y="2581589"/>
              <a:ext cx="2282313" cy="777338"/>
            </a:xfrm>
            <a:custGeom>
              <a:rect b="b" l="l" r="r" t="t"/>
              <a:pathLst>
                <a:path extrusionOk="0" h="977784" w="2870834">
                  <a:moveTo>
                    <a:pt x="2870835" y="977785"/>
                  </a:moveTo>
                  <a:cubicBezTo>
                    <a:pt x="2845943" y="605751"/>
                    <a:pt x="2524252" y="324312"/>
                    <a:pt x="2152206" y="349172"/>
                  </a:cubicBezTo>
                  <a:cubicBezTo>
                    <a:pt x="2121916" y="351192"/>
                    <a:pt x="2091817" y="355256"/>
                    <a:pt x="2062099" y="361326"/>
                  </a:cubicBezTo>
                  <a:cubicBezTo>
                    <a:pt x="1974025" y="87578"/>
                    <a:pt x="1680655" y="-62923"/>
                    <a:pt x="1406906" y="25176"/>
                  </a:cubicBezTo>
                  <a:cubicBezTo>
                    <a:pt x="1329372" y="50126"/>
                    <a:pt x="1258760" y="92925"/>
                    <a:pt x="1200785" y="150125"/>
                  </a:cubicBezTo>
                  <a:cubicBezTo>
                    <a:pt x="925068" y="68357"/>
                    <a:pt x="635318" y="225570"/>
                    <a:pt x="553530" y="501274"/>
                  </a:cubicBezTo>
                  <a:cubicBezTo>
                    <a:pt x="543623" y="534656"/>
                    <a:pt x="537084" y="568952"/>
                    <a:pt x="534035" y="603643"/>
                  </a:cubicBezTo>
                  <a:cubicBezTo>
                    <a:pt x="325882" y="529640"/>
                    <a:pt x="97092" y="638409"/>
                    <a:pt x="23114" y="846587"/>
                  </a:cubicBezTo>
                  <a:cubicBezTo>
                    <a:pt x="8128" y="888726"/>
                    <a:pt x="318" y="933068"/>
                    <a:pt x="0" y="97778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 name="Google Shape;49;p54"/>
            <p:cNvSpPr/>
            <p:nvPr/>
          </p:nvSpPr>
          <p:spPr>
            <a:xfrm>
              <a:off x="4436987" y="3060039"/>
              <a:ext cx="3817064" cy="1638977"/>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 name="Google Shape;50;p54"/>
            <p:cNvSpPr/>
            <p:nvPr/>
          </p:nvSpPr>
          <p:spPr>
            <a:xfrm>
              <a:off x="545777" y="3669781"/>
              <a:ext cx="2700819" cy="1029253"/>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 name="Google Shape;51;p54"/>
            <p:cNvSpPr/>
            <p:nvPr/>
          </p:nvSpPr>
          <p:spPr>
            <a:xfrm flipH="1">
              <a:off x="-1" y="3060048"/>
              <a:ext cx="1483687" cy="67965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 name="Google Shape;52;p54"/>
            <p:cNvSpPr/>
            <p:nvPr/>
          </p:nvSpPr>
          <p:spPr>
            <a:xfrm>
              <a:off x="6498024" y="3487722"/>
              <a:ext cx="3656211" cy="1393342"/>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 name="Google Shape;53;p54"/>
            <p:cNvSpPr/>
            <p:nvPr/>
          </p:nvSpPr>
          <p:spPr>
            <a:xfrm flipH="1">
              <a:off x="-255775" y="4169299"/>
              <a:ext cx="1995230" cy="679560"/>
            </a:xfrm>
            <a:custGeom>
              <a:rect b="b" l="l" r="r" t="t"/>
              <a:pathLst>
                <a:path extrusionOk="0" h="977784" w="2870834">
                  <a:moveTo>
                    <a:pt x="2870835" y="977785"/>
                  </a:moveTo>
                  <a:cubicBezTo>
                    <a:pt x="2845943" y="605751"/>
                    <a:pt x="2524252" y="324312"/>
                    <a:pt x="2152206" y="349172"/>
                  </a:cubicBezTo>
                  <a:cubicBezTo>
                    <a:pt x="2121916" y="351192"/>
                    <a:pt x="2091817" y="355256"/>
                    <a:pt x="2062099" y="361326"/>
                  </a:cubicBezTo>
                  <a:cubicBezTo>
                    <a:pt x="1974025" y="87578"/>
                    <a:pt x="1680655" y="-62923"/>
                    <a:pt x="1406906" y="25176"/>
                  </a:cubicBezTo>
                  <a:cubicBezTo>
                    <a:pt x="1329372" y="50126"/>
                    <a:pt x="1258760" y="92925"/>
                    <a:pt x="1200785" y="150125"/>
                  </a:cubicBezTo>
                  <a:cubicBezTo>
                    <a:pt x="925068" y="68357"/>
                    <a:pt x="635318" y="225570"/>
                    <a:pt x="553530" y="501274"/>
                  </a:cubicBezTo>
                  <a:cubicBezTo>
                    <a:pt x="543623" y="534656"/>
                    <a:pt x="537084" y="568952"/>
                    <a:pt x="534035" y="603643"/>
                  </a:cubicBezTo>
                  <a:cubicBezTo>
                    <a:pt x="325882" y="529640"/>
                    <a:pt x="97092" y="638409"/>
                    <a:pt x="23114" y="846587"/>
                  </a:cubicBezTo>
                  <a:cubicBezTo>
                    <a:pt x="8128" y="888726"/>
                    <a:pt x="318" y="933068"/>
                    <a:pt x="0" y="97778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 name="Google Shape;54;p54"/>
            <p:cNvSpPr/>
            <p:nvPr/>
          </p:nvSpPr>
          <p:spPr>
            <a:xfrm flipH="1">
              <a:off x="5924561" y="4366325"/>
              <a:ext cx="1696564" cy="777166"/>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 name="Google Shape;55;p54"/>
            <p:cNvSpPr/>
            <p:nvPr/>
          </p:nvSpPr>
          <p:spPr>
            <a:xfrm flipH="1">
              <a:off x="6348583" y="2469177"/>
              <a:ext cx="4022282" cy="1727094"/>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6" name="Google Shape;56;p54"/>
            <p:cNvGrpSpPr/>
            <p:nvPr/>
          </p:nvGrpSpPr>
          <p:grpSpPr>
            <a:xfrm>
              <a:off x="352648" y="1509651"/>
              <a:ext cx="408036" cy="3633849"/>
              <a:chOff x="967895" y="415018"/>
              <a:chExt cx="628714" cy="5600014"/>
            </a:xfrm>
          </p:grpSpPr>
          <p:sp>
            <p:nvSpPr>
              <p:cNvPr id="57" name="Google Shape;57;p54"/>
              <p:cNvSpPr/>
              <p:nvPr/>
            </p:nvSpPr>
            <p:spPr>
              <a:xfrm>
                <a:off x="1207111" y="963632"/>
                <a:ext cx="150300" cy="50514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54"/>
              <p:cNvGrpSpPr/>
              <p:nvPr/>
            </p:nvGrpSpPr>
            <p:grpSpPr>
              <a:xfrm>
                <a:off x="967895" y="415018"/>
                <a:ext cx="628714" cy="801374"/>
                <a:chOff x="1774126" y="766200"/>
                <a:chExt cx="1582467" cy="2017050"/>
              </a:xfrm>
            </p:grpSpPr>
            <p:sp>
              <p:nvSpPr>
                <p:cNvPr id="59" name="Google Shape;59;p54"/>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 name="Google Shape;60;p54"/>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 name="Google Shape;61;p54"/>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 name="Google Shape;62;p54"/>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 name="Google Shape;63;p54"/>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 name="Google Shape;64;p54"/>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 name="Google Shape;65;p54"/>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 name="Google Shape;66;p54"/>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67" name="Google Shape;67;p54"/>
            <p:cNvGrpSpPr/>
            <p:nvPr/>
          </p:nvGrpSpPr>
          <p:grpSpPr>
            <a:xfrm>
              <a:off x="1127772" y="2465013"/>
              <a:ext cx="300714" cy="2678487"/>
              <a:chOff x="967895" y="415018"/>
              <a:chExt cx="628714" cy="5600014"/>
            </a:xfrm>
          </p:grpSpPr>
          <p:sp>
            <p:nvSpPr>
              <p:cNvPr id="68" name="Google Shape;68;p54"/>
              <p:cNvSpPr/>
              <p:nvPr/>
            </p:nvSpPr>
            <p:spPr>
              <a:xfrm>
                <a:off x="1207111" y="963632"/>
                <a:ext cx="150300" cy="50514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9" name="Google Shape;69;p54"/>
              <p:cNvGrpSpPr/>
              <p:nvPr/>
            </p:nvGrpSpPr>
            <p:grpSpPr>
              <a:xfrm>
                <a:off x="967895" y="415018"/>
                <a:ext cx="628714" cy="801374"/>
                <a:chOff x="1774126" y="766200"/>
                <a:chExt cx="1582467" cy="2017050"/>
              </a:xfrm>
            </p:grpSpPr>
            <p:sp>
              <p:nvSpPr>
                <p:cNvPr id="70" name="Google Shape;70;p54"/>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 name="Google Shape;71;p54"/>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 name="Google Shape;72;p54"/>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 name="Google Shape;73;p54"/>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 name="Google Shape;74;p54"/>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 name="Google Shape;75;p54"/>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 name="Google Shape;76;p54"/>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 name="Google Shape;77;p54"/>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78" name="Google Shape;78;p54"/>
            <p:cNvGrpSpPr/>
            <p:nvPr/>
          </p:nvGrpSpPr>
          <p:grpSpPr>
            <a:xfrm>
              <a:off x="7817748" y="622548"/>
              <a:ext cx="408036" cy="4520952"/>
              <a:chOff x="967895" y="415018"/>
              <a:chExt cx="628714" cy="6967101"/>
            </a:xfrm>
          </p:grpSpPr>
          <p:sp>
            <p:nvSpPr>
              <p:cNvPr id="79" name="Google Shape;79;p54"/>
              <p:cNvSpPr/>
              <p:nvPr/>
            </p:nvSpPr>
            <p:spPr>
              <a:xfrm>
                <a:off x="1207111" y="963619"/>
                <a:ext cx="150300" cy="64185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0" name="Google Shape;80;p54"/>
              <p:cNvGrpSpPr/>
              <p:nvPr/>
            </p:nvGrpSpPr>
            <p:grpSpPr>
              <a:xfrm>
                <a:off x="967895" y="415018"/>
                <a:ext cx="628714" cy="801374"/>
                <a:chOff x="1774126" y="766200"/>
                <a:chExt cx="1582467" cy="2017050"/>
              </a:xfrm>
            </p:grpSpPr>
            <p:sp>
              <p:nvSpPr>
                <p:cNvPr id="81" name="Google Shape;81;p54"/>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 name="Google Shape;82;p54"/>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 name="Google Shape;83;p54"/>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 name="Google Shape;84;p54"/>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 name="Google Shape;85;p54"/>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 name="Google Shape;86;p54"/>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 name="Google Shape;87;p54"/>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8" name="Google Shape;88;p54"/>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89" name="Google Shape;89;p54"/>
            <p:cNvGrpSpPr/>
            <p:nvPr/>
          </p:nvGrpSpPr>
          <p:grpSpPr>
            <a:xfrm>
              <a:off x="7200036" y="3261372"/>
              <a:ext cx="284493" cy="1882129"/>
              <a:chOff x="967895" y="415018"/>
              <a:chExt cx="628714" cy="4159399"/>
            </a:xfrm>
          </p:grpSpPr>
          <p:sp>
            <p:nvSpPr>
              <p:cNvPr id="90" name="Google Shape;90;p54"/>
              <p:cNvSpPr/>
              <p:nvPr/>
            </p:nvSpPr>
            <p:spPr>
              <a:xfrm>
                <a:off x="1207123" y="963617"/>
                <a:ext cx="150300" cy="36108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1" name="Google Shape;91;p54"/>
              <p:cNvGrpSpPr/>
              <p:nvPr/>
            </p:nvGrpSpPr>
            <p:grpSpPr>
              <a:xfrm>
                <a:off x="967895" y="415018"/>
                <a:ext cx="628714" cy="801374"/>
                <a:chOff x="1774126" y="766200"/>
                <a:chExt cx="1582467" cy="2017050"/>
              </a:xfrm>
            </p:grpSpPr>
            <p:sp>
              <p:nvSpPr>
                <p:cNvPr id="92" name="Google Shape;92;p54"/>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 name="Google Shape;93;p54"/>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4" name="Google Shape;94;p54"/>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 name="Google Shape;95;p54"/>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 name="Google Shape;96;p54"/>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 name="Google Shape;97;p54"/>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 name="Google Shape;98;p54"/>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 name="Google Shape;99;p54"/>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100" name="Google Shape;100;p54"/>
            <p:cNvGrpSpPr/>
            <p:nvPr/>
          </p:nvGrpSpPr>
          <p:grpSpPr>
            <a:xfrm>
              <a:off x="8299552" y="2676669"/>
              <a:ext cx="333219" cy="2466831"/>
              <a:chOff x="967895" y="415018"/>
              <a:chExt cx="628714" cy="4654398"/>
            </a:xfrm>
          </p:grpSpPr>
          <p:sp>
            <p:nvSpPr>
              <p:cNvPr id="101" name="Google Shape;101;p54"/>
              <p:cNvSpPr/>
              <p:nvPr/>
            </p:nvSpPr>
            <p:spPr>
              <a:xfrm>
                <a:off x="1207136" y="963616"/>
                <a:ext cx="150300" cy="41058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2" name="Google Shape;102;p54"/>
              <p:cNvGrpSpPr/>
              <p:nvPr/>
            </p:nvGrpSpPr>
            <p:grpSpPr>
              <a:xfrm>
                <a:off x="967895" y="415018"/>
                <a:ext cx="628714" cy="801374"/>
                <a:chOff x="1774126" y="766200"/>
                <a:chExt cx="1582467" cy="2017050"/>
              </a:xfrm>
            </p:grpSpPr>
            <p:sp>
              <p:nvSpPr>
                <p:cNvPr id="103" name="Google Shape;103;p54"/>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4" name="Google Shape;104;p54"/>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 name="Google Shape;105;p54"/>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 name="Google Shape;106;p54"/>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 name="Google Shape;107;p54"/>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 name="Google Shape;108;p54"/>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 name="Google Shape;109;p54"/>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 name="Google Shape;110;p54"/>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111" name="Google Shape;111;p54"/>
          <p:cNvSpPr txBox="1"/>
          <p:nvPr>
            <p:ph type="ctrTitle"/>
          </p:nvPr>
        </p:nvSpPr>
        <p:spPr>
          <a:xfrm>
            <a:off x="1735675" y="1991825"/>
            <a:ext cx="5672700" cy="11598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SzPts val="5800"/>
              <a:buNone/>
              <a:defRPr sz="5800"/>
            </a:lvl1pPr>
            <a:lvl2pPr lvl="1" algn="ctr">
              <a:lnSpc>
                <a:spcPct val="90000"/>
              </a:lnSpc>
              <a:spcBef>
                <a:spcPts val="0"/>
              </a:spcBef>
              <a:spcAft>
                <a:spcPts val="0"/>
              </a:spcAft>
              <a:buSzPts val="5800"/>
              <a:buNone/>
              <a:defRPr sz="5800"/>
            </a:lvl2pPr>
            <a:lvl3pPr lvl="2" algn="ctr">
              <a:lnSpc>
                <a:spcPct val="90000"/>
              </a:lnSpc>
              <a:spcBef>
                <a:spcPts val="0"/>
              </a:spcBef>
              <a:spcAft>
                <a:spcPts val="0"/>
              </a:spcAft>
              <a:buSzPts val="5800"/>
              <a:buNone/>
              <a:defRPr sz="5800"/>
            </a:lvl3pPr>
            <a:lvl4pPr lvl="3" algn="ctr">
              <a:lnSpc>
                <a:spcPct val="90000"/>
              </a:lnSpc>
              <a:spcBef>
                <a:spcPts val="0"/>
              </a:spcBef>
              <a:spcAft>
                <a:spcPts val="0"/>
              </a:spcAft>
              <a:buSzPts val="5800"/>
              <a:buNone/>
              <a:defRPr sz="5800"/>
            </a:lvl4pPr>
            <a:lvl5pPr lvl="4" algn="ctr">
              <a:lnSpc>
                <a:spcPct val="90000"/>
              </a:lnSpc>
              <a:spcBef>
                <a:spcPts val="0"/>
              </a:spcBef>
              <a:spcAft>
                <a:spcPts val="0"/>
              </a:spcAft>
              <a:buSzPts val="5800"/>
              <a:buNone/>
              <a:defRPr sz="5800"/>
            </a:lvl5pPr>
            <a:lvl6pPr lvl="5" algn="ctr">
              <a:lnSpc>
                <a:spcPct val="90000"/>
              </a:lnSpc>
              <a:spcBef>
                <a:spcPts val="0"/>
              </a:spcBef>
              <a:spcAft>
                <a:spcPts val="0"/>
              </a:spcAft>
              <a:buSzPts val="5800"/>
              <a:buNone/>
              <a:defRPr sz="5800"/>
            </a:lvl6pPr>
            <a:lvl7pPr lvl="6" algn="ctr">
              <a:lnSpc>
                <a:spcPct val="90000"/>
              </a:lnSpc>
              <a:spcBef>
                <a:spcPts val="0"/>
              </a:spcBef>
              <a:spcAft>
                <a:spcPts val="0"/>
              </a:spcAft>
              <a:buSzPts val="5800"/>
              <a:buNone/>
              <a:defRPr sz="5800"/>
            </a:lvl7pPr>
            <a:lvl8pPr lvl="7" algn="ctr">
              <a:lnSpc>
                <a:spcPct val="90000"/>
              </a:lnSpc>
              <a:spcBef>
                <a:spcPts val="0"/>
              </a:spcBef>
              <a:spcAft>
                <a:spcPts val="0"/>
              </a:spcAft>
              <a:buSzPts val="5800"/>
              <a:buNone/>
              <a:defRPr sz="5800"/>
            </a:lvl8pPr>
            <a:lvl9pPr lvl="8" algn="ctr">
              <a:lnSpc>
                <a:spcPct val="90000"/>
              </a:lnSpc>
              <a:spcBef>
                <a:spcPts val="0"/>
              </a:spcBef>
              <a:spcAft>
                <a:spcPts val="0"/>
              </a:spcAft>
              <a:buSzPts val="5800"/>
              <a:buNone/>
              <a:defRPr sz="5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Clouds only">
  <p:cSld name="TITLE_ONLY_1">
    <p:spTree>
      <p:nvGrpSpPr>
        <p:cNvPr id="112" name="Shape 112"/>
        <p:cNvGrpSpPr/>
        <p:nvPr/>
      </p:nvGrpSpPr>
      <p:grpSpPr>
        <a:xfrm>
          <a:off x="0" y="0"/>
          <a:ext cx="0" cy="0"/>
          <a:chOff x="0" y="0"/>
          <a:chExt cx="0" cy="0"/>
        </a:xfrm>
      </p:grpSpPr>
      <p:grpSp>
        <p:nvGrpSpPr>
          <p:cNvPr id="113" name="Google Shape;113;p55"/>
          <p:cNvGrpSpPr/>
          <p:nvPr/>
        </p:nvGrpSpPr>
        <p:grpSpPr>
          <a:xfrm>
            <a:off x="104275" y="50550"/>
            <a:ext cx="10266590" cy="5287714"/>
            <a:chOff x="104275" y="50550"/>
            <a:chExt cx="10266590" cy="5287714"/>
          </a:xfrm>
        </p:grpSpPr>
        <p:sp>
          <p:nvSpPr>
            <p:cNvPr id="114" name="Google Shape;114;p55"/>
            <p:cNvSpPr/>
            <p:nvPr/>
          </p:nvSpPr>
          <p:spPr>
            <a:xfrm>
              <a:off x="2444298" y="3856703"/>
              <a:ext cx="2558390" cy="1098526"/>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 name="Google Shape;115;p55"/>
            <p:cNvSpPr/>
            <p:nvPr/>
          </p:nvSpPr>
          <p:spPr>
            <a:xfrm>
              <a:off x="5295333" y="4495140"/>
              <a:ext cx="1449771" cy="493781"/>
            </a:xfrm>
            <a:custGeom>
              <a:rect b="b" l="l" r="r" t="t"/>
              <a:pathLst>
                <a:path extrusionOk="0" h="977784" w="2870834">
                  <a:moveTo>
                    <a:pt x="2870835" y="977785"/>
                  </a:moveTo>
                  <a:cubicBezTo>
                    <a:pt x="2845943" y="605751"/>
                    <a:pt x="2524252" y="324312"/>
                    <a:pt x="2152206" y="349172"/>
                  </a:cubicBezTo>
                  <a:cubicBezTo>
                    <a:pt x="2121916" y="351192"/>
                    <a:pt x="2091817" y="355256"/>
                    <a:pt x="2062099" y="361326"/>
                  </a:cubicBezTo>
                  <a:cubicBezTo>
                    <a:pt x="1974025" y="87578"/>
                    <a:pt x="1680655" y="-62923"/>
                    <a:pt x="1406906" y="25176"/>
                  </a:cubicBezTo>
                  <a:cubicBezTo>
                    <a:pt x="1329372" y="50126"/>
                    <a:pt x="1258760" y="92925"/>
                    <a:pt x="1200785" y="150125"/>
                  </a:cubicBezTo>
                  <a:cubicBezTo>
                    <a:pt x="925068" y="68357"/>
                    <a:pt x="635318" y="225570"/>
                    <a:pt x="553530" y="501274"/>
                  </a:cubicBezTo>
                  <a:cubicBezTo>
                    <a:pt x="543623" y="534656"/>
                    <a:pt x="537084" y="568952"/>
                    <a:pt x="534035" y="603643"/>
                  </a:cubicBezTo>
                  <a:cubicBezTo>
                    <a:pt x="325882" y="529640"/>
                    <a:pt x="97092" y="638409"/>
                    <a:pt x="23114" y="846587"/>
                  </a:cubicBezTo>
                  <a:cubicBezTo>
                    <a:pt x="8128" y="888726"/>
                    <a:pt x="318" y="933068"/>
                    <a:pt x="0" y="97778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6" name="Google Shape;116;p55"/>
            <p:cNvSpPr/>
            <p:nvPr/>
          </p:nvSpPr>
          <p:spPr>
            <a:xfrm>
              <a:off x="4159304" y="3962484"/>
              <a:ext cx="1535294" cy="70329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7" name="Google Shape;117;p55"/>
            <p:cNvSpPr/>
            <p:nvPr/>
          </p:nvSpPr>
          <p:spPr>
            <a:xfrm>
              <a:off x="4832518" y="3687079"/>
              <a:ext cx="3420308" cy="1468618"/>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8" name="Google Shape;118;p55"/>
            <p:cNvSpPr/>
            <p:nvPr/>
          </p:nvSpPr>
          <p:spPr>
            <a:xfrm>
              <a:off x="2867782" y="4501768"/>
              <a:ext cx="1717868" cy="654661"/>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9" name="Google Shape;119;p55"/>
            <p:cNvSpPr/>
            <p:nvPr/>
          </p:nvSpPr>
          <p:spPr>
            <a:xfrm flipH="1">
              <a:off x="2057325" y="4709438"/>
              <a:ext cx="941819" cy="43143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0" name="Google Shape;120;p55"/>
            <p:cNvSpPr/>
            <p:nvPr/>
          </p:nvSpPr>
          <p:spPr>
            <a:xfrm>
              <a:off x="6498024" y="3944922"/>
              <a:ext cx="3656211" cy="1393342"/>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1" name="Google Shape;121;p55"/>
            <p:cNvSpPr/>
            <p:nvPr/>
          </p:nvSpPr>
          <p:spPr>
            <a:xfrm flipH="1">
              <a:off x="6348583" y="2926377"/>
              <a:ext cx="4022282" cy="1727094"/>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22" name="Google Shape;122;p55"/>
            <p:cNvGrpSpPr/>
            <p:nvPr/>
          </p:nvGrpSpPr>
          <p:grpSpPr>
            <a:xfrm>
              <a:off x="104275" y="50550"/>
              <a:ext cx="8948150" cy="772675"/>
              <a:chOff x="104275" y="50550"/>
              <a:chExt cx="8948150" cy="772675"/>
            </a:xfrm>
          </p:grpSpPr>
          <p:sp>
            <p:nvSpPr>
              <p:cNvPr id="123" name="Google Shape;123;p55"/>
              <p:cNvSpPr/>
              <p:nvPr/>
            </p:nvSpPr>
            <p:spPr>
              <a:xfrm>
                <a:off x="86948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24" name="Google Shape;124;p55"/>
              <p:cNvSpPr/>
              <p:nvPr/>
            </p:nvSpPr>
            <p:spPr>
              <a:xfrm>
                <a:off x="5156375" y="146713"/>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25" name="Google Shape;125;p55"/>
              <p:cNvSpPr/>
              <p:nvPr/>
            </p:nvSpPr>
            <p:spPr>
              <a:xfrm>
                <a:off x="7219963" y="349471"/>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26" name="Google Shape;126;p55"/>
              <p:cNvSpPr/>
              <p:nvPr/>
            </p:nvSpPr>
            <p:spPr>
              <a:xfrm>
                <a:off x="7252363" y="114324"/>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27" name="Google Shape;127;p55"/>
              <p:cNvSpPr/>
              <p:nvPr/>
            </p:nvSpPr>
            <p:spPr>
              <a:xfrm>
                <a:off x="7998675" y="22635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28" name="Google Shape;128;p55"/>
              <p:cNvSpPr/>
              <p:nvPr/>
            </p:nvSpPr>
            <p:spPr>
              <a:xfrm>
                <a:off x="6352675"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29" name="Google Shape;129;p55"/>
              <p:cNvSpPr/>
              <p:nvPr/>
            </p:nvSpPr>
            <p:spPr>
              <a:xfrm>
                <a:off x="373670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30" name="Google Shape;130;p55"/>
              <p:cNvSpPr/>
              <p:nvPr/>
            </p:nvSpPr>
            <p:spPr>
              <a:xfrm>
                <a:off x="2805625"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31" name="Google Shape;131;p55"/>
              <p:cNvSpPr/>
              <p:nvPr/>
            </p:nvSpPr>
            <p:spPr>
              <a:xfrm>
                <a:off x="191375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32" name="Google Shape;132;p55"/>
              <p:cNvSpPr/>
              <p:nvPr/>
            </p:nvSpPr>
            <p:spPr>
              <a:xfrm>
                <a:off x="3266675" y="1143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33" name="Google Shape;133;p55"/>
              <p:cNvSpPr/>
              <p:nvPr/>
            </p:nvSpPr>
            <p:spPr>
              <a:xfrm>
                <a:off x="2620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34" name="Google Shape;134;p55"/>
              <p:cNvSpPr/>
              <p:nvPr/>
            </p:nvSpPr>
            <p:spPr>
              <a:xfrm>
                <a:off x="1279125" y="2208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35" name="Google Shape;135;p55"/>
              <p:cNvSpPr/>
              <p:nvPr/>
            </p:nvSpPr>
            <p:spPr>
              <a:xfrm>
                <a:off x="10551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36" name="Google Shape;136;p55"/>
              <p:cNvSpPr/>
              <p:nvPr/>
            </p:nvSpPr>
            <p:spPr>
              <a:xfrm>
                <a:off x="872350" y="3523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55"/>
              <p:cNvSpPr/>
              <p:nvPr/>
            </p:nvSpPr>
            <p:spPr>
              <a:xfrm>
                <a:off x="7014788" y="2609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55"/>
              <p:cNvSpPr/>
              <p:nvPr/>
            </p:nvSpPr>
            <p:spPr>
              <a:xfrm>
                <a:off x="8777500" y="3199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55"/>
              <p:cNvSpPr/>
              <p:nvPr/>
            </p:nvSpPr>
            <p:spPr>
              <a:xfrm>
                <a:off x="4467225" y="1913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55"/>
              <p:cNvSpPr/>
              <p:nvPr/>
            </p:nvSpPr>
            <p:spPr>
              <a:xfrm>
                <a:off x="2601875" y="196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55"/>
              <p:cNvSpPr/>
              <p:nvPr/>
            </p:nvSpPr>
            <p:spPr>
              <a:xfrm>
                <a:off x="5288025" y="226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42" name="Google Shape;142;p55"/>
              <p:cNvSpPr/>
              <p:nvPr/>
            </p:nvSpPr>
            <p:spPr>
              <a:xfrm>
                <a:off x="5948425" y="3818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43" name="Google Shape;143;p55"/>
              <p:cNvSpPr/>
              <p:nvPr/>
            </p:nvSpPr>
            <p:spPr>
              <a:xfrm>
                <a:off x="9020025" y="4142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44" name="Google Shape;144;p55"/>
              <p:cNvSpPr/>
              <p:nvPr/>
            </p:nvSpPr>
            <p:spPr>
              <a:xfrm>
                <a:off x="1588200" y="505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45" name="Google Shape;145;p55"/>
              <p:cNvSpPr/>
              <p:nvPr/>
            </p:nvSpPr>
            <p:spPr>
              <a:xfrm>
                <a:off x="36366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46" name="Google Shape;146;p55"/>
              <p:cNvSpPr/>
              <p:nvPr/>
            </p:nvSpPr>
            <p:spPr>
              <a:xfrm>
                <a:off x="104275" y="3494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47" name="Google Shape;147;p55"/>
              <p:cNvSpPr/>
              <p:nvPr/>
            </p:nvSpPr>
            <p:spPr>
              <a:xfrm>
                <a:off x="4558675" y="30070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48" name="Google Shape;148;p55"/>
              <p:cNvSpPr/>
              <p:nvPr/>
            </p:nvSpPr>
            <p:spPr>
              <a:xfrm>
                <a:off x="6054325" y="2904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49" name="Google Shape;149;p55"/>
              <p:cNvSpPr/>
              <p:nvPr/>
            </p:nvSpPr>
            <p:spPr>
              <a:xfrm>
                <a:off x="8181475" y="2904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50" name="Google Shape;150;p55"/>
              <p:cNvSpPr/>
              <p:nvPr/>
            </p:nvSpPr>
            <p:spPr>
              <a:xfrm>
                <a:off x="6024800" y="442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55"/>
              <p:cNvSpPr/>
              <p:nvPr/>
            </p:nvSpPr>
            <p:spPr>
              <a:xfrm>
                <a:off x="2292625" y="631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52" name="Google Shape;152;p55"/>
              <p:cNvSpPr/>
              <p:nvPr/>
            </p:nvSpPr>
            <p:spPr>
              <a:xfrm>
                <a:off x="546440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53" name="Google Shape;153;p55"/>
              <p:cNvSpPr/>
              <p:nvPr/>
            </p:nvSpPr>
            <p:spPr>
              <a:xfrm>
                <a:off x="29445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54" name="Google Shape;154;p55"/>
              <p:cNvSpPr/>
              <p:nvPr/>
            </p:nvSpPr>
            <p:spPr>
              <a:xfrm>
                <a:off x="7822650" y="6319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55" name="Google Shape;155;p55"/>
              <p:cNvSpPr/>
              <p:nvPr/>
            </p:nvSpPr>
            <p:spPr>
              <a:xfrm>
                <a:off x="8583225" y="7908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grpSp>
      <p:sp>
        <p:nvSpPr>
          <p:cNvPr id="156" name="Google Shape;156;p55"/>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200"/>
              <a:buNone/>
              <a:defRPr/>
            </a:lvl1pPr>
            <a:lvl2pPr lvl="1" algn="l">
              <a:lnSpc>
                <a:spcPct val="90000"/>
              </a:lnSpc>
              <a:spcBef>
                <a:spcPts val="0"/>
              </a:spcBef>
              <a:spcAft>
                <a:spcPts val="0"/>
              </a:spcAft>
              <a:buSzPts val="3200"/>
              <a:buNone/>
              <a:defRPr/>
            </a:lvl2pPr>
            <a:lvl3pPr lvl="2" algn="l">
              <a:lnSpc>
                <a:spcPct val="90000"/>
              </a:lnSpc>
              <a:spcBef>
                <a:spcPts val="0"/>
              </a:spcBef>
              <a:spcAft>
                <a:spcPts val="0"/>
              </a:spcAft>
              <a:buSzPts val="3200"/>
              <a:buNone/>
              <a:defRPr/>
            </a:lvl3pPr>
            <a:lvl4pPr lvl="3" algn="l">
              <a:lnSpc>
                <a:spcPct val="90000"/>
              </a:lnSpc>
              <a:spcBef>
                <a:spcPts val="0"/>
              </a:spcBef>
              <a:spcAft>
                <a:spcPts val="0"/>
              </a:spcAft>
              <a:buSzPts val="3200"/>
              <a:buNone/>
              <a:defRPr/>
            </a:lvl4pPr>
            <a:lvl5pPr lvl="4" algn="l">
              <a:lnSpc>
                <a:spcPct val="90000"/>
              </a:lnSpc>
              <a:spcBef>
                <a:spcPts val="0"/>
              </a:spcBef>
              <a:spcAft>
                <a:spcPts val="0"/>
              </a:spcAft>
              <a:buSzPts val="3200"/>
              <a:buNone/>
              <a:defRPr/>
            </a:lvl5pPr>
            <a:lvl6pPr lvl="5" algn="l">
              <a:lnSpc>
                <a:spcPct val="90000"/>
              </a:lnSpc>
              <a:spcBef>
                <a:spcPts val="0"/>
              </a:spcBef>
              <a:spcAft>
                <a:spcPts val="0"/>
              </a:spcAft>
              <a:buSzPts val="3200"/>
              <a:buNone/>
              <a:defRPr/>
            </a:lvl6pPr>
            <a:lvl7pPr lvl="6" algn="l">
              <a:lnSpc>
                <a:spcPct val="90000"/>
              </a:lnSpc>
              <a:spcBef>
                <a:spcPts val="0"/>
              </a:spcBef>
              <a:spcAft>
                <a:spcPts val="0"/>
              </a:spcAft>
              <a:buSzPts val="3200"/>
              <a:buNone/>
              <a:defRPr/>
            </a:lvl7pPr>
            <a:lvl8pPr lvl="7" algn="l">
              <a:lnSpc>
                <a:spcPct val="90000"/>
              </a:lnSpc>
              <a:spcBef>
                <a:spcPts val="0"/>
              </a:spcBef>
              <a:spcAft>
                <a:spcPts val="0"/>
              </a:spcAft>
              <a:buSzPts val="3200"/>
              <a:buNone/>
              <a:defRPr/>
            </a:lvl8pPr>
            <a:lvl9pPr lvl="8" algn="l">
              <a:lnSpc>
                <a:spcPct val="90000"/>
              </a:lnSpc>
              <a:spcBef>
                <a:spcPts val="0"/>
              </a:spcBef>
              <a:spcAft>
                <a:spcPts val="0"/>
              </a:spcAft>
              <a:buSzPts val="3200"/>
              <a:buNone/>
              <a:defRPr/>
            </a:lvl9pPr>
          </a:lstStyle>
          <a:p/>
        </p:txBody>
      </p:sp>
      <p:sp>
        <p:nvSpPr>
          <p:cNvPr id="157" name="Google Shape;157;p55"/>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9pPr>
          </a:lstStyle>
          <a:p>
            <a:pPr indent="0" lvl="0" marL="0" rtl="0" algn="ct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58" name="Shape 158"/>
        <p:cNvGrpSpPr/>
        <p:nvPr/>
      </p:nvGrpSpPr>
      <p:grpSpPr>
        <a:xfrm>
          <a:off x="0" y="0"/>
          <a:ext cx="0" cy="0"/>
          <a:chOff x="0" y="0"/>
          <a:chExt cx="0" cy="0"/>
        </a:xfrm>
      </p:grpSpPr>
      <p:grpSp>
        <p:nvGrpSpPr>
          <p:cNvPr id="159" name="Google Shape;159;p56"/>
          <p:cNvGrpSpPr/>
          <p:nvPr/>
        </p:nvGrpSpPr>
        <p:grpSpPr>
          <a:xfrm>
            <a:off x="104275" y="50550"/>
            <a:ext cx="10266590" cy="5287714"/>
            <a:chOff x="104275" y="50550"/>
            <a:chExt cx="10266590" cy="5287714"/>
          </a:xfrm>
        </p:grpSpPr>
        <p:sp>
          <p:nvSpPr>
            <p:cNvPr id="160" name="Google Shape;160;p56"/>
            <p:cNvSpPr/>
            <p:nvPr/>
          </p:nvSpPr>
          <p:spPr>
            <a:xfrm>
              <a:off x="2444298" y="3856703"/>
              <a:ext cx="2558390" cy="1098526"/>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1" name="Google Shape;161;p56"/>
            <p:cNvSpPr/>
            <p:nvPr/>
          </p:nvSpPr>
          <p:spPr>
            <a:xfrm>
              <a:off x="5295333" y="4495140"/>
              <a:ext cx="1449771" cy="493781"/>
            </a:xfrm>
            <a:custGeom>
              <a:rect b="b" l="l" r="r" t="t"/>
              <a:pathLst>
                <a:path extrusionOk="0" h="977784" w="2870834">
                  <a:moveTo>
                    <a:pt x="2870835" y="977785"/>
                  </a:moveTo>
                  <a:cubicBezTo>
                    <a:pt x="2845943" y="605751"/>
                    <a:pt x="2524252" y="324312"/>
                    <a:pt x="2152206" y="349172"/>
                  </a:cubicBezTo>
                  <a:cubicBezTo>
                    <a:pt x="2121916" y="351192"/>
                    <a:pt x="2091817" y="355256"/>
                    <a:pt x="2062099" y="361326"/>
                  </a:cubicBezTo>
                  <a:cubicBezTo>
                    <a:pt x="1974025" y="87578"/>
                    <a:pt x="1680655" y="-62923"/>
                    <a:pt x="1406906" y="25176"/>
                  </a:cubicBezTo>
                  <a:cubicBezTo>
                    <a:pt x="1329372" y="50126"/>
                    <a:pt x="1258760" y="92925"/>
                    <a:pt x="1200785" y="150125"/>
                  </a:cubicBezTo>
                  <a:cubicBezTo>
                    <a:pt x="925068" y="68357"/>
                    <a:pt x="635318" y="225570"/>
                    <a:pt x="553530" y="501274"/>
                  </a:cubicBezTo>
                  <a:cubicBezTo>
                    <a:pt x="543623" y="534656"/>
                    <a:pt x="537084" y="568952"/>
                    <a:pt x="534035" y="603643"/>
                  </a:cubicBezTo>
                  <a:cubicBezTo>
                    <a:pt x="325882" y="529640"/>
                    <a:pt x="97092" y="638409"/>
                    <a:pt x="23114" y="846587"/>
                  </a:cubicBezTo>
                  <a:cubicBezTo>
                    <a:pt x="8128" y="888726"/>
                    <a:pt x="318" y="933068"/>
                    <a:pt x="0" y="97778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2" name="Google Shape;162;p56"/>
            <p:cNvSpPr/>
            <p:nvPr/>
          </p:nvSpPr>
          <p:spPr>
            <a:xfrm>
              <a:off x="4159304" y="3962484"/>
              <a:ext cx="1535294" cy="70329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3" name="Google Shape;163;p56"/>
            <p:cNvSpPr/>
            <p:nvPr/>
          </p:nvSpPr>
          <p:spPr>
            <a:xfrm>
              <a:off x="4832518" y="3687079"/>
              <a:ext cx="3420308" cy="1468618"/>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4" name="Google Shape;164;p56"/>
            <p:cNvSpPr/>
            <p:nvPr/>
          </p:nvSpPr>
          <p:spPr>
            <a:xfrm>
              <a:off x="2867782" y="4501768"/>
              <a:ext cx="1717868" cy="654661"/>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5" name="Google Shape;165;p56"/>
            <p:cNvSpPr/>
            <p:nvPr/>
          </p:nvSpPr>
          <p:spPr>
            <a:xfrm flipH="1">
              <a:off x="2057325" y="4709438"/>
              <a:ext cx="941819" cy="43143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6" name="Google Shape;166;p56"/>
            <p:cNvSpPr/>
            <p:nvPr/>
          </p:nvSpPr>
          <p:spPr>
            <a:xfrm>
              <a:off x="6498024" y="3944922"/>
              <a:ext cx="3656211" cy="1393342"/>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 name="Google Shape;167;p56"/>
            <p:cNvSpPr/>
            <p:nvPr/>
          </p:nvSpPr>
          <p:spPr>
            <a:xfrm flipH="1">
              <a:off x="6348583" y="2926377"/>
              <a:ext cx="4022282" cy="1727094"/>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68" name="Google Shape;168;p56"/>
            <p:cNvGrpSpPr/>
            <p:nvPr/>
          </p:nvGrpSpPr>
          <p:grpSpPr>
            <a:xfrm>
              <a:off x="7817748" y="1079748"/>
              <a:ext cx="408036" cy="4063663"/>
              <a:chOff x="967895" y="415018"/>
              <a:chExt cx="628714" cy="6262387"/>
            </a:xfrm>
          </p:grpSpPr>
          <p:sp>
            <p:nvSpPr>
              <p:cNvPr id="169" name="Google Shape;169;p56"/>
              <p:cNvSpPr/>
              <p:nvPr/>
            </p:nvSpPr>
            <p:spPr>
              <a:xfrm>
                <a:off x="1207111" y="963605"/>
                <a:ext cx="150300" cy="57138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0" name="Google Shape;170;p56"/>
              <p:cNvGrpSpPr/>
              <p:nvPr/>
            </p:nvGrpSpPr>
            <p:grpSpPr>
              <a:xfrm>
                <a:off x="967895" y="415018"/>
                <a:ext cx="628714" cy="801374"/>
                <a:chOff x="1774126" y="766200"/>
                <a:chExt cx="1582467" cy="2017050"/>
              </a:xfrm>
            </p:grpSpPr>
            <p:sp>
              <p:nvSpPr>
                <p:cNvPr id="171" name="Google Shape;171;p56"/>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2" name="Google Shape;172;p56"/>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3" name="Google Shape;173;p56"/>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4" name="Google Shape;174;p56"/>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5" name="Google Shape;175;p56"/>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6" name="Google Shape;176;p56"/>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7" name="Google Shape;177;p56"/>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8" name="Google Shape;178;p56"/>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179" name="Google Shape;179;p56"/>
            <p:cNvGrpSpPr/>
            <p:nvPr/>
          </p:nvGrpSpPr>
          <p:grpSpPr>
            <a:xfrm>
              <a:off x="7200036" y="3718572"/>
              <a:ext cx="284493" cy="1424795"/>
              <a:chOff x="967895" y="415018"/>
              <a:chExt cx="628714" cy="3148718"/>
            </a:xfrm>
          </p:grpSpPr>
          <p:sp>
            <p:nvSpPr>
              <p:cNvPr id="180" name="Google Shape;180;p56"/>
              <p:cNvSpPr/>
              <p:nvPr/>
            </p:nvSpPr>
            <p:spPr>
              <a:xfrm>
                <a:off x="1207096" y="963636"/>
                <a:ext cx="150300" cy="26001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1" name="Google Shape;181;p56"/>
              <p:cNvGrpSpPr/>
              <p:nvPr/>
            </p:nvGrpSpPr>
            <p:grpSpPr>
              <a:xfrm>
                <a:off x="967895" y="415018"/>
                <a:ext cx="628714" cy="801374"/>
                <a:chOff x="1774126" y="766200"/>
                <a:chExt cx="1582467" cy="2017050"/>
              </a:xfrm>
            </p:grpSpPr>
            <p:sp>
              <p:nvSpPr>
                <p:cNvPr id="182" name="Google Shape;182;p56"/>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 name="Google Shape;183;p56"/>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4" name="Google Shape;184;p56"/>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5" name="Google Shape;185;p56"/>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6" name="Google Shape;186;p56"/>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7" name="Google Shape;187;p56"/>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8" name="Google Shape;188;p56"/>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9" name="Google Shape;189;p56"/>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190" name="Google Shape;190;p56"/>
            <p:cNvGrpSpPr/>
            <p:nvPr/>
          </p:nvGrpSpPr>
          <p:grpSpPr>
            <a:xfrm>
              <a:off x="8299552" y="3133869"/>
              <a:ext cx="333219" cy="2017815"/>
              <a:chOff x="967895" y="415018"/>
              <a:chExt cx="628714" cy="3807197"/>
            </a:xfrm>
          </p:grpSpPr>
          <p:sp>
            <p:nvSpPr>
              <p:cNvPr id="191" name="Google Shape;191;p56"/>
              <p:cNvSpPr/>
              <p:nvPr/>
            </p:nvSpPr>
            <p:spPr>
              <a:xfrm>
                <a:off x="1207136" y="963615"/>
                <a:ext cx="150300" cy="32586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2" name="Google Shape;192;p56"/>
              <p:cNvGrpSpPr/>
              <p:nvPr/>
            </p:nvGrpSpPr>
            <p:grpSpPr>
              <a:xfrm>
                <a:off x="967895" y="415018"/>
                <a:ext cx="628714" cy="801374"/>
                <a:chOff x="1774126" y="766200"/>
                <a:chExt cx="1582467" cy="2017050"/>
              </a:xfrm>
            </p:grpSpPr>
            <p:sp>
              <p:nvSpPr>
                <p:cNvPr id="193" name="Google Shape;193;p56"/>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 name="Google Shape;194;p56"/>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5" name="Google Shape;195;p56"/>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6" name="Google Shape;196;p56"/>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7" name="Google Shape;197;p56"/>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8" name="Google Shape;198;p56"/>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9" name="Google Shape;199;p56"/>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0" name="Google Shape;200;p56"/>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201" name="Google Shape;201;p56"/>
            <p:cNvGrpSpPr/>
            <p:nvPr/>
          </p:nvGrpSpPr>
          <p:grpSpPr>
            <a:xfrm>
              <a:off x="104275" y="50550"/>
              <a:ext cx="8948150" cy="772675"/>
              <a:chOff x="104275" y="50550"/>
              <a:chExt cx="8948150" cy="772675"/>
            </a:xfrm>
          </p:grpSpPr>
          <p:sp>
            <p:nvSpPr>
              <p:cNvPr id="202" name="Google Shape;202;p56"/>
              <p:cNvSpPr/>
              <p:nvPr/>
            </p:nvSpPr>
            <p:spPr>
              <a:xfrm>
                <a:off x="86948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03" name="Google Shape;203;p56"/>
              <p:cNvSpPr/>
              <p:nvPr/>
            </p:nvSpPr>
            <p:spPr>
              <a:xfrm>
                <a:off x="5156375" y="146713"/>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04" name="Google Shape;204;p56"/>
              <p:cNvSpPr/>
              <p:nvPr/>
            </p:nvSpPr>
            <p:spPr>
              <a:xfrm>
                <a:off x="7219963" y="349471"/>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05" name="Google Shape;205;p56"/>
              <p:cNvSpPr/>
              <p:nvPr/>
            </p:nvSpPr>
            <p:spPr>
              <a:xfrm>
                <a:off x="7252363" y="114324"/>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06" name="Google Shape;206;p56"/>
              <p:cNvSpPr/>
              <p:nvPr/>
            </p:nvSpPr>
            <p:spPr>
              <a:xfrm>
                <a:off x="7998675" y="22635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07" name="Google Shape;207;p56"/>
              <p:cNvSpPr/>
              <p:nvPr/>
            </p:nvSpPr>
            <p:spPr>
              <a:xfrm>
                <a:off x="6352675"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08" name="Google Shape;208;p56"/>
              <p:cNvSpPr/>
              <p:nvPr/>
            </p:nvSpPr>
            <p:spPr>
              <a:xfrm>
                <a:off x="373670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09" name="Google Shape;209;p56"/>
              <p:cNvSpPr/>
              <p:nvPr/>
            </p:nvSpPr>
            <p:spPr>
              <a:xfrm>
                <a:off x="2805625"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0" name="Google Shape;210;p56"/>
              <p:cNvSpPr/>
              <p:nvPr/>
            </p:nvSpPr>
            <p:spPr>
              <a:xfrm>
                <a:off x="191375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1" name="Google Shape;211;p56"/>
              <p:cNvSpPr/>
              <p:nvPr/>
            </p:nvSpPr>
            <p:spPr>
              <a:xfrm>
                <a:off x="3266675" y="1143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2" name="Google Shape;212;p56"/>
              <p:cNvSpPr/>
              <p:nvPr/>
            </p:nvSpPr>
            <p:spPr>
              <a:xfrm>
                <a:off x="2620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3" name="Google Shape;213;p56"/>
              <p:cNvSpPr/>
              <p:nvPr/>
            </p:nvSpPr>
            <p:spPr>
              <a:xfrm>
                <a:off x="1279125" y="2208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4" name="Google Shape;214;p56"/>
              <p:cNvSpPr/>
              <p:nvPr/>
            </p:nvSpPr>
            <p:spPr>
              <a:xfrm>
                <a:off x="10551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5" name="Google Shape;215;p56"/>
              <p:cNvSpPr/>
              <p:nvPr/>
            </p:nvSpPr>
            <p:spPr>
              <a:xfrm>
                <a:off x="872350" y="3523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56"/>
              <p:cNvSpPr/>
              <p:nvPr/>
            </p:nvSpPr>
            <p:spPr>
              <a:xfrm>
                <a:off x="7014788" y="2609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56"/>
              <p:cNvSpPr/>
              <p:nvPr/>
            </p:nvSpPr>
            <p:spPr>
              <a:xfrm>
                <a:off x="8777500" y="3199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56"/>
              <p:cNvSpPr/>
              <p:nvPr/>
            </p:nvSpPr>
            <p:spPr>
              <a:xfrm>
                <a:off x="4467225" y="1913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56"/>
              <p:cNvSpPr/>
              <p:nvPr/>
            </p:nvSpPr>
            <p:spPr>
              <a:xfrm>
                <a:off x="2601875" y="196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56"/>
              <p:cNvSpPr/>
              <p:nvPr/>
            </p:nvSpPr>
            <p:spPr>
              <a:xfrm>
                <a:off x="5288025" y="226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1" name="Google Shape;221;p56"/>
              <p:cNvSpPr/>
              <p:nvPr/>
            </p:nvSpPr>
            <p:spPr>
              <a:xfrm>
                <a:off x="5948425" y="3818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2" name="Google Shape;222;p56"/>
              <p:cNvSpPr/>
              <p:nvPr/>
            </p:nvSpPr>
            <p:spPr>
              <a:xfrm>
                <a:off x="9020025" y="4142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3" name="Google Shape;223;p56"/>
              <p:cNvSpPr/>
              <p:nvPr/>
            </p:nvSpPr>
            <p:spPr>
              <a:xfrm>
                <a:off x="1588200" y="505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4" name="Google Shape;224;p56"/>
              <p:cNvSpPr/>
              <p:nvPr/>
            </p:nvSpPr>
            <p:spPr>
              <a:xfrm>
                <a:off x="36366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5" name="Google Shape;225;p56"/>
              <p:cNvSpPr/>
              <p:nvPr/>
            </p:nvSpPr>
            <p:spPr>
              <a:xfrm>
                <a:off x="104275" y="3494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6" name="Google Shape;226;p56"/>
              <p:cNvSpPr/>
              <p:nvPr/>
            </p:nvSpPr>
            <p:spPr>
              <a:xfrm>
                <a:off x="4558675" y="30070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7" name="Google Shape;227;p56"/>
              <p:cNvSpPr/>
              <p:nvPr/>
            </p:nvSpPr>
            <p:spPr>
              <a:xfrm>
                <a:off x="6054325" y="2904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8" name="Google Shape;228;p56"/>
              <p:cNvSpPr/>
              <p:nvPr/>
            </p:nvSpPr>
            <p:spPr>
              <a:xfrm>
                <a:off x="8181475" y="2904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9" name="Google Shape;229;p56"/>
              <p:cNvSpPr/>
              <p:nvPr/>
            </p:nvSpPr>
            <p:spPr>
              <a:xfrm>
                <a:off x="6024800" y="442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56"/>
              <p:cNvSpPr/>
              <p:nvPr/>
            </p:nvSpPr>
            <p:spPr>
              <a:xfrm>
                <a:off x="2292625" y="631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1" name="Google Shape;231;p56"/>
              <p:cNvSpPr/>
              <p:nvPr/>
            </p:nvSpPr>
            <p:spPr>
              <a:xfrm>
                <a:off x="546440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2" name="Google Shape;232;p56"/>
              <p:cNvSpPr/>
              <p:nvPr/>
            </p:nvSpPr>
            <p:spPr>
              <a:xfrm>
                <a:off x="29445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3" name="Google Shape;233;p56"/>
              <p:cNvSpPr/>
              <p:nvPr/>
            </p:nvSpPr>
            <p:spPr>
              <a:xfrm>
                <a:off x="7822650" y="6319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4" name="Google Shape;234;p56"/>
              <p:cNvSpPr/>
              <p:nvPr/>
            </p:nvSpPr>
            <p:spPr>
              <a:xfrm>
                <a:off x="8583225" y="7908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grpSp>
      <p:sp>
        <p:nvSpPr>
          <p:cNvPr id="235" name="Google Shape;235;p56"/>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200"/>
              <a:buNone/>
              <a:defRPr/>
            </a:lvl1pPr>
            <a:lvl2pPr lvl="1" algn="l">
              <a:lnSpc>
                <a:spcPct val="90000"/>
              </a:lnSpc>
              <a:spcBef>
                <a:spcPts val="0"/>
              </a:spcBef>
              <a:spcAft>
                <a:spcPts val="0"/>
              </a:spcAft>
              <a:buSzPts val="3200"/>
              <a:buNone/>
              <a:defRPr/>
            </a:lvl2pPr>
            <a:lvl3pPr lvl="2" algn="l">
              <a:lnSpc>
                <a:spcPct val="90000"/>
              </a:lnSpc>
              <a:spcBef>
                <a:spcPts val="0"/>
              </a:spcBef>
              <a:spcAft>
                <a:spcPts val="0"/>
              </a:spcAft>
              <a:buSzPts val="3200"/>
              <a:buNone/>
              <a:defRPr/>
            </a:lvl3pPr>
            <a:lvl4pPr lvl="3" algn="l">
              <a:lnSpc>
                <a:spcPct val="90000"/>
              </a:lnSpc>
              <a:spcBef>
                <a:spcPts val="0"/>
              </a:spcBef>
              <a:spcAft>
                <a:spcPts val="0"/>
              </a:spcAft>
              <a:buSzPts val="3200"/>
              <a:buNone/>
              <a:defRPr/>
            </a:lvl4pPr>
            <a:lvl5pPr lvl="4" algn="l">
              <a:lnSpc>
                <a:spcPct val="90000"/>
              </a:lnSpc>
              <a:spcBef>
                <a:spcPts val="0"/>
              </a:spcBef>
              <a:spcAft>
                <a:spcPts val="0"/>
              </a:spcAft>
              <a:buSzPts val="3200"/>
              <a:buNone/>
              <a:defRPr/>
            </a:lvl5pPr>
            <a:lvl6pPr lvl="5" algn="l">
              <a:lnSpc>
                <a:spcPct val="90000"/>
              </a:lnSpc>
              <a:spcBef>
                <a:spcPts val="0"/>
              </a:spcBef>
              <a:spcAft>
                <a:spcPts val="0"/>
              </a:spcAft>
              <a:buSzPts val="3200"/>
              <a:buNone/>
              <a:defRPr/>
            </a:lvl6pPr>
            <a:lvl7pPr lvl="6" algn="l">
              <a:lnSpc>
                <a:spcPct val="90000"/>
              </a:lnSpc>
              <a:spcBef>
                <a:spcPts val="0"/>
              </a:spcBef>
              <a:spcAft>
                <a:spcPts val="0"/>
              </a:spcAft>
              <a:buSzPts val="3200"/>
              <a:buNone/>
              <a:defRPr/>
            </a:lvl7pPr>
            <a:lvl8pPr lvl="7" algn="l">
              <a:lnSpc>
                <a:spcPct val="90000"/>
              </a:lnSpc>
              <a:spcBef>
                <a:spcPts val="0"/>
              </a:spcBef>
              <a:spcAft>
                <a:spcPts val="0"/>
              </a:spcAft>
              <a:buSzPts val="3200"/>
              <a:buNone/>
              <a:defRPr/>
            </a:lvl8pPr>
            <a:lvl9pPr lvl="8" algn="l">
              <a:lnSpc>
                <a:spcPct val="90000"/>
              </a:lnSpc>
              <a:spcBef>
                <a:spcPts val="0"/>
              </a:spcBef>
              <a:spcAft>
                <a:spcPts val="0"/>
              </a:spcAft>
              <a:buSzPts val="3200"/>
              <a:buNone/>
              <a:defRPr/>
            </a:lvl9pPr>
          </a:lstStyle>
          <a:p/>
        </p:txBody>
      </p:sp>
      <p:sp>
        <p:nvSpPr>
          <p:cNvPr id="236" name="Google Shape;236;p56"/>
          <p:cNvSpPr txBox="1"/>
          <p:nvPr>
            <p:ph idx="1" type="body"/>
          </p:nvPr>
        </p:nvSpPr>
        <p:spPr>
          <a:xfrm>
            <a:off x="855300" y="1553825"/>
            <a:ext cx="6240900" cy="28341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800"/>
              </a:spcBef>
              <a:spcAft>
                <a:spcPts val="0"/>
              </a:spcAft>
              <a:buSzPts val="2200"/>
              <a:buChar char="▻"/>
              <a:defRPr/>
            </a:lvl2pPr>
            <a:lvl3pPr indent="-368300" lvl="2" marL="1371600" algn="l">
              <a:lnSpc>
                <a:spcPct val="115000"/>
              </a:lnSpc>
              <a:spcBef>
                <a:spcPts val="800"/>
              </a:spcBef>
              <a:spcAft>
                <a:spcPts val="0"/>
              </a:spcAft>
              <a:buSzPts val="2200"/>
              <a:buChar char="■"/>
              <a:defRPr/>
            </a:lvl3pPr>
            <a:lvl4pPr indent="-368300" lvl="3" marL="1828800" algn="l">
              <a:lnSpc>
                <a:spcPct val="115000"/>
              </a:lnSpc>
              <a:spcBef>
                <a:spcPts val="800"/>
              </a:spcBef>
              <a:spcAft>
                <a:spcPts val="0"/>
              </a:spcAft>
              <a:buSzPts val="2200"/>
              <a:buChar char="●"/>
              <a:defRPr/>
            </a:lvl4pPr>
            <a:lvl5pPr indent="-368300" lvl="4" marL="2286000" algn="l">
              <a:lnSpc>
                <a:spcPct val="115000"/>
              </a:lnSpc>
              <a:spcBef>
                <a:spcPts val="800"/>
              </a:spcBef>
              <a:spcAft>
                <a:spcPts val="0"/>
              </a:spcAft>
              <a:buSzPts val="2200"/>
              <a:buChar char="○"/>
              <a:defRPr/>
            </a:lvl5pPr>
            <a:lvl6pPr indent="-368300" lvl="5" marL="2743200" algn="l">
              <a:lnSpc>
                <a:spcPct val="115000"/>
              </a:lnSpc>
              <a:spcBef>
                <a:spcPts val="800"/>
              </a:spcBef>
              <a:spcAft>
                <a:spcPts val="0"/>
              </a:spcAft>
              <a:buSzPts val="2200"/>
              <a:buChar char="■"/>
              <a:defRPr/>
            </a:lvl6pPr>
            <a:lvl7pPr indent="-368300" lvl="6" marL="3200400" algn="l">
              <a:lnSpc>
                <a:spcPct val="115000"/>
              </a:lnSpc>
              <a:spcBef>
                <a:spcPts val="800"/>
              </a:spcBef>
              <a:spcAft>
                <a:spcPts val="0"/>
              </a:spcAft>
              <a:buSzPts val="2200"/>
              <a:buChar char="●"/>
              <a:defRPr/>
            </a:lvl7pPr>
            <a:lvl8pPr indent="-368300" lvl="7" marL="3657600" algn="l">
              <a:lnSpc>
                <a:spcPct val="115000"/>
              </a:lnSpc>
              <a:spcBef>
                <a:spcPts val="800"/>
              </a:spcBef>
              <a:spcAft>
                <a:spcPts val="0"/>
              </a:spcAft>
              <a:buSzPts val="2200"/>
              <a:buChar char="○"/>
              <a:defRPr/>
            </a:lvl8pPr>
            <a:lvl9pPr indent="-368300" lvl="8" marL="4114800" algn="l">
              <a:lnSpc>
                <a:spcPct val="115000"/>
              </a:lnSpc>
              <a:spcBef>
                <a:spcPts val="800"/>
              </a:spcBef>
              <a:spcAft>
                <a:spcPts val="800"/>
              </a:spcAft>
              <a:buSzPts val="2200"/>
              <a:buChar char="■"/>
              <a:defRPr/>
            </a:lvl9pPr>
          </a:lstStyle>
          <a:p/>
        </p:txBody>
      </p:sp>
      <p:sp>
        <p:nvSpPr>
          <p:cNvPr id="237" name="Google Shape;237;p56"/>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9pPr>
          </a:lstStyle>
          <a:p>
            <a:pPr indent="0" lvl="0" marL="0" rtl="0" algn="ct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Clouds only">
  <p:cSld name="BLANK_1">
    <p:spTree>
      <p:nvGrpSpPr>
        <p:cNvPr id="238" name="Shape 238"/>
        <p:cNvGrpSpPr/>
        <p:nvPr/>
      </p:nvGrpSpPr>
      <p:grpSpPr>
        <a:xfrm>
          <a:off x="0" y="0"/>
          <a:ext cx="0" cy="0"/>
          <a:chOff x="0" y="0"/>
          <a:chExt cx="0" cy="0"/>
        </a:xfrm>
      </p:grpSpPr>
      <p:grpSp>
        <p:nvGrpSpPr>
          <p:cNvPr id="239" name="Google Shape;239;p57"/>
          <p:cNvGrpSpPr/>
          <p:nvPr/>
        </p:nvGrpSpPr>
        <p:grpSpPr>
          <a:xfrm>
            <a:off x="-52200" y="50550"/>
            <a:ext cx="9256075" cy="5245735"/>
            <a:chOff x="-52200" y="50550"/>
            <a:chExt cx="9256075" cy="5245735"/>
          </a:xfrm>
        </p:grpSpPr>
        <p:sp>
          <p:nvSpPr>
            <p:cNvPr id="240" name="Google Shape;240;p57"/>
            <p:cNvSpPr/>
            <p:nvPr/>
          </p:nvSpPr>
          <p:spPr>
            <a:xfrm>
              <a:off x="-52200" y="2990532"/>
              <a:ext cx="3584483" cy="1539111"/>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1" name="Google Shape;241;p57"/>
            <p:cNvSpPr/>
            <p:nvPr/>
          </p:nvSpPr>
          <p:spPr>
            <a:xfrm>
              <a:off x="2567033" y="3780191"/>
              <a:ext cx="2154572" cy="986972"/>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2" name="Google Shape;242;p57"/>
            <p:cNvSpPr/>
            <p:nvPr/>
          </p:nvSpPr>
          <p:spPr>
            <a:xfrm>
              <a:off x="3626041" y="3244742"/>
              <a:ext cx="2038292" cy="694227"/>
            </a:xfrm>
            <a:custGeom>
              <a:rect b="b" l="l" r="r" t="t"/>
              <a:pathLst>
                <a:path extrusionOk="0" h="977784" w="2870834">
                  <a:moveTo>
                    <a:pt x="2870835" y="977785"/>
                  </a:moveTo>
                  <a:cubicBezTo>
                    <a:pt x="2845943" y="605751"/>
                    <a:pt x="2524252" y="324312"/>
                    <a:pt x="2152206" y="349172"/>
                  </a:cubicBezTo>
                  <a:cubicBezTo>
                    <a:pt x="2121916" y="351192"/>
                    <a:pt x="2091817" y="355256"/>
                    <a:pt x="2062099" y="361326"/>
                  </a:cubicBezTo>
                  <a:cubicBezTo>
                    <a:pt x="1974025" y="87578"/>
                    <a:pt x="1680655" y="-62923"/>
                    <a:pt x="1406906" y="25176"/>
                  </a:cubicBezTo>
                  <a:cubicBezTo>
                    <a:pt x="1329372" y="50126"/>
                    <a:pt x="1258760" y="92925"/>
                    <a:pt x="1200785" y="150125"/>
                  </a:cubicBezTo>
                  <a:cubicBezTo>
                    <a:pt x="925068" y="68357"/>
                    <a:pt x="635318" y="225570"/>
                    <a:pt x="553530" y="501274"/>
                  </a:cubicBezTo>
                  <a:cubicBezTo>
                    <a:pt x="543623" y="534656"/>
                    <a:pt x="537084" y="568952"/>
                    <a:pt x="534035" y="603643"/>
                  </a:cubicBezTo>
                  <a:cubicBezTo>
                    <a:pt x="325882" y="529640"/>
                    <a:pt x="97092" y="638409"/>
                    <a:pt x="23114" y="846587"/>
                  </a:cubicBezTo>
                  <a:cubicBezTo>
                    <a:pt x="8128" y="888726"/>
                    <a:pt x="318" y="933068"/>
                    <a:pt x="0" y="97778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3" name="Google Shape;243;p57"/>
            <p:cNvSpPr/>
            <p:nvPr/>
          </p:nvSpPr>
          <p:spPr>
            <a:xfrm>
              <a:off x="3907840" y="3671766"/>
              <a:ext cx="3406627" cy="1462743"/>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4" name="Google Shape;244;p57"/>
            <p:cNvSpPr/>
            <p:nvPr/>
          </p:nvSpPr>
          <p:spPr>
            <a:xfrm>
              <a:off x="434903" y="4215970"/>
              <a:ext cx="2406853" cy="917225"/>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5" name="Google Shape;245;p57"/>
            <p:cNvSpPr/>
            <p:nvPr/>
          </p:nvSpPr>
          <p:spPr>
            <a:xfrm flipH="1">
              <a:off x="-50423" y="3671774"/>
              <a:ext cx="1322417" cy="605776"/>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6" name="Google Shape;246;p57"/>
            <p:cNvSpPr/>
            <p:nvPr/>
          </p:nvSpPr>
          <p:spPr>
            <a:xfrm>
              <a:off x="5747332" y="4053480"/>
              <a:ext cx="3261193" cy="1242805"/>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7" name="Google Shape;247;p57"/>
            <p:cNvSpPr/>
            <p:nvPr/>
          </p:nvSpPr>
          <p:spPr>
            <a:xfrm flipH="1">
              <a:off x="5619392" y="3144412"/>
              <a:ext cx="3584483" cy="1539111"/>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48" name="Google Shape;248;p57"/>
            <p:cNvGrpSpPr/>
            <p:nvPr/>
          </p:nvGrpSpPr>
          <p:grpSpPr>
            <a:xfrm>
              <a:off x="104275" y="50550"/>
              <a:ext cx="8948150" cy="772675"/>
              <a:chOff x="104275" y="50550"/>
              <a:chExt cx="8948150" cy="772675"/>
            </a:xfrm>
          </p:grpSpPr>
          <p:sp>
            <p:nvSpPr>
              <p:cNvPr id="249" name="Google Shape;249;p57"/>
              <p:cNvSpPr/>
              <p:nvPr/>
            </p:nvSpPr>
            <p:spPr>
              <a:xfrm>
                <a:off x="86948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0" name="Google Shape;250;p57"/>
              <p:cNvSpPr/>
              <p:nvPr/>
            </p:nvSpPr>
            <p:spPr>
              <a:xfrm>
                <a:off x="5156375" y="146713"/>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1" name="Google Shape;251;p57"/>
              <p:cNvSpPr/>
              <p:nvPr/>
            </p:nvSpPr>
            <p:spPr>
              <a:xfrm>
                <a:off x="7219963" y="349471"/>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2" name="Google Shape;252;p57"/>
              <p:cNvSpPr/>
              <p:nvPr/>
            </p:nvSpPr>
            <p:spPr>
              <a:xfrm>
                <a:off x="7252363" y="114324"/>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3" name="Google Shape;253;p57"/>
              <p:cNvSpPr/>
              <p:nvPr/>
            </p:nvSpPr>
            <p:spPr>
              <a:xfrm>
                <a:off x="7998675" y="22635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4" name="Google Shape;254;p57"/>
              <p:cNvSpPr/>
              <p:nvPr/>
            </p:nvSpPr>
            <p:spPr>
              <a:xfrm>
                <a:off x="6352675"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5" name="Google Shape;255;p57"/>
              <p:cNvSpPr/>
              <p:nvPr/>
            </p:nvSpPr>
            <p:spPr>
              <a:xfrm>
                <a:off x="373670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6" name="Google Shape;256;p57"/>
              <p:cNvSpPr/>
              <p:nvPr/>
            </p:nvSpPr>
            <p:spPr>
              <a:xfrm>
                <a:off x="2805625"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7" name="Google Shape;257;p57"/>
              <p:cNvSpPr/>
              <p:nvPr/>
            </p:nvSpPr>
            <p:spPr>
              <a:xfrm>
                <a:off x="191375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8" name="Google Shape;258;p57"/>
              <p:cNvSpPr/>
              <p:nvPr/>
            </p:nvSpPr>
            <p:spPr>
              <a:xfrm>
                <a:off x="3266675" y="1143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9" name="Google Shape;259;p57"/>
              <p:cNvSpPr/>
              <p:nvPr/>
            </p:nvSpPr>
            <p:spPr>
              <a:xfrm>
                <a:off x="2620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60" name="Google Shape;260;p57"/>
              <p:cNvSpPr/>
              <p:nvPr/>
            </p:nvSpPr>
            <p:spPr>
              <a:xfrm>
                <a:off x="1279125" y="2208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61" name="Google Shape;261;p57"/>
              <p:cNvSpPr/>
              <p:nvPr/>
            </p:nvSpPr>
            <p:spPr>
              <a:xfrm>
                <a:off x="10551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62" name="Google Shape;262;p57"/>
              <p:cNvSpPr/>
              <p:nvPr/>
            </p:nvSpPr>
            <p:spPr>
              <a:xfrm>
                <a:off x="872350" y="3523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57"/>
              <p:cNvSpPr/>
              <p:nvPr/>
            </p:nvSpPr>
            <p:spPr>
              <a:xfrm>
                <a:off x="7014788" y="2609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57"/>
              <p:cNvSpPr/>
              <p:nvPr/>
            </p:nvSpPr>
            <p:spPr>
              <a:xfrm>
                <a:off x="8777500" y="3199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57"/>
              <p:cNvSpPr/>
              <p:nvPr/>
            </p:nvSpPr>
            <p:spPr>
              <a:xfrm>
                <a:off x="4467225" y="1913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57"/>
              <p:cNvSpPr/>
              <p:nvPr/>
            </p:nvSpPr>
            <p:spPr>
              <a:xfrm>
                <a:off x="2601875" y="196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57"/>
              <p:cNvSpPr/>
              <p:nvPr/>
            </p:nvSpPr>
            <p:spPr>
              <a:xfrm>
                <a:off x="5288025" y="226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68" name="Google Shape;268;p57"/>
              <p:cNvSpPr/>
              <p:nvPr/>
            </p:nvSpPr>
            <p:spPr>
              <a:xfrm>
                <a:off x="5948425" y="3818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69" name="Google Shape;269;p57"/>
              <p:cNvSpPr/>
              <p:nvPr/>
            </p:nvSpPr>
            <p:spPr>
              <a:xfrm>
                <a:off x="9020025" y="4142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70" name="Google Shape;270;p57"/>
              <p:cNvSpPr/>
              <p:nvPr/>
            </p:nvSpPr>
            <p:spPr>
              <a:xfrm>
                <a:off x="1588200" y="505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71" name="Google Shape;271;p57"/>
              <p:cNvSpPr/>
              <p:nvPr/>
            </p:nvSpPr>
            <p:spPr>
              <a:xfrm>
                <a:off x="36366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72" name="Google Shape;272;p57"/>
              <p:cNvSpPr/>
              <p:nvPr/>
            </p:nvSpPr>
            <p:spPr>
              <a:xfrm>
                <a:off x="104275" y="3494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73" name="Google Shape;273;p57"/>
              <p:cNvSpPr/>
              <p:nvPr/>
            </p:nvSpPr>
            <p:spPr>
              <a:xfrm>
                <a:off x="4558675" y="30070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74" name="Google Shape;274;p57"/>
              <p:cNvSpPr/>
              <p:nvPr/>
            </p:nvSpPr>
            <p:spPr>
              <a:xfrm>
                <a:off x="6054325" y="2904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75" name="Google Shape;275;p57"/>
              <p:cNvSpPr/>
              <p:nvPr/>
            </p:nvSpPr>
            <p:spPr>
              <a:xfrm>
                <a:off x="8181475" y="2904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76" name="Google Shape;276;p57"/>
              <p:cNvSpPr/>
              <p:nvPr/>
            </p:nvSpPr>
            <p:spPr>
              <a:xfrm>
                <a:off x="6024800" y="442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57"/>
              <p:cNvSpPr/>
              <p:nvPr/>
            </p:nvSpPr>
            <p:spPr>
              <a:xfrm>
                <a:off x="2292625" y="631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78" name="Google Shape;278;p57"/>
              <p:cNvSpPr/>
              <p:nvPr/>
            </p:nvSpPr>
            <p:spPr>
              <a:xfrm>
                <a:off x="546440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79" name="Google Shape;279;p57"/>
              <p:cNvSpPr/>
              <p:nvPr/>
            </p:nvSpPr>
            <p:spPr>
              <a:xfrm>
                <a:off x="29445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80" name="Google Shape;280;p57"/>
              <p:cNvSpPr/>
              <p:nvPr/>
            </p:nvSpPr>
            <p:spPr>
              <a:xfrm>
                <a:off x="7822650" y="6319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81" name="Google Shape;281;p57"/>
              <p:cNvSpPr/>
              <p:nvPr/>
            </p:nvSpPr>
            <p:spPr>
              <a:xfrm>
                <a:off x="8583225" y="7908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grpSp>
      <p:sp>
        <p:nvSpPr>
          <p:cNvPr id="282" name="Google Shape;282;p57"/>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9pPr>
          </a:lstStyle>
          <a:p>
            <a:pPr indent="0" lvl="0" marL="0" rtl="0" algn="ct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3" name="Shape 283"/>
        <p:cNvGrpSpPr/>
        <p:nvPr/>
      </p:nvGrpSpPr>
      <p:grpSpPr>
        <a:xfrm>
          <a:off x="0" y="0"/>
          <a:ext cx="0" cy="0"/>
          <a:chOff x="0" y="0"/>
          <a:chExt cx="0" cy="0"/>
        </a:xfrm>
      </p:grpSpPr>
      <p:sp>
        <p:nvSpPr>
          <p:cNvPr id="284" name="Google Shape;284;p58"/>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9pPr>
          </a:lstStyle>
          <a:p>
            <a:pPr indent="0" lvl="0" marL="0" rtl="0" algn="ctr">
              <a:spcBef>
                <a:spcPts val="0"/>
              </a:spcBef>
              <a:spcAft>
                <a:spcPts val="0"/>
              </a:spcAft>
              <a:buNone/>
            </a:pPr>
            <a:fld id="{00000000-1234-1234-1234-123412341234}" type="slidenum">
              <a:rPr lang="fr-FR"/>
              <a:t>‹#›</a:t>
            </a:fld>
            <a:endParaRPr/>
          </a:p>
        </p:txBody>
      </p:sp>
      <p:grpSp>
        <p:nvGrpSpPr>
          <p:cNvPr id="285" name="Google Shape;285;p58"/>
          <p:cNvGrpSpPr/>
          <p:nvPr/>
        </p:nvGrpSpPr>
        <p:grpSpPr>
          <a:xfrm>
            <a:off x="104275" y="50550"/>
            <a:ext cx="10266590" cy="5287714"/>
            <a:chOff x="104275" y="50550"/>
            <a:chExt cx="10266590" cy="5287714"/>
          </a:xfrm>
        </p:grpSpPr>
        <p:sp>
          <p:nvSpPr>
            <p:cNvPr id="286" name="Google Shape;286;p58"/>
            <p:cNvSpPr/>
            <p:nvPr/>
          </p:nvSpPr>
          <p:spPr>
            <a:xfrm>
              <a:off x="2444298" y="3856703"/>
              <a:ext cx="2558390" cy="1098526"/>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7" name="Google Shape;287;p58"/>
            <p:cNvSpPr/>
            <p:nvPr/>
          </p:nvSpPr>
          <p:spPr>
            <a:xfrm>
              <a:off x="5295333" y="4495140"/>
              <a:ext cx="1449771" cy="493781"/>
            </a:xfrm>
            <a:custGeom>
              <a:rect b="b" l="l" r="r" t="t"/>
              <a:pathLst>
                <a:path extrusionOk="0" h="977784" w="2870834">
                  <a:moveTo>
                    <a:pt x="2870835" y="977785"/>
                  </a:moveTo>
                  <a:cubicBezTo>
                    <a:pt x="2845943" y="605751"/>
                    <a:pt x="2524252" y="324312"/>
                    <a:pt x="2152206" y="349172"/>
                  </a:cubicBezTo>
                  <a:cubicBezTo>
                    <a:pt x="2121916" y="351192"/>
                    <a:pt x="2091817" y="355256"/>
                    <a:pt x="2062099" y="361326"/>
                  </a:cubicBezTo>
                  <a:cubicBezTo>
                    <a:pt x="1974025" y="87578"/>
                    <a:pt x="1680655" y="-62923"/>
                    <a:pt x="1406906" y="25176"/>
                  </a:cubicBezTo>
                  <a:cubicBezTo>
                    <a:pt x="1329372" y="50126"/>
                    <a:pt x="1258760" y="92925"/>
                    <a:pt x="1200785" y="150125"/>
                  </a:cubicBezTo>
                  <a:cubicBezTo>
                    <a:pt x="925068" y="68357"/>
                    <a:pt x="635318" y="225570"/>
                    <a:pt x="553530" y="501274"/>
                  </a:cubicBezTo>
                  <a:cubicBezTo>
                    <a:pt x="543623" y="534656"/>
                    <a:pt x="537084" y="568952"/>
                    <a:pt x="534035" y="603643"/>
                  </a:cubicBezTo>
                  <a:cubicBezTo>
                    <a:pt x="325882" y="529640"/>
                    <a:pt x="97092" y="638409"/>
                    <a:pt x="23114" y="846587"/>
                  </a:cubicBezTo>
                  <a:cubicBezTo>
                    <a:pt x="8128" y="888726"/>
                    <a:pt x="318" y="933068"/>
                    <a:pt x="0" y="97778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8" name="Google Shape;288;p58"/>
            <p:cNvSpPr/>
            <p:nvPr/>
          </p:nvSpPr>
          <p:spPr>
            <a:xfrm>
              <a:off x="4159304" y="3962484"/>
              <a:ext cx="1535294" cy="70329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9" name="Google Shape;289;p58"/>
            <p:cNvSpPr/>
            <p:nvPr/>
          </p:nvSpPr>
          <p:spPr>
            <a:xfrm>
              <a:off x="4832518" y="3687079"/>
              <a:ext cx="3420308" cy="1468618"/>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0" name="Google Shape;290;p58"/>
            <p:cNvSpPr/>
            <p:nvPr/>
          </p:nvSpPr>
          <p:spPr>
            <a:xfrm>
              <a:off x="2867782" y="4501768"/>
              <a:ext cx="1717868" cy="654661"/>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 name="Google Shape;291;p58"/>
            <p:cNvSpPr/>
            <p:nvPr/>
          </p:nvSpPr>
          <p:spPr>
            <a:xfrm flipH="1">
              <a:off x="2057325" y="4709438"/>
              <a:ext cx="941819" cy="43143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2" name="Google Shape;292;p58"/>
            <p:cNvSpPr/>
            <p:nvPr/>
          </p:nvSpPr>
          <p:spPr>
            <a:xfrm>
              <a:off x="6498024" y="3944922"/>
              <a:ext cx="3656211" cy="1393342"/>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3" name="Google Shape;293;p58"/>
            <p:cNvSpPr/>
            <p:nvPr/>
          </p:nvSpPr>
          <p:spPr>
            <a:xfrm flipH="1">
              <a:off x="6348583" y="2926377"/>
              <a:ext cx="4022282" cy="1727094"/>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94" name="Google Shape;294;p58"/>
            <p:cNvGrpSpPr/>
            <p:nvPr/>
          </p:nvGrpSpPr>
          <p:grpSpPr>
            <a:xfrm>
              <a:off x="7817748" y="1079748"/>
              <a:ext cx="408036" cy="4063663"/>
              <a:chOff x="967895" y="415018"/>
              <a:chExt cx="628714" cy="6262387"/>
            </a:xfrm>
          </p:grpSpPr>
          <p:sp>
            <p:nvSpPr>
              <p:cNvPr id="295" name="Google Shape;295;p58"/>
              <p:cNvSpPr/>
              <p:nvPr/>
            </p:nvSpPr>
            <p:spPr>
              <a:xfrm>
                <a:off x="1207111" y="963605"/>
                <a:ext cx="150300" cy="57138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6" name="Google Shape;296;p58"/>
              <p:cNvGrpSpPr/>
              <p:nvPr/>
            </p:nvGrpSpPr>
            <p:grpSpPr>
              <a:xfrm>
                <a:off x="967895" y="415018"/>
                <a:ext cx="628714" cy="801374"/>
                <a:chOff x="1774126" y="766200"/>
                <a:chExt cx="1582467" cy="2017050"/>
              </a:xfrm>
            </p:grpSpPr>
            <p:sp>
              <p:nvSpPr>
                <p:cNvPr id="297" name="Google Shape;297;p58"/>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8" name="Google Shape;298;p58"/>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9" name="Google Shape;299;p58"/>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0" name="Google Shape;300;p58"/>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1" name="Google Shape;301;p58"/>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2" name="Google Shape;302;p58"/>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3" name="Google Shape;303;p58"/>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4" name="Google Shape;304;p58"/>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05" name="Google Shape;305;p58"/>
            <p:cNvGrpSpPr/>
            <p:nvPr/>
          </p:nvGrpSpPr>
          <p:grpSpPr>
            <a:xfrm>
              <a:off x="7200036" y="3718572"/>
              <a:ext cx="284493" cy="1424795"/>
              <a:chOff x="967895" y="415018"/>
              <a:chExt cx="628714" cy="3148718"/>
            </a:xfrm>
          </p:grpSpPr>
          <p:sp>
            <p:nvSpPr>
              <p:cNvPr id="306" name="Google Shape;306;p58"/>
              <p:cNvSpPr/>
              <p:nvPr/>
            </p:nvSpPr>
            <p:spPr>
              <a:xfrm>
                <a:off x="1207096" y="963636"/>
                <a:ext cx="150300" cy="26001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7" name="Google Shape;307;p58"/>
              <p:cNvGrpSpPr/>
              <p:nvPr/>
            </p:nvGrpSpPr>
            <p:grpSpPr>
              <a:xfrm>
                <a:off x="967895" y="415018"/>
                <a:ext cx="628714" cy="801374"/>
                <a:chOff x="1774126" y="766200"/>
                <a:chExt cx="1582467" cy="2017050"/>
              </a:xfrm>
            </p:grpSpPr>
            <p:sp>
              <p:nvSpPr>
                <p:cNvPr id="308" name="Google Shape;308;p58"/>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9" name="Google Shape;309;p58"/>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 name="Google Shape;310;p58"/>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1" name="Google Shape;311;p58"/>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 name="Google Shape;312;p58"/>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 name="Google Shape;313;p58"/>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4" name="Google Shape;314;p58"/>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5" name="Google Shape;315;p58"/>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16" name="Google Shape;316;p58"/>
            <p:cNvGrpSpPr/>
            <p:nvPr/>
          </p:nvGrpSpPr>
          <p:grpSpPr>
            <a:xfrm>
              <a:off x="8299552" y="3133869"/>
              <a:ext cx="333219" cy="2017815"/>
              <a:chOff x="967895" y="415018"/>
              <a:chExt cx="628714" cy="3807197"/>
            </a:xfrm>
          </p:grpSpPr>
          <p:sp>
            <p:nvSpPr>
              <p:cNvPr id="317" name="Google Shape;317;p58"/>
              <p:cNvSpPr/>
              <p:nvPr/>
            </p:nvSpPr>
            <p:spPr>
              <a:xfrm>
                <a:off x="1207136" y="963615"/>
                <a:ext cx="150300" cy="32586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8" name="Google Shape;318;p58"/>
              <p:cNvGrpSpPr/>
              <p:nvPr/>
            </p:nvGrpSpPr>
            <p:grpSpPr>
              <a:xfrm>
                <a:off x="967895" y="415018"/>
                <a:ext cx="628714" cy="801374"/>
                <a:chOff x="1774126" y="766200"/>
                <a:chExt cx="1582467" cy="2017050"/>
              </a:xfrm>
            </p:grpSpPr>
            <p:sp>
              <p:nvSpPr>
                <p:cNvPr id="319" name="Google Shape;319;p58"/>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0" name="Google Shape;320;p58"/>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 name="Google Shape;321;p58"/>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2" name="Google Shape;322;p58"/>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3" name="Google Shape;323;p58"/>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4" name="Google Shape;324;p58"/>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5" name="Google Shape;325;p58"/>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6" name="Google Shape;326;p58"/>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27" name="Google Shape;327;p58"/>
            <p:cNvGrpSpPr/>
            <p:nvPr/>
          </p:nvGrpSpPr>
          <p:grpSpPr>
            <a:xfrm>
              <a:off x="104275" y="50550"/>
              <a:ext cx="8948150" cy="772675"/>
              <a:chOff x="104275" y="50550"/>
              <a:chExt cx="8948150" cy="772675"/>
            </a:xfrm>
          </p:grpSpPr>
          <p:sp>
            <p:nvSpPr>
              <p:cNvPr id="328" name="Google Shape;328;p58"/>
              <p:cNvSpPr/>
              <p:nvPr/>
            </p:nvSpPr>
            <p:spPr>
              <a:xfrm>
                <a:off x="86948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29" name="Google Shape;329;p58"/>
              <p:cNvSpPr/>
              <p:nvPr/>
            </p:nvSpPr>
            <p:spPr>
              <a:xfrm>
                <a:off x="5156375" y="146713"/>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30" name="Google Shape;330;p58"/>
              <p:cNvSpPr/>
              <p:nvPr/>
            </p:nvSpPr>
            <p:spPr>
              <a:xfrm>
                <a:off x="7219963" y="349471"/>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31" name="Google Shape;331;p58"/>
              <p:cNvSpPr/>
              <p:nvPr/>
            </p:nvSpPr>
            <p:spPr>
              <a:xfrm>
                <a:off x="7252363" y="114324"/>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32" name="Google Shape;332;p58"/>
              <p:cNvSpPr/>
              <p:nvPr/>
            </p:nvSpPr>
            <p:spPr>
              <a:xfrm>
                <a:off x="7998675" y="22635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33" name="Google Shape;333;p58"/>
              <p:cNvSpPr/>
              <p:nvPr/>
            </p:nvSpPr>
            <p:spPr>
              <a:xfrm>
                <a:off x="6352675"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34" name="Google Shape;334;p58"/>
              <p:cNvSpPr/>
              <p:nvPr/>
            </p:nvSpPr>
            <p:spPr>
              <a:xfrm>
                <a:off x="373670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35" name="Google Shape;335;p58"/>
              <p:cNvSpPr/>
              <p:nvPr/>
            </p:nvSpPr>
            <p:spPr>
              <a:xfrm>
                <a:off x="2805625"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36" name="Google Shape;336;p58"/>
              <p:cNvSpPr/>
              <p:nvPr/>
            </p:nvSpPr>
            <p:spPr>
              <a:xfrm>
                <a:off x="191375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37" name="Google Shape;337;p58"/>
              <p:cNvSpPr/>
              <p:nvPr/>
            </p:nvSpPr>
            <p:spPr>
              <a:xfrm>
                <a:off x="3266675" y="1143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38" name="Google Shape;338;p58"/>
              <p:cNvSpPr/>
              <p:nvPr/>
            </p:nvSpPr>
            <p:spPr>
              <a:xfrm>
                <a:off x="2620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39" name="Google Shape;339;p58"/>
              <p:cNvSpPr/>
              <p:nvPr/>
            </p:nvSpPr>
            <p:spPr>
              <a:xfrm>
                <a:off x="1279125" y="2208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40" name="Google Shape;340;p58"/>
              <p:cNvSpPr/>
              <p:nvPr/>
            </p:nvSpPr>
            <p:spPr>
              <a:xfrm>
                <a:off x="10551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41" name="Google Shape;341;p58"/>
              <p:cNvSpPr/>
              <p:nvPr/>
            </p:nvSpPr>
            <p:spPr>
              <a:xfrm>
                <a:off x="872350" y="3523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58"/>
              <p:cNvSpPr/>
              <p:nvPr/>
            </p:nvSpPr>
            <p:spPr>
              <a:xfrm>
                <a:off x="7014788" y="2609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58"/>
              <p:cNvSpPr/>
              <p:nvPr/>
            </p:nvSpPr>
            <p:spPr>
              <a:xfrm>
                <a:off x="8777500" y="3199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58"/>
              <p:cNvSpPr/>
              <p:nvPr/>
            </p:nvSpPr>
            <p:spPr>
              <a:xfrm>
                <a:off x="4467225" y="1913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58"/>
              <p:cNvSpPr/>
              <p:nvPr/>
            </p:nvSpPr>
            <p:spPr>
              <a:xfrm>
                <a:off x="2601875" y="196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58"/>
              <p:cNvSpPr/>
              <p:nvPr/>
            </p:nvSpPr>
            <p:spPr>
              <a:xfrm>
                <a:off x="5288025" y="226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47" name="Google Shape;347;p58"/>
              <p:cNvSpPr/>
              <p:nvPr/>
            </p:nvSpPr>
            <p:spPr>
              <a:xfrm>
                <a:off x="5948425" y="3818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48" name="Google Shape;348;p58"/>
              <p:cNvSpPr/>
              <p:nvPr/>
            </p:nvSpPr>
            <p:spPr>
              <a:xfrm>
                <a:off x="9020025" y="4142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49" name="Google Shape;349;p58"/>
              <p:cNvSpPr/>
              <p:nvPr/>
            </p:nvSpPr>
            <p:spPr>
              <a:xfrm>
                <a:off x="1588200" y="505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50" name="Google Shape;350;p58"/>
              <p:cNvSpPr/>
              <p:nvPr/>
            </p:nvSpPr>
            <p:spPr>
              <a:xfrm>
                <a:off x="36366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51" name="Google Shape;351;p58"/>
              <p:cNvSpPr/>
              <p:nvPr/>
            </p:nvSpPr>
            <p:spPr>
              <a:xfrm>
                <a:off x="104275" y="3494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52" name="Google Shape;352;p58"/>
              <p:cNvSpPr/>
              <p:nvPr/>
            </p:nvSpPr>
            <p:spPr>
              <a:xfrm>
                <a:off x="4558675" y="30070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53" name="Google Shape;353;p58"/>
              <p:cNvSpPr/>
              <p:nvPr/>
            </p:nvSpPr>
            <p:spPr>
              <a:xfrm>
                <a:off x="6054325" y="2904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54" name="Google Shape;354;p58"/>
              <p:cNvSpPr/>
              <p:nvPr/>
            </p:nvSpPr>
            <p:spPr>
              <a:xfrm>
                <a:off x="8181475" y="2904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55" name="Google Shape;355;p58"/>
              <p:cNvSpPr/>
              <p:nvPr/>
            </p:nvSpPr>
            <p:spPr>
              <a:xfrm>
                <a:off x="6024800" y="442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58"/>
              <p:cNvSpPr/>
              <p:nvPr/>
            </p:nvSpPr>
            <p:spPr>
              <a:xfrm>
                <a:off x="2292625" y="631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57" name="Google Shape;357;p58"/>
              <p:cNvSpPr/>
              <p:nvPr/>
            </p:nvSpPr>
            <p:spPr>
              <a:xfrm>
                <a:off x="546440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58" name="Google Shape;358;p58"/>
              <p:cNvSpPr/>
              <p:nvPr/>
            </p:nvSpPr>
            <p:spPr>
              <a:xfrm>
                <a:off x="29445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59" name="Google Shape;359;p58"/>
              <p:cNvSpPr/>
              <p:nvPr/>
            </p:nvSpPr>
            <p:spPr>
              <a:xfrm>
                <a:off x="7822650" y="6319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60" name="Google Shape;360;p58"/>
              <p:cNvSpPr/>
              <p:nvPr/>
            </p:nvSpPr>
            <p:spPr>
              <a:xfrm>
                <a:off x="8583225" y="7908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61" name="Shape 361"/>
        <p:cNvGrpSpPr/>
        <p:nvPr/>
      </p:nvGrpSpPr>
      <p:grpSpPr>
        <a:xfrm>
          <a:off x="0" y="0"/>
          <a:ext cx="0" cy="0"/>
          <a:chOff x="0" y="0"/>
          <a:chExt cx="0" cy="0"/>
        </a:xfrm>
      </p:grpSpPr>
      <p:grpSp>
        <p:nvGrpSpPr>
          <p:cNvPr id="362" name="Google Shape;362;p59"/>
          <p:cNvGrpSpPr/>
          <p:nvPr/>
        </p:nvGrpSpPr>
        <p:grpSpPr>
          <a:xfrm>
            <a:off x="104275" y="50550"/>
            <a:ext cx="10266590" cy="5287714"/>
            <a:chOff x="104275" y="50550"/>
            <a:chExt cx="10266590" cy="5287714"/>
          </a:xfrm>
        </p:grpSpPr>
        <p:sp>
          <p:nvSpPr>
            <p:cNvPr id="363" name="Google Shape;363;p59"/>
            <p:cNvSpPr/>
            <p:nvPr/>
          </p:nvSpPr>
          <p:spPr>
            <a:xfrm>
              <a:off x="2444298" y="3856703"/>
              <a:ext cx="2558390" cy="1098526"/>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4" name="Google Shape;364;p59"/>
            <p:cNvSpPr/>
            <p:nvPr/>
          </p:nvSpPr>
          <p:spPr>
            <a:xfrm>
              <a:off x="5295333" y="4495140"/>
              <a:ext cx="1449771" cy="493781"/>
            </a:xfrm>
            <a:custGeom>
              <a:rect b="b" l="l" r="r" t="t"/>
              <a:pathLst>
                <a:path extrusionOk="0" h="977784" w="2870834">
                  <a:moveTo>
                    <a:pt x="2870835" y="977785"/>
                  </a:moveTo>
                  <a:cubicBezTo>
                    <a:pt x="2845943" y="605751"/>
                    <a:pt x="2524252" y="324312"/>
                    <a:pt x="2152206" y="349172"/>
                  </a:cubicBezTo>
                  <a:cubicBezTo>
                    <a:pt x="2121916" y="351192"/>
                    <a:pt x="2091817" y="355256"/>
                    <a:pt x="2062099" y="361326"/>
                  </a:cubicBezTo>
                  <a:cubicBezTo>
                    <a:pt x="1974025" y="87578"/>
                    <a:pt x="1680655" y="-62923"/>
                    <a:pt x="1406906" y="25176"/>
                  </a:cubicBezTo>
                  <a:cubicBezTo>
                    <a:pt x="1329372" y="50126"/>
                    <a:pt x="1258760" y="92925"/>
                    <a:pt x="1200785" y="150125"/>
                  </a:cubicBezTo>
                  <a:cubicBezTo>
                    <a:pt x="925068" y="68357"/>
                    <a:pt x="635318" y="225570"/>
                    <a:pt x="553530" y="501274"/>
                  </a:cubicBezTo>
                  <a:cubicBezTo>
                    <a:pt x="543623" y="534656"/>
                    <a:pt x="537084" y="568952"/>
                    <a:pt x="534035" y="603643"/>
                  </a:cubicBezTo>
                  <a:cubicBezTo>
                    <a:pt x="325882" y="529640"/>
                    <a:pt x="97092" y="638409"/>
                    <a:pt x="23114" y="846587"/>
                  </a:cubicBezTo>
                  <a:cubicBezTo>
                    <a:pt x="8128" y="888726"/>
                    <a:pt x="318" y="933068"/>
                    <a:pt x="0" y="97778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5" name="Google Shape;365;p59"/>
            <p:cNvSpPr/>
            <p:nvPr/>
          </p:nvSpPr>
          <p:spPr>
            <a:xfrm>
              <a:off x="4159304" y="3962484"/>
              <a:ext cx="1535294" cy="70329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6" name="Google Shape;366;p59"/>
            <p:cNvSpPr/>
            <p:nvPr/>
          </p:nvSpPr>
          <p:spPr>
            <a:xfrm>
              <a:off x="4832518" y="3687079"/>
              <a:ext cx="3420308" cy="1468618"/>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7" name="Google Shape;367;p59"/>
            <p:cNvSpPr/>
            <p:nvPr/>
          </p:nvSpPr>
          <p:spPr>
            <a:xfrm>
              <a:off x="2867782" y="4501768"/>
              <a:ext cx="1717868" cy="654661"/>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8" name="Google Shape;368;p59"/>
            <p:cNvSpPr/>
            <p:nvPr/>
          </p:nvSpPr>
          <p:spPr>
            <a:xfrm flipH="1">
              <a:off x="2057325" y="4709438"/>
              <a:ext cx="941819" cy="43143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9" name="Google Shape;369;p59"/>
            <p:cNvSpPr/>
            <p:nvPr/>
          </p:nvSpPr>
          <p:spPr>
            <a:xfrm>
              <a:off x="6498024" y="3944922"/>
              <a:ext cx="3656211" cy="1393342"/>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0" name="Google Shape;370;p59"/>
            <p:cNvSpPr/>
            <p:nvPr/>
          </p:nvSpPr>
          <p:spPr>
            <a:xfrm flipH="1">
              <a:off x="6348583" y="2926377"/>
              <a:ext cx="4022282" cy="1727094"/>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71" name="Google Shape;371;p59"/>
            <p:cNvGrpSpPr/>
            <p:nvPr/>
          </p:nvGrpSpPr>
          <p:grpSpPr>
            <a:xfrm>
              <a:off x="7817748" y="1079748"/>
              <a:ext cx="408036" cy="4063663"/>
              <a:chOff x="967895" y="415018"/>
              <a:chExt cx="628714" cy="6262387"/>
            </a:xfrm>
          </p:grpSpPr>
          <p:sp>
            <p:nvSpPr>
              <p:cNvPr id="372" name="Google Shape;372;p59"/>
              <p:cNvSpPr/>
              <p:nvPr/>
            </p:nvSpPr>
            <p:spPr>
              <a:xfrm>
                <a:off x="1207111" y="963605"/>
                <a:ext cx="150300" cy="57138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3" name="Google Shape;373;p59"/>
              <p:cNvGrpSpPr/>
              <p:nvPr/>
            </p:nvGrpSpPr>
            <p:grpSpPr>
              <a:xfrm>
                <a:off x="967895" y="415018"/>
                <a:ext cx="628714" cy="801374"/>
                <a:chOff x="1774126" y="766200"/>
                <a:chExt cx="1582467" cy="2017050"/>
              </a:xfrm>
            </p:grpSpPr>
            <p:sp>
              <p:nvSpPr>
                <p:cNvPr id="374" name="Google Shape;374;p59"/>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5" name="Google Shape;375;p59"/>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6" name="Google Shape;376;p59"/>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7" name="Google Shape;377;p59"/>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8" name="Google Shape;378;p59"/>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9" name="Google Shape;379;p59"/>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0" name="Google Shape;380;p59"/>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1" name="Google Shape;381;p59"/>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82" name="Google Shape;382;p59"/>
            <p:cNvGrpSpPr/>
            <p:nvPr/>
          </p:nvGrpSpPr>
          <p:grpSpPr>
            <a:xfrm>
              <a:off x="7200036" y="3718572"/>
              <a:ext cx="284493" cy="1424795"/>
              <a:chOff x="967895" y="415018"/>
              <a:chExt cx="628714" cy="3148718"/>
            </a:xfrm>
          </p:grpSpPr>
          <p:sp>
            <p:nvSpPr>
              <p:cNvPr id="383" name="Google Shape;383;p59"/>
              <p:cNvSpPr/>
              <p:nvPr/>
            </p:nvSpPr>
            <p:spPr>
              <a:xfrm>
                <a:off x="1207096" y="963636"/>
                <a:ext cx="150300" cy="26001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4" name="Google Shape;384;p59"/>
              <p:cNvGrpSpPr/>
              <p:nvPr/>
            </p:nvGrpSpPr>
            <p:grpSpPr>
              <a:xfrm>
                <a:off x="967895" y="415018"/>
                <a:ext cx="628714" cy="801374"/>
                <a:chOff x="1774126" y="766200"/>
                <a:chExt cx="1582467" cy="2017050"/>
              </a:xfrm>
            </p:grpSpPr>
            <p:sp>
              <p:nvSpPr>
                <p:cNvPr id="385" name="Google Shape;385;p59"/>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6" name="Google Shape;386;p59"/>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7" name="Google Shape;387;p59"/>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8" name="Google Shape;388;p59"/>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9" name="Google Shape;389;p59"/>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0" name="Google Shape;390;p59"/>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1" name="Google Shape;391;p59"/>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2" name="Google Shape;392;p59"/>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93" name="Google Shape;393;p59"/>
            <p:cNvGrpSpPr/>
            <p:nvPr/>
          </p:nvGrpSpPr>
          <p:grpSpPr>
            <a:xfrm>
              <a:off x="8299552" y="3133869"/>
              <a:ext cx="333219" cy="2017815"/>
              <a:chOff x="967895" y="415018"/>
              <a:chExt cx="628714" cy="3807197"/>
            </a:xfrm>
          </p:grpSpPr>
          <p:sp>
            <p:nvSpPr>
              <p:cNvPr id="394" name="Google Shape;394;p59"/>
              <p:cNvSpPr/>
              <p:nvPr/>
            </p:nvSpPr>
            <p:spPr>
              <a:xfrm>
                <a:off x="1207136" y="963615"/>
                <a:ext cx="150300" cy="32586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5" name="Google Shape;395;p59"/>
              <p:cNvGrpSpPr/>
              <p:nvPr/>
            </p:nvGrpSpPr>
            <p:grpSpPr>
              <a:xfrm>
                <a:off x="967895" y="415018"/>
                <a:ext cx="628714" cy="801374"/>
                <a:chOff x="1774126" y="766200"/>
                <a:chExt cx="1582467" cy="2017050"/>
              </a:xfrm>
            </p:grpSpPr>
            <p:sp>
              <p:nvSpPr>
                <p:cNvPr id="396" name="Google Shape;396;p59"/>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7" name="Google Shape;397;p59"/>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8" name="Google Shape;398;p59"/>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9" name="Google Shape;399;p59"/>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0" name="Google Shape;400;p59"/>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1" name="Google Shape;401;p59"/>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2" name="Google Shape;402;p59"/>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3" name="Google Shape;403;p59"/>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404" name="Google Shape;404;p59"/>
            <p:cNvGrpSpPr/>
            <p:nvPr/>
          </p:nvGrpSpPr>
          <p:grpSpPr>
            <a:xfrm>
              <a:off x="104275" y="50550"/>
              <a:ext cx="8948150" cy="772675"/>
              <a:chOff x="104275" y="50550"/>
              <a:chExt cx="8948150" cy="772675"/>
            </a:xfrm>
          </p:grpSpPr>
          <p:sp>
            <p:nvSpPr>
              <p:cNvPr id="405" name="Google Shape;405;p59"/>
              <p:cNvSpPr/>
              <p:nvPr/>
            </p:nvSpPr>
            <p:spPr>
              <a:xfrm>
                <a:off x="86948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06" name="Google Shape;406;p59"/>
              <p:cNvSpPr/>
              <p:nvPr/>
            </p:nvSpPr>
            <p:spPr>
              <a:xfrm>
                <a:off x="5156375" y="146713"/>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07" name="Google Shape;407;p59"/>
              <p:cNvSpPr/>
              <p:nvPr/>
            </p:nvSpPr>
            <p:spPr>
              <a:xfrm>
                <a:off x="7219963" y="349471"/>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08" name="Google Shape;408;p59"/>
              <p:cNvSpPr/>
              <p:nvPr/>
            </p:nvSpPr>
            <p:spPr>
              <a:xfrm>
                <a:off x="7252363" y="114324"/>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09" name="Google Shape;409;p59"/>
              <p:cNvSpPr/>
              <p:nvPr/>
            </p:nvSpPr>
            <p:spPr>
              <a:xfrm>
                <a:off x="7998675" y="22635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10" name="Google Shape;410;p59"/>
              <p:cNvSpPr/>
              <p:nvPr/>
            </p:nvSpPr>
            <p:spPr>
              <a:xfrm>
                <a:off x="6352675"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11" name="Google Shape;411;p59"/>
              <p:cNvSpPr/>
              <p:nvPr/>
            </p:nvSpPr>
            <p:spPr>
              <a:xfrm>
                <a:off x="373670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12" name="Google Shape;412;p59"/>
              <p:cNvSpPr/>
              <p:nvPr/>
            </p:nvSpPr>
            <p:spPr>
              <a:xfrm>
                <a:off x="2805625"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13" name="Google Shape;413;p59"/>
              <p:cNvSpPr/>
              <p:nvPr/>
            </p:nvSpPr>
            <p:spPr>
              <a:xfrm>
                <a:off x="191375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14" name="Google Shape;414;p59"/>
              <p:cNvSpPr/>
              <p:nvPr/>
            </p:nvSpPr>
            <p:spPr>
              <a:xfrm>
                <a:off x="3266675" y="1143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15" name="Google Shape;415;p59"/>
              <p:cNvSpPr/>
              <p:nvPr/>
            </p:nvSpPr>
            <p:spPr>
              <a:xfrm>
                <a:off x="2620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16" name="Google Shape;416;p59"/>
              <p:cNvSpPr/>
              <p:nvPr/>
            </p:nvSpPr>
            <p:spPr>
              <a:xfrm>
                <a:off x="1279125" y="2208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17" name="Google Shape;417;p59"/>
              <p:cNvSpPr/>
              <p:nvPr/>
            </p:nvSpPr>
            <p:spPr>
              <a:xfrm>
                <a:off x="10551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18" name="Google Shape;418;p59"/>
              <p:cNvSpPr/>
              <p:nvPr/>
            </p:nvSpPr>
            <p:spPr>
              <a:xfrm>
                <a:off x="872350" y="3523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59"/>
              <p:cNvSpPr/>
              <p:nvPr/>
            </p:nvSpPr>
            <p:spPr>
              <a:xfrm>
                <a:off x="7014788" y="2609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59"/>
              <p:cNvSpPr/>
              <p:nvPr/>
            </p:nvSpPr>
            <p:spPr>
              <a:xfrm>
                <a:off x="8777500" y="3199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59"/>
              <p:cNvSpPr/>
              <p:nvPr/>
            </p:nvSpPr>
            <p:spPr>
              <a:xfrm>
                <a:off x="4467225" y="1913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59"/>
              <p:cNvSpPr/>
              <p:nvPr/>
            </p:nvSpPr>
            <p:spPr>
              <a:xfrm>
                <a:off x="2601875" y="196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59"/>
              <p:cNvSpPr/>
              <p:nvPr/>
            </p:nvSpPr>
            <p:spPr>
              <a:xfrm>
                <a:off x="5288025" y="226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24" name="Google Shape;424;p59"/>
              <p:cNvSpPr/>
              <p:nvPr/>
            </p:nvSpPr>
            <p:spPr>
              <a:xfrm>
                <a:off x="5948425" y="3818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25" name="Google Shape;425;p59"/>
              <p:cNvSpPr/>
              <p:nvPr/>
            </p:nvSpPr>
            <p:spPr>
              <a:xfrm>
                <a:off x="9020025" y="4142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26" name="Google Shape;426;p59"/>
              <p:cNvSpPr/>
              <p:nvPr/>
            </p:nvSpPr>
            <p:spPr>
              <a:xfrm>
                <a:off x="1588200" y="505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27" name="Google Shape;427;p59"/>
              <p:cNvSpPr/>
              <p:nvPr/>
            </p:nvSpPr>
            <p:spPr>
              <a:xfrm>
                <a:off x="36366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28" name="Google Shape;428;p59"/>
              <p:cNvSpPr/>
              <p:nvPr/>
            </p:nvSpPr>
            <p:spPr>
              <a:xfrm>
                <a:off x="104275" y="3494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29" name="Google Shape;429;p59"/>
              <p:cNvSpPr/>
              <p:nvPr/>
            </p:nvSpPr>
            <p:spPr>
              <a:xfrm>
                <a:off x="4558675" y="30070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0" name="Google Shape;430;p59"/>
              <p:cNvSpPr/>
              <p:nvPr/>
            </p:nvSpPr>
            <p:spPr>
              <a:xfrm>
                <a:off x="6054325" y="2904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1" name="Google Shape;431;p59"/>
              <p:cNvSpPr/>
              <p:nvPr/>
            </p:nvSpPr>
            <p:spPr>
              <a:xfrm>
                <a:off x="8181475" y="2904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2" name="Google Shape;432;p59"/>
              <p:cNvSpPr/>
              <p:nvPr/>
            </p:nvSpPr>
            <p:spPr>
              <a:xfrm>
                <a:off x="6024800" y="442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59"/>
              <p:cNvSpPr/>
              <p:nvPr/>
            </p:nvSpPr>
            <p:spPr>
              <a:xfrm>
                <a:off x="2292625" y="631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4" name="Google Shape;434;p59"/>
              <p:cNvSpPr/>
              <p:nvPr/>
            </p:nvSpPr>
            <p:spPr>
              <a:xfrm>
                <a:off x="546440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5" name="Google Shape;435;p59"/>
              <p:cNvSpPr/>
              <p:nvPr/>
            </p:nvSpPr>
            <p:spPr>
              <a:xfrm>
                <a:off x="29445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6" name="Google Shape;436;p59"/>
              <p:cNvSpPr/>
              <p:nvPr/>
            </p:nvSpPr>
            <p:spPr>
              <a:xfrm>
                <a:off x="7822650" y="6319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7" name="Google Shape;437;p59"/>
              <p:cNvSpPr/>
              <p:nvPr/>
            </p:nvSpPr>
            <p:spPr>
              <a:xfrm>
                <a:off x="8583225" y="7908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grpSp>
      <p:sp>
        <p:nvSpPr>
          <p:cNvPr id="438" name="Google Shape;438;p59"/>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200"/>
              <a:buNone/>
              <a:defRPr/>
            </a:lvl1pPr>
            <a:lvl2pPr lvl="1" algn="l">
              <a:lnSpc>
                <a:spcPct val="90000"/>
              </a:lnSpc>
              <a:spcBef>
                <a:spcPts val="0"/>
              </a:spcBef>
              <a:spcAft>
                <a:spcPts val="0"/>
              </a:spcAft>
              <a:buSzPts val="3200"/>
              <a:buNone/>
              <a:defRPr/>
            </a:lvl2pPr>
            <a:lvl3pPr lvl="2" algn="l">
              <a:lnSpc>
                <a:spcPct val="90000"/>
              </a:lnSpc>
              <a:spcBef>
                <a:spcPts val="0"/>
              </a:spcBef>
              <a:spcAft>
                <a:spcPts val="0"/>
              </a:spcAft>
              <a:buSzPts val="3200"/>
              <a:buNone/>
              <a:defRPr/>
            </a:lvl3pPr>
            <a:lvl4pPr lvl="3" algn="l">
              <a:lnSpc>
                <a:spcPct val="90000"/>
              </a:lnSpc>
              <a:spcBef>
                <a:spcPts val="0"/>
              </a:spcBef>
              <a:spcAft>
                <a:spcPts val="0"/>
              </a:spcAft>
              <a:buSzPts val="3200"/>
              <a:buNone/>
              <a:defRPr/>
            </a:lvl4pPr>
            <a:lvl5pPr lvl="4" algn="l">
              <a:lnSpc>
                <a:spcPct val="90000"/>
              </a:lnSpc>
              <a:spcBef>
                <a:spcPts val="0"/>
              </a:spcBef>
              <a:spcAft>
                <a:spcPts val="0"/>
              </a:spcAft>
              <a:buSzPts val="3200"/>
              <a:buNone/>
              <a:defRPr/>
            </a:lvl5pPr>
            <a:lvl6pPr lvl="5" algn="l">
              <a:lnSpc>
                <a:spcPct val="90000"/>
              </a:lnSpc>
              <a:spcBef>
                <a:spcPts val="0"/>
              </a:spcBef>
              <a:spcAft>
                <a:spcPts val="0"/>
              </a:spcAft>
              <a:buSzPts val="3200"/>
              <a:buNone/>
              <a:defRPr/>
            </a:lvl6pPr>
            <a:lvl7pPr lvl="6" algn="l">
              <a:lnSpc>
                <a:spcPct val="90000"/>
              </a:lnSpc>
              <a:spcBef>
                <a:spcPts val="0"/>
              </a:spcBef>
              <a:spcAft>
                <a:spcPts val="0"/>
              </a:spcAft>
              <a:buSzPts val="3200"/>
              <a:buNone/>
              <a:defRPr/>
            </a:lvl7pPr>
            <a:lvl8pPr lvl="7" algn="l">
              <a:lnSpc>
                <a:spcPct val="90000"/>
              </a:lnSpc>
              <a:spcBef>
                <a:spcPts val="0"/>
              </a:spcBef>
              <a:spcAft>
                <a:spcPts val="0"/>
              </a:spcAft>
              <a:buSzPts val="3200"/>
              <a:buNone/>
              <a:defRPr/>
            </a:lvl8pPr>
            <a:lvl9pPr lvl="8" algn="l">
              <a:lnSpc>
                <a:spcPct val="90000"/>
              </a:lnSpc>
              <a:spcBef>
                <a:spcPts val="0"/>
              </a:spcBef>
              <a:spcAft>
                <a:spcPts val="0"/>
              </a:spcAft>
              <a:buSzPts val="3200"/>
              <a:buNone/>
              <a:defRPr/>
            </a:lvl9pPr>
          </a:lstStyle>
          <a:p/>
        </p:txBody>
      </p:sp>
      <p:sp>
        <p:nvSpPr>
          <p:cNvPr id="439" name="Google Shape;439;p59"/>
          <p:cNvSpPr txBox="1"/>
          <p:nvPr>
            <p:ph idx="1" type="body"/>
          </p:nvPr>
        </p:nvSpPr>
        <p:spPr>
          <a:xfrm>
            <a:off x="855300" y="1553825"/>
            <a:ext cx="2932500" cy="2935800"/>
          </a:xfrm>
          <a:prstGeom prst="rect">
            <a:avLst/>
          </a:prstGeom>
          <a:noFill/>
          <a:ln>
            <a:noFill/>
          </a:ln>
        </p:spPr>
        <p:txBody>
          <a:bodyPr anchorCtr="0" anchor="t" bIns="0" lIns="0" spcFirstLastPara="1" rIns="0" wrap="square" tIns="0">
            <a:noAutofit/>
          </a:bodyPr>
          <a:lstStyle>
            <a:lvl1pPr indent="-355600" lvl="0" marL="457200" algn="l">
              <a:lnSpc>
                <a:spcPct val="115000"/>
              </a:lnSpc>
              <a:spcBef>
                <a:spcPts val="0"/>
              </a:spcBef>
              <a:spcAft>
                <a:spcPts val="0"/>
              </a:spcAft>
              <a:buSzPts val="2000"/>
              <a:buChar char="➢"/>
              <a:defRPr sz="2000"/>
            </a:lvl1pPr>
            <a:lvl2pPr indent="-355600" lvl="1" marL="914400" algn="l">
              <a:lnSpc>
                <a:spcPct val="115000"/>
              </a:lnSpc>
              <a:spcBef>
                <a:spcPts val="800"/>
              </a:spcBef>
              <a:spcAft>
                <a:spcPts val="0"/>
              </a:spcAft>
              <a:buSzPts val="2000"/>
              <a:buChar char="▻"/>
              <a:defRPr sz="2000"/>
            </a:lvl2pPr>
            <a:lvl3pPr indent="-355600" lvl="2" marL="1371600" algn="l">
              <a:lnSpc>
                <a:spcPct val="115000"/>
              </a:lnSpc>
              <a:spcBef>
                <a:spcPts val="800"/>
              </a:spcBef>
              <a:spcAft>
                <a:spcPts val="0"/>
              </a:spcAft>
              <a:buSzPts val="2000"/>
              <a:buChar char="■"/>
              <a:defRPr sz="2000"/>
            </a:lvl3pPr>
            <a:lvl4pPr indent="-355600" lvl="3" marL="1828800" algn="l">
              <a:lnSpc>
                <a:spcPct val="115000"/>
              </a:lnSpc>
              <a:spcBef>
                <a:spcPts val="800"/>
              </a:spcBef>
              <a:spcAft>
                <a:spcPts val="0"/>
              </a:spcAft>
              <a:buSzPts val="2000"/>
              <a:buChar char="●"/>
              <a:defRPr sz="2000"/>
            </a:lvl4pPr>
            <a:lvl5pPr indent="-355600" lvl="4" marL="2286000" algn="l">
              <a:lnSpc>
                <a:spcPct val="115000"/>
              </a:lnSpc>
              <a:spcBef>
                <a:spcPts val="800"/>
              </a:spcBef>
              <a:spcAft>
                <a:spcPts val="0"/>
              </a:spcAft>
              <a:buSzPts val="2000"/>
              <a:buChar char="○"/>
              <a:defRPr sz="2000"/>
            </a:lvl5pPr>
            <a:lvl6pPr indent="-355600" lvl="5" marL="2743200" algn="l">
              <a:lnSpc>
                <a:spcPct val="115000"/>
              </a:lnSpc>
              <a:spcBef>
                <a:spcPts val="800"/>
              </a:spcBef>
              <a:spcAft>
                <a:spcPts val="0"/>
              </a:spcAft>
              <a:buSzPts val="2000"/>
              <a:buChar char="■"/>
              <a:defRPr sz="2000"/>
            </a:lvl6pPr>
            <a:lvl7pPr indent="-355600" lvl="6" marL="3200400" algn="l">
              <a:lnSpc>
                <a:spcPct val="115000"/>
              </a:lnSpc>
              <a:spcBef>
                <a:spcPts val="800"/>
              </a:spcBef>
              <a:spcAft>
                <a:spcPts val="0"/>
              </a:spcAft>
              <a:buSzPts val="2000"/>
              <a:buChar char="●"/>
              <a:defRPr sz="2000"/>
            </a:lvl7pPr>
            <a:lvl8pPr indent="-355600" lvl="7" marL="3657600" algn="l">
              <a:lnSpc>
                <a:spcPct val="115000"/>
              </a:lnSpc>
              <a:spcBef>
                <a:spcPts val="800"/>
              </a:spcBef>
              <a:spcAft>
                <a:spcPts val="0"/>
              </a:spcAft>
              <a:buSzPts val="2000"/>
              <a:buChar char="○"/>
              <a:defRPr sz="2000"/>
            </a:lvl8pPr>
            <a:lvl9pPr indent="-355600" lvl="8" marL="4114800" algn="l">
              <a:lnSpc>
                <a:spcPct val="115000"/>
              </a:lnSpc>
              <a:spcBef>
                <a:spcPts val="800"/>
              </a:spcBef>
              <a:spcAft>
                <a:spcPts val="800"/>
              </a:spcAft>
              <a:buSzPts val="2000"/>
              <a:buChar char="■"/>
              <a:defRPr sz="2000"/>
            </a:lvl9pPr>
          </a:lstStyle>
          <a:p/>
        </p:txBody>
      </p:sp>
      <p:sp>
        <p:nvSpPr>
          <p:cNvPr id="440" name="Google Shape;440;p59"/>
          <p:cNvSpPr txBox="1"/>
          <p:nvPr>
            <p:ph idx="2" type="body"/>
          </p:nvPr>
        </p:nvSpPr>
        <p:spPr>
          <a:xfrm>
            <a:off x="4199271" y="1553825"/>
            <a:ext cx="2932500" cy="2935800"/>
          </a:xfrm>
          <a:prstGeom prst="rect">
            <a:avLst/>
          </a:prstGeom>
          <a:noFill/>
          <a:ln>
            <a:noFill/>
          </a:ln>
        </p:spPr>
        <p:txBody>
          <a:bodyPr anchorCtr="0" anchor="t" bIns="0" lIns="0" spcFirstLastPara="1" rIns="0" wrap="square" tIns="0">
            <a:noAutofit/>
          </a:bodyPr>
          <a:lstStyle>
            <a:lvl1pPr indent="-355600" lvl="0" marL="457200" algn="l">
              <a:lnSpc>
                <a:spcPct val="115000"/>
              </a:lnSpc>
              <a:spcBef>
                <a:spcPts val="0"/>
              </a:spcBef>
              <a:spcAft>
                <a:spcPts val="0"/>
              </a:spcAft>
              <a:buSzPts val="2000"/>
              <a:buChar char="➢"/>
              <a:defRPr sz="2000"/>
            </a:lvl1pPr>
            <a:lvl2pPr indent="-355600" lvl="1" marL="914400" algn="l">
              <a:lnSpc>
                <a:spcPct val="115000"/>
              </a:lnSpc>
              <a:spcBef>
                <a:spcPts val="800"/>
              </a:spcBef>
              <a:spcAft>
                <a:spcPts val="0"/>
              </a:spcAft>
              <a:buSzPts val="2000"/>
              <a:buChar char="▻"/>
              <a:defRPr sz="2000"/>
            </a:lvl2pPr>
            <a:lvl3pPr indent="-355600" lvl="2" marL="1371600" algn="l">
              <a:lnSpc>
                <a:spcPct val="115000"/>
              </a:lnSpc>
              <a:spcBef>
                <a:spcPts val="800"/>
              </a:spcBef>
              <a:spcAft>
                <a:spcPts val="0"/>
              </a:spcAft>
              <a:buSzPts val="2000"/>
              <a:buChar char="■"/>
              <a:defRPr sz="2000"/>
            </a:lvl3pPr>
            <a:lvl4pPr indent="-355600" lvl="3" marL="1828800" algn="l">
              <a:lnSpc>
                <a:spcPct val="115000"/>
              </a:lnSpc>
              <a:spcBef>
                <a:spcPts val="800"/>
              </a:spcBef>
              <a:spcAft>
                <a:spcPts val="0"/>
              </a:spcAft>
              <a:buSzPts val="2000"/>
              <a:buChar char="●"/>
              <a:defRPr sz="2000"/>
            </a:lvl4pPr>
            <a:lvl5pPr indent="-355600" lvl="4" marL="2286000" algn="l">
              <a:lnSpc>
                <a:spcPct val="115000"/>
              </a:lnSpc>
              <a:spcBef>
                <a:spcPts val="800"/>
              </a:spcBef>
              <a:spcAft>
                <a:spcPts val="0"/>
              </a:spcAft>
              <a:buSzPts val="2000"/>
              <a:buChar char="○"/>
              <a:defRPr sz="2000"/>
            </a:lvl5pPr>
            <a:lvl6pPr indent="-355600" lvl="5" marL="2743200" algn="l">
              <a:lnSpc>
                <a:spcPct val="115000"/>
              </a:lnSpc>
              <a:spcBef>
                <a:spcPts val="800"/>
              </a:spcBef>
              <a:spcAft>
                <a:spcPts val="0"/>
              </a:spcAft>
              <a:buSzPts val="2000"/>
              <a:buChar char="■"/>
              <a:defRPr sz="2000"/>
            </a:lvl6pPr>
            <a:lvl7pPr indent="-355600" lvl="6" marL="3200400" algn="l">
              <a:lnSpc>
                <a:spcPct val="115000"/>
              </a:lnSpc>
              <a:spcBef>
                <a:spcPts val="800"/>
              </a:spcBef>
              <a:spcAft>
                <a:spcPts val="0"/>
              </a:spcAft>
              <a:buSzPts val="2000"/>
              <a:buChar char="●"/>
              <a:defRPr sz="2000"/>
            </a:lvl7pPr>
            <a:lvl8pPr indent="-355600" lvl="7" marL="3657600" algn="l">
              <a:lnSpc>
                <a:spcPct val="115000"/>
              </a:lnSpc>
              <a:spcBef>
                <a:spcPts val="800"/>
              </a:spcBef>
              <a:spcAft>
                <a:spcPts val="0"/>
              </a:spcAft>
              <a:buSzPts val="2000"/>
              <a:buChar char="○"/>
              <a:defRPr sz="2000"/>
            </a:lvl8pPr>
            <a:lvl9pPr indent="-355600" lvl="8" marL="4114800" algn="l">
              <a:lnSpc>
                <a:spcPct val="115000"/>
              </a:lnSpc>
              <a:spcBef>
                <a:spcPts val="800"/>
              </a:spcBef>
              <a:spcAft>
                <a:spcPts val="800"/>
              </a:spcAft>
              <a:buSzPts val="2000"/>
              <a:buChar char="■"/>
              <a:defRPr sz="2000"/>
            </a:lvl9pPr>
          </a:lstStyle>
          <a:p/>
        </p:txBody>
      </p:sp>
      <p:sp>
        <p:nvSpPr>
          <p:cNvPr id="441" name="Google Shape;441;p59"/>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9pPr>
          </a:lstStyle>
          <a:p>
            <a:pPr indent="0" lvl="0" marL="0" rtl="0" algn="ct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gradFill>
          <a:gsLst>
            <a:gs pos="0">
              <a:srgbClr val="A778C5"/>
            </a:gs>
            <a:gs pos="72000">
              <a:srgbClr val="F8C2C2"/>
            </a:gs>
            <a:gs pos="100000">
              <a:srgbClr val="FFE599"/>
            </a:gs>
          </a:gsLst>
          <a:lin ang="5400012" scaled="0"/>
        </a:gradFill>
      </p:bgPr>
    </p:bg>
    <p:spTree>
      <p:nvGrpSpPr>
        <p:cNvPr id="442" name="Shape 442"/>
        <p:cNvGrpSpPr/>
        <p:nvPr/>
      </p:nvGrpSpPr>
      <p:grpSpPr>
        <a:xfrm>
          <a:off x="0" y="0"/>
          <a:ext cx="0" cy="0"/>
          <a:chOff x="0" y="0"/>
          <a:chExt cx="0" cy="0"/>
        </a:xfrm>
      </p:grpSpPr>
      <p:grpSp>
        <p:nvGrpSpPr>
          <p:cNvPr id="443" name="Google Shape;443;p60"/>
          <p:cNvGrpSpPr/>
          <p:nvPr/>
        </p:nvGrpSpPr>
        <p:grpSpPr>
          <a:xfrm>
            <a:off x="-1" y="50550"/>
            <a:ext cx="10370866" cy="5287714"/>
            <a:chOff x="-1" y="50550"/>
            <a:chExt cx="10370866" cy="5287714"/>
          </a:xfrm>
        </p:grpSpPr>
        <p:sp>
          <p:nvSpPr>
            <p:cNvPr id="444" name="Google Shape;444;p60"/>
            <p:cNvSpPr/>
            <p:nvPr/>
          </p:nvSpPr>
          <p:spPr>
            <a:xfrm>
              <a:off x="8" y="2753964"/>
              <a:ext cx="4022282" cy="1727094"/>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5" name="Google Shape;445;p60"/>
            <p:cNvSpPr/>
            <p:nvPr/>
          </p:nvSpPr>
          <p:spPr>
            <a:xfrm>
              <a:off x="2934697" y="3638722"/>
              <a:ext cx="2412605" cy="1105172"/>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6" name="Google Shape;446;p60"/>
            <p:cNvSpPr/>
            <p:nvPr/>
          </p:nvSpPr>
          <p:spPr>
            <a:xfrm>
              <a:off x="4121250" y="3038789"/>
              <a:ext cx="2282313" cy="777338"/>
            </a:xfrm>
            <a:custGeom>
              <a:rect b="b" l="l" r="r" t="t"/>
              <a:pathLst>
                <a:path extrusionOk="0" h="977784" w="2870834">
                  <a:moveTo>
                    <a:pt x="2870835" y="977785"/>
                  </a:moveTo>
                  <a:cubicBezTo>
                    <a:pt x="2845943" y="605751"/>
                    <a:pt x="2524252" y="324312"/>
                    <a:pt x="2152206" y="349172"/>
                  </a:cubicBezTo>
                  <a:cubicBezTo>
                    <a:pt x="2121916" y="351192"/>
                    <a:pt x="2091817" y="355256"/>
                    <a:pt x="2062099" y="361326"/>
                  </a:cubicBezTo>
                  <a:cubicBezTo>
                    <a:pt x="1974025" y="87578"/>
                    <a:pt x="1680655" y="-62923"/>
                    <a:pt x="1406906" y="25176"/>
                  </a:cubicBezTo>
                  <a:cubicBezTo>
                    <a:pt x="1329372" y="50126"/>
                    <a:pt x="1258760" y="92925"/>
                    <a:pt x="1200785" y="150125"/>
                  </a:cubicBezTo>
                  <a:cubicBezTo>
                    <a:pt x="925068" y="68357"/>
                    <a:pt x="635318" y="225570"/>
                    <a:pt x="553530" y="501274"/>
                  </a:cubicBezTo>
                  <a:cubicBezTo>
                    <a:pt x="543623" y="534656"/>
                    <a:pt x="537084" y="568952"/>
                    <a:pt x="534035" y="603643"/>
                  </a:cubicBezTo>
                  <a:cubicBezTo>
                    <a:pt x="325882" y="529640"/>
                    <a:pt x="97092" y="638409"/>
                    <a:pt x="23114" y="846587"/>
                  </a:cubicBezTo>
                  <a:cubicBezTo>
                    <a:pt x="8128" y="888726"/>
                    <a:pt x="318" y="933068"/>
                    <a:pt x="0" y="97778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7" name="Google Shape;447;p60"/>
            <p:cNvSpPr/>
            <p:nvPr/>
          </p:nvSpPr>
          <p:spPr>
            <a:xfrm>
              <a:off x="4436987" y="3517239"/>
              <a:ext cx="3817064" cy="1638977"/>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8" name="Google Shape;448;p60"/>
            <p:cNvSpPr/>
            <p:nvPr/>
          </p:nvSpPr>
          <p:spPr>
            <a:xfrm>
              <a:off x="545777" y="4126981"/>
              <a:ext cx="2700819" cy="1029253"/>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9" name="Google Shape;449;p60"/>
            <p:cNvSpPr/>
            <p:nvPr/>
          </p:nvSpPr>
          <p:spPr>
            <a:xfrm flipH="1">
              <a:off x="-1" y="3517248"/>
              <a:ext cx="1483687" cy="67965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0" name="Google Shape;450;p60"/>
            <p:cNvSpPr/>
            <p:nvPr/>
          </p:nvSpPr>
          <p:spPr>
            <a:xfrm>
              <a:off x="6498024" y="3944922"/>
              <a:ext cx="3656211" cy="1393342"/>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1" name="Google Shape;451;p60"/>
            <p:cNvSpPr/>
            <p:nvPr/>
          </p:nvSpPr>
          <p:spPr>
            <a:xfrm flipH="1">
              <a:off x="6348583" y="2926377"/>
              <a:ext cx="4022282" cy="1727094"/>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52" name="Google Shape;452;p60"/>
            <p:cNvGrpSpPr/>
            <p:nvPr/>
          </p:nvGrpSpPr>
          <p:grpSpPr>
            <a:xfrm>
              <a:off x="352648" y="1966851"/>
              <a:ext cx="408036" cy="3176573"/>
              <a:chOff x="967895" y="415018"/>
              <a:chExt cx="628714" cy="4895319"/>
            </a:xfrm>
          </p:grpSpPr>
          <p:sp>
            <p:nvSpPr>
              <p:cNvPr id="453" name="Google Shape;453;p60"/>
              <p:cNvSpPr/>
              <p:nvPr/>
            </p:nvSpPr>
            <p:spPr>
              <a:xfrm>
                <a:off x="1207111" y="963637"/>
                <a:ext cx="150300" cy="43467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4" name="Google Shape;454;p60"/>
              <p:cNvGrpSpPr/>
              <p:nvPr/>
            </p:nvGrpSpPr>
            <p:grpSpPr>
              <a:xfrm>
                <a:off x="967895" y="415018"/>
                <a:ext cx="628714" cy="801374"/>
                <a:chOff x="1774126" y="766200"/>
                <a:chExt cx="1582467" cy="2017050"/>
              </a:xfrm>
            </p:grpSpPr>
            <p:sp>
              <p:nvSpPr>
                <p:cNvPr id="455" name="Google Shape;455;p60"/>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6" name="Google Shape;456;p60"/>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7" name="Google Shape;457;p60"/>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8" name="Google Shape;458;p60"/>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9" name="Google Shape;459;p60"/>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0" name="Google Shape;460;p60"/>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1" name="Google Shape;461;p60"/>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2" name="Google Shape;462;p60"/>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463" name="Google Shape;463;p60"/>
            <p:cNvGrpSpPr/>
            <p:nvPr/>
          </p:nvGrpSpPr>
          <p:grpSpPr>
            <a:xfrm>
              <a:off x="1127772" y="2922213"/>
              <a:ext cx="300714" cy="2221193"/>
              <a:chOff x="967895" y="415018"/>
              <a:chExt cx="628714" cy="4643931"/>
            </a:xfrm>
          </p:grpSpPr>
          <p:sp>
            <p:nvSpPr>
              <p:cNvPr id="464" name="Google Shape;464;p60"/>
              <p:cNvSpPr/>
              <p:nvPr/>
            </p:nvSpPr>
            <p:spPr>
              <a:xfrm>
                <a:off x="1207134" y="963649"/>
                <a:ext cx="150300" cy="40953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5" name="Google Shape;465;p60"/>
              <p:cNvGrpSpPr/>
              <p:nvPr/>
            </p:nvGrpSpPr>
            <p:grpSpPr>
              <a:xfrm>
                <a:off x="967895" y="415018"/>
                <a:ext cx="628714" cy="801374"/>
                <a:chOff x="1774126" y="766200"/>
                <a:chExt cx="1582467" cy="2017050"/>
              </a:xfrm>
            </p:grpSpPr>
            <p:sp>
              <p:nvSpPr>
                <p:cNvPr id="466" name="Google Shape;466;p60"/>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7" name="Google Shape;467;p60"/>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8" name="Google Shape;468;p60"/>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9" name="Google Shape;469;p60"/>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0" name="Google Shape;470;p60"/>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1" name="Google Shape;471;p60"/>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2" name="Google Shape;472;p60"/>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3" name="Google Shape;473;p60"/>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474" name="Google Shape;474;p60"/>
            <p:cNvGrpSpPr/>
            <p:nvPr/>
          </p:nvGrpSpPr>
          <p:grpSpPr>
            <a:xfrm>
              <a:off x="7817748" y="1079748"/>
              <a:ext cx="408036" cy="4063663"/>
              <a:chOff x="967895" y="415018"/>
              <a:chExt cx="628714" cy="6262387"/>
            </a:xfrm>
          </p:grpSpPr>
          <p:sp>
            <p:nvSpPr>
              <p:cNvPr id="475" name="Google Shape;475;p60"/>
              <p:cNvSpPr/>
              <p:nvPr/>
            </p:nvSpPr>
            <p:spPr>
              <a:xfrm>
                <a:off x="1207111" y="963605"/>
                <a:ext cx="150300" cy="57138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6" name="Google Shape;476;p60"/>
              <p:cNvGrpSpPr/>
              <p:nvPr/>
            </p:nvGrpSpPr>
            <p:grpSpPr>
              <a:xfrm>
                <a:off x="967895" y="415018"/>
                <a:ext cx="628714" cy="801374"/>
                <a:chOff x="1774126" y="766200"/>
                <a:chExt cx="1582467" cy="2017050"/>
              </a:xfrm>
            </p:grpSpPr>
            <p:sp>
              <p:nvSpPr>
                <p:cNvPr id="477" name="Google Shape;477;p60"/>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8" name="Google Shape;478;p60"/>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9" name="Google Shape;479;p60"/>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0" name="Google Shape;480;p60"/>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1" name="Google Shape;481;p60"/>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2" name="Google Shape;482;p60"/>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3" name="Google Shape;483;p60"/>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4" name="Google Shape;484;p60"/>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485" name="Google Shape;485;p60"/>
            <p:cNvGrpSpPr/>
            <p:nvPr/>
          </p:nvGrpSpPr>
          <p:grpSpPr>
            <a:xfrm>
              <a:off x="7200036" y="3718572"/>
              <a:ext cx="284493" cy="1424795"/>
              <a:chOff x="967895" y="415018"/>
              <a:chExt cx="628714" cy="3148718"/>
            </a:xfrm>
          </p:grpSpPr>
          <p:sp>
            <p:nvSpPr>
              <p:cNvPr id="486" name="Google Shape;486;p60"/>
              <p:cNvSpPr/>
              <p:nvPr/>
            </p:nvSpPr>
            <p:spPr>
              <a:xfrm>
                <a:off x="1207096" y="963636"/>
                <a:ext cx="150300" cy="26001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7" name="Google Shape;487;p60"/>
              <p:cNvGrpSpPr/>
              <p:nvPr/>
            </p:nvGrpSpPr>
            <p:grpSpPr>
              <a:xfrm>
                <a:off x="967895" y="415018"/>
                <a:ext cx="628714" cy="801374"/>
                <a:chOff x="1774126" y="766200"/>
                <a:chExt cx="1582467" cy="2017050"/>
              </a:xfrm>
            </p:grpSpPr>
            <p:sp>
              <p:nvSpPr>
                <p:cNvPr id="488" name="Google Shape;488;p60"/>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9" name="Google Shape;489;p60"/>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0" name="Google Shape;490;p60"/>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1" name="Google Shape;491;p60"/>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2" name="Google Shape;492;p60"/>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3" name="Google Shape;493;p60"/>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4" name="Google Shape;494;p60"/>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5" name="Google Shape;495;p60"/>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496" name="Google Shape;496;p60"/>
            <p:cNvGrpSpPr/>
            <p:nvPr/>
          </p:nvGrpSpPr>
          <p:grpSpPr>
            <a:xfrm>
              <a:off x="8299552" y="3133869"/>
              <a:ext cx="333219" cy="2017815"/>
              <a:chOff x="967895" y="415018"/>
              <a:chExt cx="628714" cy="3807197"/>
            </a:xfrm>
          </p:grpSpPr>
          <p:sp>
            <p:nvSpPr>
              <p:cNvPr id="497" name="Google Shape;497;p60"/>
              <p:cNvSpPr/>
              <p:nvPr/>
            </p:nvSpPr>
            <p:spPr>
              <a:xfrm>
                <a:off x="1207136" y="963615"/>
                <a:ext cx="150300" cy="32586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8" name="Google Shape;498;p60"/>
              <p:cNvGrpSpPr/>
              <p:nvPr/>
            </p:nvGrpSpPr>
            <p:grpSpPr>
              <a:xfrm>
                <a:off x="967895" y="415018"/>
                <a:ext cx="628714" cy="801374"/>
                <a:chOff x="1774126" y="766200"/>
                <a:chExt cx="1582467" cy="2017050"/>
              </a:xfrm>
            </p:grpSpPr>
            <p:sp>
              <p:nvSpPr>
                <p:cNvPr id="499" name="Google Shape;499;p60"/>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0" name="Google Shape;500;p60"/>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1" name="Google Shape;501;p60"/>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2" name="Google Shape;502;p60"/>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3" name="Google Shape;503;p60"/>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4" name="Google Shape;504;p60"/>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5" name="Google Shape;505;p60"/>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6" name="Google Shape;506;p60"/>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507" name="Google Shape;507;p60"/>
            <p:cNvGrpSpPr/>
            <p:nvPr/>
          </p:nvGrpSpPr>
          <p:grpSpPr>
            <a:xfrm>
              <a:off x="104275" y="50550"/>
              <a:ext cx="8948150" cy="772675"/>
              <a:chOff x="104275" y="50550"/>
              <a:chExt cx="8948150" cy="772675"/>
            </a:xfrm>
          </p:grpSpPr>
          <p:sp>
            <p:nvSpPr>
              <p:cNvPr id="508" name="Google Shape;508;p60"/>
              <p:cNvSpPr/>
              <p:nvPr/>
            </p:nvSpPr>
            <p:spPr>
              <a:xfrm>
                <a:off x="8694850" y="11432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09" name="Google Shape;509;p60"/>
              <p:cNvSpPr/>
              <p:nvPr/>
            </p:nvSpPr>
            <p:spPr>
              <a:xfrm>
                <a:off x="5156375" y="146713"/>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10" name="Google Shape;510;p60"/>
              <p:cNvSpPr/>
              <p:nvPr/>
            </p:nvSpPr>
            <p:spPr>
              <a:xfrm>
                <a:off x="7219963" y="349471"/>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11" name="Google Shape;511;p60"/>
              <p:cNvSpPr/>
              <p:nvPr/>
            </p:nvSpPr>
            <p:spPr>
              <a:xfrm>
                <a:off x="7252363" y="114324"/>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12" name="Google Shape;512;p60"/>
              <p:cNvSpPr/>
              <p:nvPr/>
            </p:nvSpPr>
            <p:spPr>
              <a:xfrm>
                <a:off x="7998675" y="226350"/>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13" name="Google Shape;513;p60"/>
              <p:cNvSpPr/>
              <p:nvPr/>
            </p:nvSpPr>
            <p:spPr>
              <a:xfrm>
                <a:off x="6352675" y="11432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14" name="Google Shape;514;p60"/>
              <p:cNvSpPr/>
              <p:nvPr/>
            </p:nvSpPr>
            <p:spPr>
              <a:xfrm>
                <a:off x="3736700" y="300700"/>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15" name="Google Shape;515;p60"/>
              <p:cNvSpPr/>
              <p:nvPr/>
            </p:nvSpPr>
            <p:spPr>
              <a:xfrm>
                <a:off x="2805625" y="300700"/>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16" name="Google Shape;516;p60"/>
              <p:cNvSpPr/>
              <p:nvPr/>
            </p:nvSpPr>
            <p:spPr>
              <a:xfrm>
                <a:off x="1913750" y="300700"/>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17" name="Google Shape;517;p60"/>
              <p:cNvSpPr/>
              <p:nvPr/>
            </p:nvSpPr>
            <p:spPr>
              <a:xfrm>
                <a:off x="3266675" y="11432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18" name="Google Shape;518;p60"/>
              <p:cNvSpPr/>
              <p:nvPr/>
            </p:nvSpPr>
            <p:spPr>
              <a:xfrm>
                <a:off x="262050" y="11432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19" name="Google Shape;519;p60"/>
              <p:cNvSpPr/>
              <p:nvPr/>
            </p:nvSpPr>
            <p:spPr>
              <a:xfrm>
                <a:off x="1279125" y="22082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20" name="Google Shape;520;p60"/>
              <p:cNvSpPr/>
              <p:nvPr/>
            </p:nvSpPr>
            <p:spPr>
              <a:xfrm>
                <a:off x="1055175" y="472350"/>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21" name="Google Shape;521;p60"/>
              <p:cNvSpPr/>
              <p:nvPr/>
            </p:nvSpPr>
            <p:spPr>
              <a:xfrm>
                <a:off x="872350" y="3523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60"/>
              <p:cNvSpPr/>
              <p:nvPr/>
            </p:nvSpPr>
            <p:spPr>
              <a:xfrm>
                <a:off x="7014788" y="2609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60"/>
              <p:cNvSpPr/>
              <p:nvPr/>
            </p:nvSpPr>
            <p:spPr>
              <a:xfrm>
                <a:off x="8777500" y="3199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60"/>
              <p:cNvSpPr/>
              <p:nvPr/>
            </p:nvSpPr>
            <p:spPr>
              <a:xfrm>
                <a:off x="4467225" y="1913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60"/>
              <p:cNvSpPr/>
              <p:nvPr/>
            </p:nvSpPr>
            <p:spPr>
              <a:xfrm>
                <a:off x="2601875" y="196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60"/>
              <p:cNvSpPr/>
              <p:nvPr/>
            </p:nvSpPr>
            <p:spPr>
              <a:xfrm>
                <a:off x="5288025" y="226350"/>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27" name="Google Shape;527;p60"/>
              <p:cNvSpPr/>
              <p:nvPr/>
            </p:nvSpPr>
            <p:spPr>
              <a:xfrm>
                <a:off x="5948425" y="38187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28" name="Google Shape;528;p60"/>
              <p:cNvSpPr/>
              <p:nvPr/>
            </p:nvSpPr>
            <p:spPr>
              <a:xfrm>
                <a:off x="9020025" y="41427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29" name="Google Shape;529;p60"/>
              <p:cNvSpPr/>
              <p:nvPr/>
            </p:nvSpPr>
            <p:spPr>
              <a:xfrm>
                <a:off x="1588200" y="50550"/>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30" name="Google Shape;530;p60"/>
              <p:cNvSpPr/>
              <p:nvPr/>
            </p:nvSpPr>
            <p:spPr>
              <a:xfrm>
                <a:off x="3636675" y="472350"/>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31" name="Google Shape;531;p60"/>
              <p:cNvSpPr/>
              <p:nvPr/>
            </p:nvSpPr>
            <p:spPr>
              <a:xfrm>
                <a:off x="104275" y="34947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32" name="Google Shape;532;p60"/>
              <p:cNvSpPr/>
              <p:nvPr/>
            </p:nvSpPr>
            <p:spPr>
              <a:xfrm>
                <a:off x="4558675" y="300700"/>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33" name="Google Shape;533;p60"/>
              <p:cNvSpPr/>
              <p:nvPr/>
            </p:nvSpPr>
            <p:spPr>
              <a:xfrm>
                <a:off x="6054325" y="29042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34" name="Google Shape;534;p60"/>
              <p:cNvSpPr/>
              <p:nvPr/>
            </p:nvSpPr>
            <p:spPr>
              <a:xfrm>
                <a:off x="8181475" y="29042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35" name="Google Shape;535;p60"/>
              <p:cNvSpPr/>
              <p:nvPr/>
            </p:nvSpPr>
            <p:spPr>
              <a:xfrm>
                <a:off x="6024800" y="442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60"/>
              <p:cNvSpPr/>
              <p:nvPr/>
            </p:nvSpPr>
            <p:spPr>
              <a:xfrm>
                <a:off x="2292625" y="63197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37" name="Google Shape;537;p60"/>
              <p:cNvSpPr/>
              <p:nvPr/>
            </p:nvSpPr>
            <p:spPr>
              <a:xfrm>
                <a:off x="5464400" y="71997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38" name="Google Shape;538;p60"/>
              <p:cNvSpPr/>
              <p:nvPr/>
            </p:nvSpPr>
            <p:spPr>
              <a:xfrm>
                <a:off x="294450" y="71997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39" name="Google Shape;539;p60"/>
              <p:cNvSpPr/>
              <p:nvPr/>
            </p:nvSpPr>
            <p:spPr>
              <a:xfrm>
                <a:off x="7822650" y="63197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40" name="Google Shape;540;p60"/>
              <p:cNvSpPr/>
              <p:nvPr/>
            </p:nvSpPr>
            <p:spPr>
              <a:xfrm>
                <a:off x="8583225" y="790825"/>
                <a:ext cx="32400" cy="32400"/>
              </a:xfrm>
              <a:prstGeom prst="ellipse">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grpSp>
      <p:sp>
        <p:nvSpPr>
          <p:cNvPr id="541" name="Google Shape;541;p60"/>
          <p:cNvSpPr txBox="1"/>
          <p:nvPr>
            <p:ph type="ctrTitle"/>
          </p:nvPr>
        </p:nvSpPr>
        <p:spPr>
          <a:xfrm>
            <a:off x="1632600" y="1673063"/>
            <a:ext cx="5878800" cy="13038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SzPts val="4800"/>
              <a:buNone/>
              <a:defRPr sz="4800"/>
            </a:lvl1pPr>
            <a:lvl2pPr lvl="1" algn="ctr">
              <a:lnSpc>
                <a:spcPct val="90000"/>
              </a:lnSpc>
              <a:spcBef>
                <a:spcPts val="0"/>
              </a:spcBef>
              <a:spcAft>
                <a:spcPts val="0"/>
              </a:spcAft>
              <a:buSzPts val="4800"/>
              <a:buNone/>
              <a:defRPr sz="4800"/>
            </a:lvl2pPr>
            <a:lvl3pPr lvl="2" algn="ctr">
              <a:lnSpc>
                <a:spcPct val="90000"/>
              </a:lnSpc>
              <a:spcBef>
                <a:spcPts val="0"/>
              </a:spcBef>
              <a:spcAft>
                <a:spcPts val="0"/>
              </a:spcAft>
              <a:buSzPts val="4800"/>
              <a:buNone/>
              <a:defRPr sz="4800"/>
            </a:lvl3pPr>
            <a:lvl4pPr lvl="3" algn="ctr">
              <a:lnSpc>
                <a:spcPct val="90000"/>
              </a:lnSpc>
              <a:spcBef>
                <a:spcPts val="0"/>
              </a:spcBef>
              <a:spcAft>
                <a:spcPts val="0"/>
              </a:spcAft>
              <a:buSzPts val="4800"/>
              <a:buNone/>
              <a:defRPr sz="4800"/>
            </a:lvl4pPr>
            <a:lvl5pPr lvl="4" algn="ctr">
              <a:lnSpc>
                <a:spcPct val="90000"/>
              </a:lnSpc>
              <a:spcBef>
                <a:spcPts val="0"/>
              </a:spcBef>
              <a:spcAft>
                <a:spcPts val="0"/>
              </a:spcAft>
              <a:buSzPts val="4800"/>
              <a:buNone/>
              <a:defRPr sz="4800"/>
            </a:lvl5pPr>
            <a:lvl6pPr lvl="5" algn="ctr">
              <a:lnSpc>
                <a:spcPct val="90000"/>
              </a:lnSpc>
              <a:spcBef>
                <a:spcPts val="0"/>
              </a:spcBef>
              <a:spcAft>
                <a:spcPts val="0"/>
              </a:spcAft>
              <a:buSzPts val="4800"/>
              <a:buNone/>
              <a:defRPr sz="4800"/>
            </a:lvl6pPr>
            <a:lvl7pPr lvl="6" algn="ctr">
              <a:lnSpc>
                <a:spcPct val="90000"/>
              </a:lnSpc>
              <a:spcBef>
                <a:spcPts val="0"/>
              </a:spcBef>
              <a:spcAft>
                <a:spcPts val="0"/>
              </a:spcAft>
              <a:buSzPts val="4800"/>
              <a:buNone/>
              <a:defRPr sz="4800"/>
            </a:lvl7pPr>
            <a:lvl8pPr lvl="7" algn="ctr">
              <a:lnSpc>
                <a:spcPct val="90000"/>
              </a:lnSpc>
              <a:spcBef>
                <a:spcPts val="0"/>
              </a:spcBef>
              <a:spcAft>
                <a:spcPts val="0"/>
              </a:spcAft>
              <a:buSzPts val="4800"/>
              <a:buNone/>
              <a:defRPr sz="4800"/>
            </a:lvl8pPr>
            <a:lvl9pPr lvl="8" algn="ctr">
              <a:lnSpc>
                <a:spcPct val="90000"/>
              </a:lnSpc>
              <a:spcBef>
                <a:spcPts val="0"/>
              </a:spcBef>
              <a:spcAft>
                <a:spcPts val="0"/>
              </a:spcAft>
              <a:buSzPts val="4800"/>
              <a:buNone/>
              <a:defRPr sz="4800"/>
            </a:lvl9pPr>
          </a:lstStyle>
          <a:p/>
        </p:txBody>
      </p:sp>
      <p:sp>
        <p:nvSpPr>
          <p:cNvPr id="542" name="Google Shape;542;p60"/>
          <p:cNvSpPr txBox="1"/>
          <p:nvPr>
            <p:ph idx="1" type="subTitle"/>
          </p:nvPr>
        </p:nvSpPr>
        <p:spPr>
          <a:xfrm>
            <a:off x="1632600" y="3073838"/>
            <a:ext cx="5878800" cy="3966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SzPts val="2200"/>
              <a:buNone/>
              <a:defRPr sz="2200"/>
            </a:lvl1pPr>
            <a:lvl2pPr lvl="1" algn="ctr">
              <a:lnSpc>
                <a:spcPct val="115000"/>
              </a:lnSpc>
              <a:spcBef>
                <a:spcPts val="800"/>
              </a:spcBef>
              <a:spcAft>
                <a:spcPts val="0"/>
              </a:spcAft>
              <a:buSzPts val="2800"/>
              <a:buNone/>
              <a:defRPr sz="2800"/>
            </a:lvl2pPr>
            <a:lvl3pPr lvl="2" algn="ctr">
              <a:lnSpc>
                <a:spcPct val="115000"/>
              </a:lnSpc>
              <a:spcBef>
                <a:spcPts val="800"/>
              </a:spcBef>
              <a:spcAft>
                <a:spcPts val="0"/>
              </a:spcAft>
              <a:buSzPts val="2800"/>
              <a:buNone/>
              <a:defRPr sz="2800"/>
            </a:lvl3pPr>
            <a:lvl4pPr lvl="3" algn="ctr">
              <a:lnSpc>
                <a:spcPct val="115000"/>
              </a:lnSpc>
              <a:spcBef>
                <a:spcPts val="800"/>
              </a:spcBef>
              <a:spcAft>
                <a:spcPts val="0"/>
              </a:spcAft>
              <a:buSzPts val="2800"/>
              <a:buNone/>
              <a:defRPr sz="2800"/>
            </a:lvl4pPr>
            <a:lvl5pPr lvl="4" algn="ctr">
              <a:lnSpc>
                <a:spcPct val="115000"/>
              </a:lnSpc>
              <a:spcBef>
                <a:spcPts val="800"/>
              </a:spcBef>
              <a:spcAft>
                <a:spcPts val="0"/>
              </a:spcAft>
              <a:buSzPts val="2800"/>
              <a:buNone/>
              <a:defRPr sz="2800"/>
            </a:lvl5pPr>
            <a:lvl6pPr lvl="5" algn="ctr">
              <a:lnSpc>
                <a:spcPct val="115000"/>
              </a:lnSpc>
              <a:spcBef>
                <a:spcPts val="800"/>
              </a:spcBef>
              <a:spcAft>
                <a:spcPts val="0"/>
              </a:spcAft>
              <a:buSzPts val="2800"/>
              <a:buNone/>
              <a:defRPr sz="2800"/>
            </a:lvl6pPr>
            <a:lvl7pPr lvl="6" algn="ctr">
              <a:lnSpc>
                <a:spcPct val="115000"/>
              </a:lnSpc>
              <a:spcBef>
                <a:spcPts val="800"/>
              </a:spcBef>
              <a:spcAft>
                <a:spcPts val="0"/>
              </a:spcAft>
              <a:buSzPts val="2800"/>
              <a:buNone/>
              <a:defRPr sz="2800"/>
            </a:lvl7pPr>
            <a:lvl8pPr lvl="7" algn="ctr">
              <a:lnSpc>
                <a:spcPct val="115000"/>
              </a:lnSpc>
              <a:spcBef>
                <a:spcPts val="800"/>
              </a:spcBef>
              <a:spcAft>
                <a:spcPts val="0"/>
              </a:spcAft>
              <a:buSzPts val="2800"/>
              <a:buNone/>
              <a:defRPr sz="2800"/>
            </a:lvl8pPr>
            <a:lvl9pPr lvl="8" algn="ctr">
              <a:lnSpc>
                <a:spcPct val="115000"/>
              </a:lnSpc>
              <a:spcBef>
                <a:spcPts val="800"/>
              </a:spcBef>
              <a:spcAft>
                <a:spcPts val="800"/>
              </a:spcAft>
              <a:buSzPts val="2800"/>
              <a:buNone/>
              <a:defRPr sz="2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3" name="Shape 543"/>
        <p:cNvGrpSpPr/>
        <p:nvPr/>
      </p:nvGrpSpPr>
      <p:grpSpPr>
        <a:xfrm>
          <a:off x="0" y="0"/>
          <a:ext cx="0" cy="0"/>
          <a:chOff x="0" y="0"/>
          <a:chExt cx="0" cy="0"/>
        </a:xfrm>
      </p:grpSpPr>
      <p:grpSp>
        <p:nvGrpSpPr>
          <p:cNvPr id="544" name="Google Shape;544;p61"/>
          <p:cNvGrpSpPr/>
          <p:nvPr/>
        </p:nvGrpSpPr>
        <p:grpSpPr>
          <a:xfrm>
            <a:off x="104275" y="50550"/>
            <a:ext cx="10266590" cy="5287714"/>
            <a:chOff x="104275" y="50550"/>
            <a:chExt cx="10266590" cy="5287714"/>
          </a:xfrm>
        </p:grpSpPr>
        <p:sp>
          <p:nvSpPr>
            <p:cNvPr id="545" name="Google Shape;545;p61"/>
            <p:cNvSpPr/>
            <p:nvPr/>
          </p:nvSpPr>
          <p:spPr>
            <a:xfrm>
              <a:off x="2444298" y="3856703"/>
              <a:ext cx="2558390" cy="1098526"/>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6" name="Google Shape;546;p61"/>
            <p:cNvSpPr/>
            <p:nvPr/>
          </p:nvSpPr>
          <p:spPr>
            <a:xfrm>
              <a:off x="5295333" y="4495140"/>
              <a:ext cx="1449771" cy="493781"/>
            </a:xfrm>
            <a:custGeom>
              <a:rect b="b" l="l" r="r" t="t"/>
              <a:pathLst>
                <a:path extrusionOk="0" h="977784" w="2870834">
                  <a:moveTo>
                    <a:pt x="2870835" y="977785"/>
                  </a:moveTo>
                  <a:cubicBezTo>
                    <a:pt x="2845943" y="605751"/>
                    <a:pt x="2524252" y="324312"/>
                    <a:pt x="2152206" y="349172"/>
                  </a:cubicBezTo>
                  <a:cubicBezTo>
                    <a:pt x="2121916" y="351192"/>
                    <a:pt x="2091817" y="355256"/>
                    <a:pt x="2062099" y="361326"/>
                  </a:cubicBezTo>
                  <a:cubicBezTo>
                    <a:pt x="1974025" y="87578"/>
                    <a:pt x="1680655" y="-62923"/>
                    <a:pt x="1406906" y="25176"/>
                  </a:cubicBezTo>
                  <a:cubicBezTo>
                    <a:pt x="1329372" y="50126"/>
                    <a:pt x="1258760" y="92925"/>
                    <a:pt x="1200785" y="150125"/>
                  </a:cubicBezTo>
                  <a:cubicBezTo>
                    <a:pt x="925068" y="68357"/>
                    <a:pt x="635318" y="225570"/>
                    <a:pt x="553530" y="501274"/>
                  </a:cubicBezTo>
                  <a:cubicBezTo>
                    <a:pt x="543623" y="534656"/>
                    <a:pt x="537084" y="568952"/>
                    <a:pt x="534035" y="603643"/>
                  </a:cubicBezTo>
                  <a:cubicBezTo>
                    <a:pt x="325882" y="529640"/>
                    <a:pt x="97092" y="638409"/>
                    <a:pt x="23114" y="846587"/>
                  </a:cubicBezTo>
                  <a:cubicBezTo>
                    <a:pt x="8128" y="888726"/>
                    <a:pt x="318" y="933068"/>
                    <a:pt x="0" y="97778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 name="Google Shape;547;p61"/>
            <p:cNvSpPr/>
            <p:nvPr/>
          </p:nvSpPr>
          <p:spPr>
            <a:xfrm>
              <a:off x="4159304" y="3962484"/>
              <a:ext cx="1535294" cy="70329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 name="Google Shape;548;p61"/>
            <p:cNvSpPr/>
            <p:nvPr/>
          </p:nvSpPr>
          <p:spPr>
            <a:xfrm>
              <a:off x="4832518" y="3687079"/>
              <a:ext cx="3420308" cy="1468618"/>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9" name="Google Shape;549;p61"/>
            <p:cNvSpPr/>
            <p:nvPr/>
          </p:nvSpPr>
          <p:spPr>
            <a:xfrm>
              <a:off x="2867782" y="4501768"/>
              <a:ext cx="1717868" cy="654661"/>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0" name="Google Shape;550;p61"/>
            <p:cNvSpPr/>
            <p:nvPr/>
          </p:nvSpPr>
          <p:spPr>
            <a:xfrm flipH="1">
              <a:off x="2057325" y="4709438"/>
              <a:ext cx="941819" cy="43143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 name="Google Shape;551;p61"/>
            <p:cNvSpPr/>
            <p:nvPr/>
          </p:nvSpPr>
          <p:spPr>
            <a:xfrm>
              <a:off x="6498024" y="3944922"/>
              <a:ext cx="3656211" cy="1393342"/>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 name="Google Shape;552;p61"/>
            <p:cNvSpPr/>
            <p:nvPr/>
          </p:nvSpPr>
          <p:spPr>
            <a:xfrm flipH="1">
              <a:off x="6348583" y="2926377"/>
              <a:ext cx="4022282" cy="1727094"/>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FFFFFF">
                    <a:alpha val="49019"/>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53" name="Google Shape;553;p61"/>
            <p:cNvGrpSpPr/>
            <p:nvPr/>
          </p:nvGrpSpPr>
          <p:grpSpPr>
            <a:xfrm>
              <a:off x="7817748" y="1079748"/>
              <a:ext cx="408036" cy="4063663"/>
              <a:chOff x="967895" y="415018"/>
              <a:chExt cx="628714" cy="6262387"/>
            </a:xfrm>
          </p:grpSpPr>
          <p:sp>
            <p:nvSpPr>
              <p:cNvPr id="554" name="Google Shape;554;p61"/>
              <p:cNvSpPr/>
              <p:nvPr/>
            </p:nvSpPr>
            <p:spPr>
              <a:xfrm>
                <a:off x="1207111" y="963605"/>
                <a:ext cx="150300" cy="57138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55" name="Google Shape;555;p61"/>
              <p:cNvGrpSpPr/>
              <p:nvPr/>
            </p:nvGrpSpPr>
            <p:grpSpPr>
              <a:xfrm>
                <a:off x="967895" y="415018"/>
                <a:ext cx="628714" cy="801374"/>
                <a:chOff x="1774126" y="766200"/>
                <a:chExt cx="1582467" cy="2017050"/>
              </a:xfrm>
            </p:grpSpPr>
            <p:sp>
              <p:nvSpPr>
                <p:cNvPr id="556" name="Google Shape;556;p61"/>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7" name="Google Shape;557;p61"/>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8" name="Google Shape;558;p61"/>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9" name="Google Shape;559;p61"/>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 name="Google Shape;560;p61"/>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 name="Google Shape;561;p61"/>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2" name="Google Shape;562;p61"/>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3" name="Google Shape;563;p61"/>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564" name="Google Shape;564;p61"/>
            <p:cNvGrpSpPr/>
            <p:nvPr/>
          </p:nvGrpSpPr>
          <p:grpSpPr>
            <a:xfrm>
              <a:off x="7200036" y="3718572"/>
              <a:ext cx="284493" cy="1424795"/>
              <a:chOff x="967895" y="415018"/>
              <a:chExt cx="628714" cy="3148718"/>
            </a:xfrm>
          </p:grpSpPr>
          <p:sp>
            <p:nvSpPr>
              <p:cNvPr id="565" name="Google Shape;565;p61"/>
              <p:cNvSpPr/>
              <p:nvPr/>
            </p:nvSpPr>
            <p:spPr>
              <a:xfrm>
                <a:off x="1207096" y="963636"/>
                <a:ext cx="150300" cy="26001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6" name="Google Shape;566;p61"/>
              <p:cNvGrpSpPr/>
              <p:nvPr/>
            </p:nvGrpSpPr>
            <p:grpSpPr>
              <a:xfrm>
                <a:off x="967895" y="415018"/>
                <a:ext cx="628714" cy="801374"/>
                <a:chOff x="1774126" y="766200"/>
                <a:chExt cx="1582467" cy="2017050"/>
              </a:xfrm>
            </p:grpSpPr>
            <p:sp>
              <p:nvSpPr>
                <p:cNvPr id="567" name="Google Shape;567;p61"/>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8" name="Google Shape;568;p61"/>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9" name="Google Shape;569;p61"/>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0" name="Google Shape;570;p61"/>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1" name="Google Shape;571;p61"/>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2" name="Google Shape;572;p61"/>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3" name="Google Shape;573;p61"/>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4" name="Google Shape;574;p61"/>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575" name="Google Shape;575;p61"/>
            <p:cNvGrpSpPr/>
            <p:nvPr/>
          </p:nvGrpSpPr>
          <p:grpSpPr>
            <a:xfrm>
              <a:off x="8299552" y="3133869"/>
              <a:ext cx="333219" cy="2017815"/>
              <a:chOff x="967895" y="415018"/>
              <a:chExt cx="628714" cy="3807197"/>
            </a:xfrm>
          </p:grpSpPr>
          <p:sp>
            <p:nvSpPr>
              <p:cNvPr id="576" name="Google Shape;576;p61"/>
              <p:cNvSpPr/>
              <p:nvPr/>
            </p:nvSpPr>
            <p:spPr>
              <a:xfrm>
                <a:off x="1207136" y="963615"/>
                <a:ext cx="150300" cy="3258600"/>
              </a:xfrm>
              <a:prstGeom prst="trapezoid">
                <a:avLst>
                  <a:gd fmla="val 25183" name="adj"/>
                </a:avLst>
              </a:prstGeom>
              <a:gradFill>
                <a:gsLst>
                  <a:gs pos="0">
                    <a:srgbClr val="FFFFFF">
                      <a:alpha val="14901"/>
                    </a:srgbClr>
                  </a:gs>
                  <a:gs pos="100000">
                    <a:srgbClr val="FFFFFF">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77" name="Google Shape;577;p61"/>
              <p:cNvGrpSpPr/>
              <p:nvPr/>
            </p:nvGrpSpPr>
            <p:grpSpPr>
              <a:xfrm>
                <a:off x="967895" y="415018"/>
                <a:ext cx="628714" cy="801374"/>
                <a:chOff x="1774126" y="766200"/>
                <a:chExt cx="1582467" cy="2017050"/>
              </a:xfrm>
            </p:grpSpPr>
            <p:sp>
              <p:nvSpPr>
                <p:cNvPr id="578" name="Google Shape;578;p61"/>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9" name="Google Shape;579;p61"/>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0" name="Google Shape;580;p61"/>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1" name="Google Shape;581;p61"/>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2" name="Google Shape;582;p61"/>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3" name="Google Shape;583;p61"/>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4" name="Google Shape;584;p61"/>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5" name="Google Shape;585;p61"/>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586" name="Google Shape;586;p61"/>
            <p:cNvGrpSpPr/>
            <p:nvPr/>
          </p:nvGrpSpPr>
          <p:grpSpPr>
            <a:xfrm>
              <a:off x="104275" y="50550"/>
              <a:ext cx="8948150" cy="772675"/>
              <a:chOff x="104275" y="50550"/>
              <a:chExt cx="8948150" cy="772675"/>
            </a:xfrm>
          </p:grpSpPr>
          <p:sp>
            <p:nvSpPr>
              <p:cNvPr id="587" name="Google Shape;587;p61"/>
              <p:cNvSpPr/>
              <p:nvPr/>
            </p:nvSpPr>
            <p:spPr>
              <a:xfrm>
                <a:off x="86948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88" name="Google Shape;588;p61"/>
              <p:cNvSpPr/>
              <p:nvPr/>
            </p:nvSpPr>
            <p:spPr>
              <a:xfrm>
                <a:off x="5156375" y="146713"/>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89" name="Google Shape;589;p61"/>
              <p:cNvSpPr/>
              <p:nvPr/>
            </p:nvSpPr>
            <p:spPr>
              <a:xfrm>
                <a:off x="7219963" y="349471"/>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0" name="Google Shape;590;p61"/>
              <p:cNvSpPr/>
              <p:nvPr/>
            </p:nvSpPr>
            <p:spPr>
              <a:xfrm>
                <a:off x="7252363" y="114324"/>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1" name="Google Shape;591;p61"/>
              <p:cNvSpPr/>
              <p:nvPr/>
            </p:nvSpPr>
            <p:spPr>
              <a:xfrm>
                <a:off x="7998675" y="22635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2" name="Google Shape;592;p61"/>
              <p:cNvSpPr/>
              <p:nvPr/>
            </p:nvSpPr>
            <p:spPr>
              <a:xfrm>
                <a:off x="6352675"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3" name="Google Shape;593;p61"/>
              <p:cNvSpPr/>
              <p:nvPr/>
            </p:nvSpPr>
            <p:spPr>
              <a:xfrm>
                <a:off x="373670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4" name="Google Shape;594;p61"/>
              <p:cNvSpPr/>
              <p:nvPr/>
            </p:nvSpPr>
            <p:spPr>
              <a:xfrm>
                <a:off x="2805625"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5" name="Google Shape;595;p61"/>
              <p:cNvSpPr/>
              <p:nvPr/>
            </p:nvSpPr>
            <p:spPr>
              <a:xfrm>
                <a:off x="191375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6" name="Google Shape;596;p61"/>
              <p:cNvSpPr/>
              <p:nvPr/>
            </p:nvSpPr>
            <p:spPr>
              <a:xfrm>
                <a:off x="3266675" y="1143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7" name="Google Shape;597;p61"/>
              <p:cNvSpPr/>
              <p:nvPr/>
            </p:nvSpPr>
            <p:spPr>
              <a:xfrm>
                <a:off x="2620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8" name="Google Shape;598;p61"/>
              <p:cNvSpPr/>
              <p:nvPr/>
            </p:nvSpPr>
            <p:spPr>
              <a:xfrm>
                <a:off x="1279125" y="2208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9" name="Google Shape;599;p61"/>
              <p:cNvSpPr/>
              <p:nvPr/>
            </p:nvSpPr>
            <p:spPr>
              <a:xfrm>
                <a:off x="10551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00" name="Google Shape;600;p61"/>
              <p:cNvSpPr/>
              <p:nvPr/>
            </p:nvSpPr>
            <p:spPr>
              <a:xfrm>
                <a:off x="872350" y="3523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61"/>
              <p:cNvSpPr/>
              <p:nvPr/>
            </p:nvSpPr>
            <p:spPr>
              <a:xfrm>
                <a:off x="7014788" y="2609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61"/>
              <p:cNvSpPr/>
              <p:nvPr/>
            </p:nvSpPr>
            <p:spPr>
              <a:xfrm>
                <a:off x="8777500" y="3199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61"/>
              <p:cNvSpPr/>
              <p:nvPr/>
            </p:nvSpPr>
            <p:spPr>
              <a:xfrm>
                <a:off x="4467225" y="1913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61"/>
              <p:cNvSpPr/>
              <p:nvPr/>
            </p:nvSpPr>
            <p:spPr>
              <a:xfrm>
                <a:off x="2601875" y="196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61"/>
              <p:cNvSpPr/>
              <p:nvPr/>
            </p:nvSpPr>
            <p:spPr>
              <a:xfrm>
                <a:off x="5288025" y="226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06" name="Google Shape;606;p61"/>
              <p:cNvSpPr/>
              <p:nvPr/>
            </p:nvSpPr>
            <p:spPr>
              <a:xfrm>
                <a:off x="5948425" y="3818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07" name="Google Shape;607;p61"/>
              <p:cNvSpPr/>
              <p:nvPr/>
            </p:nvSpPr>
            <p:spPr>
              <a:xfrm>
                <a:off x="9020025" y="4142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08" name="Google Shape;608;p61"/>
              <p:cNvSpPr/>
              <p:nvPr/>
            </p:nvSpPr>
            <p:spPr>
              <a:xfrm>
                <a:off x="1588200" y="505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09" name="Google Shape;609;p61"/>
              <p:cNvSpPr/>
              <p:nvPr/>
            </p:nvSpPr>
            <p:spPr>
              <a:xfrm>
                <a:off x="36366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10" name="Google Shape;610;p61"/>
              <p:cNvSpPr/>
              <p:nvPr/>
            </p:nvSpPr>
            <p:spPr>
              <a:xfrm>
                <a:off x="104275" y="3494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11" name="Google Shape;611;p61"/>
              <p:cNvSpPr/>
              <p:nvPr/>
            </p:nvSpPr>
            <p:spPr>
              <a:xfrm>
                <a:off x="4558675" y="30070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12" name="Google Shape;612;p61"/>
              <p:cNvSpPr/>
              <p:nvPr/>
            </p:nvSpPr>
            <p:spPr>
              <a:xfrm>
                <a:off x="6054325" y="2904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13" name="Google Shape;613;p61"/>
              <p:cNvSpPr/>
              <p:nvPr/>
            </p:nvSpPr>
            <p:spPr>
              <a:xfrm>
                <a:off x="8181475" y="2904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14" name="Google Shape;614;p61"/>
              <p:cNvSpPr/>
              <p:nvPr/>
            </p:nvSpPr>
            <p:spPr>
              <a:xfrm>
                <a:off x="6024800" y="442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61"/>
              <p:cNvSpPr/>
              <p:nvPr/>
            </p:nvSpPr>
            <p:spPr>
              <a:xfrm>
                <a:off x="2292625" y="631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16" name="Google Shape;616;p61"/>
              <p:cNvSpPr/>
              <p:nvPr/>
            </p:nvSpPr>
            <p:spPr>
              <a:xfrm>
                <a:off x="546440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17" name="Google Shape;617;p61"/>
              <p:cNvSpPr/>
              <p:nvPr/>
            </p:nvSpPr>
            <p:spPr>
              <a:xfrm>
                <a:off x="29445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18" name="Google Shape;618;p61"/>
              <p:cNvSpPr/>
              <p:nvPr/>
            </p:nvSpPr>
            <p:spPr>
              <a:xfrm>
                <a:off x="7822650" y="6319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19" name="Google Shape;619;p61"/>
              <p:cNvSpPr/>
              <p:nvPr/>
            </p:nvSpPr>
            <p:spPr>
              <a:xfrm>
                <a:off x="8583225" y="7908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grpSp>
      <p:sp>
        <p:nvSpPr>
          <p:cNvPr id="620" name="Google Shape;620;p61"/>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200"/>
              <a:buNone/>
              <a:defRPr/>
            </a:lvl1pPr>
            <a:lvl2pPr lvl="1" algn="l">
              <a:lnSpc>
                <a:spcPct val="90000"/>
              </a:lnSpc>
              <a:spcBef>
                <a:spcPts val="0"/>
              </a:spcBef>
              <a:spcAft>
                <a:spcPts val="0"/>
              </a:spcAft>
              <a:buSzPts val="3200"/>
              <a:buNone/>
              <a:defRPr/>
            </a:lvl2pPr>
            <a:lvl3pPr lvl="2" algn="l">
              <a:lnSpc>
                <a:spcPct val="90000"/>
              </a:lnSpc>
              <a:spcBef>
                <a:spcPts val="0"/>
              </a:spcBef>
              <a:spcAft>
                <a:spcPts val="0"/>
              </a:spcAft>
              <a:buSzPts val="3200"/>
              <a:buNone/>
              <a:defRPr/>
            </a:lvl3pPr>
            <a:lvl4pPr lvl="3" algn="l">
              <a:lnSpc>
                <a:spcPct val="90000"/>
              </a:lnSpc>
              <a:spcBef>
                <a:spcPts val="0"/>
              </a:spcBef>
              <a:spcAft>
                <a:spcPts val="0"/>
              </a:spcAft>
              <a:buSzPts val="3200"/>
              <a:buNone/>
              <a:defRPr/>
            </a:lvl4pPr>
            <a:lvl5pPr lvl="4" algn="l">
              <a:lnSpc>
                <a:spcPct val="90000"/>
              </a:lnSpc>
              <a:spcBef>
                <a:spcPts val="0"/>
              </a:spcBef>
              <a:spcAft>
                <a:spcPts val="0"/>
              </a:spcAft>
              <a:buSzPts val="3200"/>
              <a:buNone/>
              <a:defRPr/>
            </a:lvl5pPr>
            <a:lvl6pPr lvl="5" algn="l">
              <a:lnSpc>
                <a:spcPct val="90000"/>
              </a:lnSpc>
              <a:spcBef>
                <a:spcPts val="0"/>
              </a:spcBef>
              <a:spcAft>
                <a:spcPts val="0"/>
              </a:spcAft>
              <a:buSzPts val="3200"/>
              <a:buNone/>
              <a:defRPr/>
            </a:lvl6pPr>
            <a:lvl7pPr lvl="6" algn="l">
              <a:lnSpc>
                <a:spcPct val="90000"/>
              </a:lnSpc>
              <a:spcBef>
                <a:spcPts val="0"/>
              </a:spcBef>
              <a:spcAft>
                <a:spcPts val="0"/>
              </a:spcAft>
              <a:buSzPts val="3200"/>
              <a:buNone/>
              <a:defRPr/>
            </a:lvl7pPr>
            <a:lvl8pPr lvl="7" algn="l">
              <a:lnSpc>
                <a:spcPct val="90000"/>
              </a:lnSpc>
              <a:spcBef>
                <a:spcPts val="0"/>
              </a:spcBef>
              <a:spcAft>
                <a:spcPts val="0"/>
              </a:spcAft>
              <a:buSzPts val="3200"/>
              <a:buNone/>
              <a:defRPr/>
            </a:lvl8pPr>
            <a:lvl9pPr lvl="8" algn="l">
              <a:lnSpc>
                <a:spcPct val="90000"/>
              </a:lnSpc>
              <a:spcBef>
                <a:spcPts val="0"/>
              </a:spcBef>
              <a:spcAft>
                <a:spcPts val="0"/>
              </a:spcAft>
              <a:buSzPts val="3200"/>
              <a:buNone/>
              <a:defRPr/>
            </a:lvl9pPr>
          </a:lstStyle>
          <a:p/>
        </p:txBody>
      </p:sp>
      <p:sp>
        <p:nvSpPr>
          <p:cNvPr id="621" name="Google Shape;621;p61"/>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9pPr>
          </a:lstStyle>
          <a:p>
            <a:pPr indent="0" lvl="0" marL="0" rtl="0" algn="ct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gradFill>
          <a:gsLst>
            <a:gs pos="0">
              <a:schemeClr val="dk1"/>
            </a:gs>
            <a:gs pos="67000">
              <a:schemeClr val="accent1"/>
            </a:gs>
            <a:gs pos="100000">
              <a:srgbClr val="B4A7D6"/>
            </a:gs>
          </a:gsLst>
          <a:lin ang="5400012" scaled="0"/>
        </a:gradFill>
      </p:bgPr>
    </p:bg>
    <p:spTree>
      <p:nvGrpSpPr>
        <p:cNvPr id="622" name="Shape 622"/>
        <p:cNvGrpSpPr/>
        <p:nvPr/>
      </p:nvGrpSpPr>
      <p:grpSpPr>
        <a:xfrm>
          <a:off x="0" y="0"/>
          <a:ext cx="0" cy="0"/>
          <a:chOff x="0" y="0"/>
          <a:chExt cx="0" cy="0"/>
        </a:xfrm>
      </p:grpSpPr>
      <p:grpSp>
        <p:nvGrpSpPr>
          <p:cNvPr id="623" name="Google Shape;623;p62"/>
          <p:cNvGrpSpPr/>
          <p:nvPr/>
        </p:nvGrpSpPr>
        <p:grpSpPr>
          <a:xfrm>
            <a:off x="-1" y="50550"/>
            <a:ext cx="10370866" cy="5287714"/>
            <a:chOff x="-1" y="50550"/>
            <a:chExt cx="10370866" cy="5287714"/>
          </a:xfrm>
        </p:grpSpPr>
        <p:sp>
          <p:nvSpPr>
            <p:cNvPr id="624" name="Google Shape;624;p62"/>
            <p:cNvSpPr/>
            <p:nvPr/>
          </p:nvSpPr>
          <p:spPr>
            <a:xfrm>
              <a:off x="8" y="2753964"/>
              <a:ext cx="4022282" cy="1727094"/>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C5E0FE">
                    <a:alpha val="32941"/>
                  </a:srgbClr>
                </a:gs>
                <a:gs pos="100000">
                  <a:srgbClr val="6D9EEB">
                    <a:alpha val="0"/>
                  </a:srgbClr>
                </a:gs>
              </a:gsLst>
              <a:lin ang="54007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5" name="Google Shape;625;p62"/>
            <p:cNvSpPr/>
            <p:nvPr/>
          </p:nvSpPr>
          <p:spPr>
            <a:xfrm>
              <a:off x="2934697" y="3638722"/>
              <a:ext cx="2412605" cy="1105172"/>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C5E0FE">
                    <a:alpha val="32941"/>
                  </a:srgbClr>
                </a:gs>
                <a:gs pos="100000">
                  <a:srgbClr val="6D9EEB">
                    <a:alpha val="0"/>
                  </a:srgbClr>
                </a:gs>
              </a:gsLst>
              <a:lin ang="54007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6" name="Google Shape;626;p62"/>
            <p:cNvSpPr/>
            <p:nvPr/>
          </p:nvSpPr>
          <p:spPr>
            <a:xfrm>
              <a:off x="4121250" y="3038789"/>
              <a:ext cx="2282313" cy="777338"/>
            </a:xfrm>
            <a:custGeom>
              <a:rect b="b" l="l" r="r" t="t"/>
              <a:pathLst>
                <a:path extrusionOk="0" h="977784" w="2870834">
                  <a:moveTo>
                    <a:pt x="2870835" y="977785"/>
                  </a:moveTo>
                  <a:cubicBezTo>
                    <a:pt x="2845943" y="605751"/>
                    <a:pt x="2524252" y="324312"/>
                    <a:pt x="2152206" y="349172"/>
                  </a:cubicBezTo>
                  <a:cubicBezTo>
                    <a:pt x="2121916" y="351192"/>
                    <a:pt x="2091817" y="355256"/>
                    <a:pt x="2062099" y="361326"/>
                  </a:cubicBezTo>
                  <a:cubicBezTo>
                    <a:pt x="1974025" y="87578"/>
                    <a:pt x="1680655" y="-62923"/>
                    <a:pt x="1406906" y="25176"/>
                  </a:cubicBezTo>
                  <a:cubicBezTo>
                    <a:pt x="1329372" y="50126"/>
                    <a:pt x="1258760" y="92925"/>
                    <a:pt x="1200785" y="150125"/>
                  </a:cubicBezTo>
                  <a:cubicBezTo>
                    <a:pt x="925068" y="68357"/>
                    <a:pt x="635318" y="225570"/>
                    <a:pt x="553530" y="501274"/>
                  </a:cubicBezTo>
                  <a:cubicBezTo>
                    <a:pt x="543623" y="534656"/>
                    <a:pt x="537084" y="568952"/>
                    <a:pt x="534035" y="603643"/>
                  </a:cubicBezTo>
                  <a:cubicBezTo>
                    <a:pt x="325882" y="529640"/>
                    <a:pt x="97092" y="638409"/>
                    <a:pt x="23114" y="846587"/>
                  </a:cubicBezTo>
                  <a:cubicBezTo>
                    <a:pt x="8128" y="888726"/>
                    <a:pt x="318" y="933068"/>
                    <a:pt x="0" y="977785"/>
                  </a:cubicBezTo>
                  <a:close/>
                </a:path>
              </a:pathLst>
            </a:custGeom>
            <a:gradFill>
              <a:gsLst>
                <a:gs pos="0">
                  <a:srgbClr val="C5E0FE">
                    <a:alpha val="32941"/>
                  </a:srgbClr>
                </a:gs>
                <a:gs pos="100000">
                  <a:srgbClr val="6D9EEB">
                    <a:alpha val="0"/>
                  </a:srgbClr>
                </a:gs>
              </a:gsLst>
              <a:lin ang="54007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7" name="Google Shape;627;p62"/>
            <p:cNvSpPr/>
            <p:nvPr/>
          </p:nvSpPr>
          <p:spPr>
            <a:xfrm>
              <a:off x="4436987" y="3517239"/>
              <a:ext cx="3817064" cy="1638977"/>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C5E0FE">
                    <a:alpha val="32941"/>
                  </a:srgbClr>
                </a:gs>
                <a:gs pos="100000">
                  <a:srgbClr val="6D9EEB">
                    <a:alpha val="0"/>
                  </a:srgbClr>
                </a:gs>
              </a:gsLst>
              <a:lin ang="54007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8" name="Google Shape;628;p62"/>
            <p:cNvSpPr/>
            <p:nvPr/>
          </p:nvSpPr>
          <p:spPr>
            <a:xfrm>
              <a:off x="545777" y="4126981"/>
              <a:ext cx="2700819" cy="1029253"/>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C5E0FE">
                    <a:alpha val="32941"/>
                  </a:srgbClr>
                </a:gs>
                <a:gs pos="100000">
                  <a:srgbClr val="6D9EEB">
                    <a:alpha val="0"/>
                  </a:srgbClr>
                </a:gs>
              </a:gsLst>
              <a:lin ang="54007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9" name="Google Shape;629;p62"/>
            <p:cNvSpPr/>
            <p:nvPr/>
          </p:nvSpPr>
          <p:spPr>
            <a:xfrm flipH="1">
              <a:off x="-1" y="3517248"/>
              <a:ext cx="1483687" cy="679651"/>
            </a:xfrm>
            <a:custGeom>
              <a:rect b="b" l="l" r="r" t="t"/>
              <a:pathLst>
                <a:path extrusionOk="0" h="1182002" w="2580326">
                  <a:moveTo>
                    <a:pt x="2518156" y="1182003"/>
                  </a:moveTo>
                  <a:cubicBezTo>
                    <a:pt x="2695257" y="740671"/>
                    <a:pt x="2481072" y="239313"/>
                    <a:pt x="2039747" y="62186"/>
                  </a:cubicBezTo>
                  <a:cubicBezTo>
                    <a:pt x="1598422" y="-114941"/>
                    <a:pt x="1097089" y="99239"/>
                    <a:pt x="919925" y="540570"/>
                  </a:cubicBezTo>
                  <a:cubicBezTo>
                    <a:pt x="906018" y="575279"/>
                    <a:pt x="894397" y="610858"/>
                    <a:pt x="885063" y="647079"/>
                  </a:cubicBezTo>
                  <a:cubicBezTo>
                    <a:pt x="557213" y="511557"/>
                    <a:pt x="181546" y="667475"/>
                    <a:pt x="46038" y="995338"/>
                  </a:cubicBezTo>
                  <a:cubicBezTo>
                    <a:pt x="21399" y="1054901"/>
                    <a:pt x="5905" y="1117823"/>
                    <a:pt x="0" y="1182003"/>
                  </a:cubicBezTo>
                  <a:close/>
                </a:path>
              </a:pathLst>
            </a:custGeom>
            <a:gradFill>
              <a:gsLst>
                <a:gs pos="0">
                  <a:srgbClr val="C5E0FE">
                    <a:alpha val="32941"/>
                  </a:srgbClr>
                </a:gs>
                <a:gs pos="100000">
                  <a:srgbClr val="6D9EEB">
                    <a:alpha val="0"/>
                  </a:srgbClr>
                </a:gs>
              </a:gsLst>
              <a:lin ang="54007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0" name="Google Shape;630;p62"/>
            <p:cNvSpPr/>
            <p:nvPr/>
          </p:nvSpPr>
          <p:spPr>
            <a:xfrm>
              <a:off x="6498024" y="3944922"/>
              <a:ext cx="3656211" cy="1393342"/>
            </a:xfrm>
            <a:custGeom>
              <a:rect b="b" l="l" r="r" t="t"/>
              <a:pathLst>
                <a:path extrusionOk="0" h="1400344" w="3674584">
                  <a:moveTo>
                    <a:pt x="3674585" y="1400345"/>
                  </a:moveTo>
                  <a:cubicBezTo>
                    <a:pt x="3663789" y="1096548"/>
                    <a:pt x="3408773" y="859033"/>
                    <a:pt x="3104926" y="869834"/>
                  </a:cubicBezTo>
                  <a:cubicBezTo>
                    <a:pt x="3067460" y="871168"/>
                    <a:pt x="3030250" y="876324"/>
                    <a:pt x="2993801" y="885233"/>
                  </a:cubicBezTo>
                  <a:cubicBezTo>
                    <a:pt x="2942556" y="347585"/>
                    <a:pt x="2465220" y="-46744"/>
                    <a:pt x="1927572" y="4475"/>
                  </a:cubicBezTo>
                  <a:cubicBezTo>
                    <a:pt x="1581262" y="37463"/>
                    <a:pt x="1278551" y="251947"/>
                    <a:pt x="1132616" y="567733"/>
                  </a:cubicBezTo>
                  <a:cubicBezTo>
                    <a:pt x="771282" y="359332"/>
                    <a:pt x="309421" y="483310"/>
                    <a:pt x="101020" y="844637"/>
                  </a:cubicBezTo>
                  <a:cubicBezTo>
                    <a:pt x="4055" y="1012760"/>
                    <a:pt x="-24469" y="1211756"/>
                    <a:pt x="21366" y="1400345"/>
                  </a:cubicBezTo>
                  <a:close/>
                </a:path>
              </a:pathLst>
            </a:custGeom>
            <a:gradFill>
              <a:gsLst>
                <a:gs pos="0">
                  <a:srgbClr val="C5E0FE">
                    <a:alpha val="32941"/>
                  </a:srgbClr>
                </a:gs>
                <a:gs pos="100000">
                  <a:srgbClr val="6D9EEB">
                    <a:alpha val="0"/>
                  </a:srgbClr>
                </a:gs>
              </a:gsLst>
              <a:lin ang="54007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1" name="Google Shape;631;p62"/>
            <p:cNvSpPr/>
            <p:nvPr/>
          </p:nvSpPr>
          <p:spPr>
            <a:xfrm flipH="1">
              <a:off x="6348583" y="2926377"/>
              <a:ext cx="4022282" cy="1727094"/>
            </a:xfrm>
            <a:custGeom>
              <a:rect b="b" l="l" r="r" t="t"/>
              <a:pathLst>
                <a:path extrusionOk="0" h="2349788" w="5472493">
                  <a:moveTo>
                    <a:pt x="5436617" y="2349535"/>
                  </a:moveTo>
                  <a:cubicBezTo>
                    <a:pt x="5460493" y="2251739"/>
                    <a:pt x="5472557" y="2151434"/>
                    <a:pt x="5472494" y="2050767"/>
                  </a:cubicBezTo>
                  <a:cubicBezTo>
                    <a:pt x="5472494" y="1357538"/>
                    <a:pt x="4910519" y="795563"/>
                    <a:pt x="4217290" y="795563"/>
                  </a:cubicBezTo>
                  <a:cubicBezTo>
                    <a:pt x="4134930" y="795556"/>
                    <a:pt x="4052761" y="803596"/>
                    <a:pt x="3971989" y="819566"/>
                  </a:cubicBezTo>
                  <a:cubicBezTo>
                    <a:pt x="3864356" y="269832"/>
                    <a:pt x="3331401" y="-88551"/>
                    <a:pt x="2781681" y="19095"/>
                  </a:cubicBezTo>
                  <a:cubicBezTo>
                    <a:pt x="2480437" y="78083"/>
                    <a:pt x="2222119" y="270325"/>
                    <a:pt x="2079118" y="541944"/>
                  </a:cubicBezTo>
                  <a:cubicBezTo>
                    <a:pt x="1556068" y="340890"/>
                    <a:pt x="969017" y="601932"/>
                    <a:pt x="767963" y="1125007"/>
                  </a:cubicBezTo>
                  <a:cubicBezTo>
                    <a:pt x="723354" y="1241066"/>
                    <a:pt x="700456" y="1364332"/>
                    <a:pt x="700405" y="1488665"/>
                  </a:cubicBezTo>
                  <a:cubicBezTo>
                    <a:pt x="700405" y="1512097"/>
                    <a:pt x="701294" y="1535274"/>
                    <a:pt x="702818" y="1558515"/>
                  </a:cubicBezTo>
                  <a:cubicBezTo>
                    <a:pt x="367094" y="1509627"/>
                    <a:pt x="55302" y="1742157"/>
                    <a:pt x="6414" y="2077882"/>
                  </a:cubicBezTo>
                  <a:cubicBezTo>
                    <a:pt x="2153" y="2107136"/>
                    <a:pt x="7" y="2136651"/>
                    <a:pt x="0" y="2166211"/>
                  </a:cubicBezTo>
                  <a:cubicBezTo>
                    <a:pt x="-63" y="2228466"/>
                    <a:pt x="9360" y="2290372"/>
                    <a:pt x="27940" y="2349789"/>
                  </a:cubicBezTo>
                  <a:close/>
                </a:path>
              </a:pathLst>
            </a:custGeom>
            <a:gradFill>
              <a:gsLst>
                <a:gs pos="0">
                  <a:srgbClr val="C5E0FE">
                    <a:alpha val="32941"/>
                  </a:srgbClr>
                </a:gs>
                <a:gs pos="100000">
                  <a:srgbClr val="6D9EEB">
                    <a:alpha val="0"/>
                  </a:srgbClr>
                </a:gs>
              </a:gsLst>
              <a:lin ang="54007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632" name="Google Shape;632;p62"/>
            <p:cNvGrpSpPr/>
            <p:nvPr/>
          </p:nvGrpSpPr>
          <p:grpSpPr>
            <a:xfrm>
              <a:off x="352648" y="1966851"/>
              <a:ext cx="408036" cy="3176573"/>
              <a:chOff x="967895" y="415018"/>
              <a:chExt cx="628714" cy="4895319"/>
            </a:xfrm>
          </p:grpSpPr>
          <p:sp>
            <p:nvSpPr>
              <p:cNvPr id="633" name="Google Shape;633;p62"/>
              <p:cNvSpPr/>
              <p:nvPr/>
            </p:nvSpPr>
            <p:spPr>
              <a:xfrm>
                <a:off x="1207111" y="963637"/>
                <a:ext cx="150300" cy="4346700"/>
              </a:xfrm>
              <a:prstGeom prst="trapezoid">
                <a:avLst>
                  <a:gd fmla="val 25183" name="adj"/>
                </a:avLst>
              </a:prstGeom>
              <a:gradFill>
                <a:gsLst>
                  <a:gs pos="0">
                    <a:srgbClr val="C5E0FE">
                      <a:alpha val="14901"/>
                    </a:srgbClr>
                  </a:gs>
                  <a:gs pos="100000">
                    <a:srgbClr val="6D9EEB">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4" name="Google Shape;634;p62"/>
              <p:cNvGrpSpPr/>
              <p:nvPr/>
            </p:nvGrpSpPr>
            <p:grpSpPr>
              <a:xfrm>
                <a:off x="967895" y="415018"/>
                <a:ext cx="628714" cy="801374"/>
                <a:chOff x="1774126" y="766200"/>
                <a:chExt cx="1582467" cy="2017050"/>
              </a:xfrm>
            </p:grpSpPr>
            <p:sp>
              <p:nvSpPr>
                <p:cNvPr id="635" name="Google Shape;635;p62"/>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6" name="Google Shape;636;p62"/>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7" name="Google Shape;637;p62"/>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8" name="Google Shape;638;p62"/>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9" name="Google Shape;639;p62"/>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0" name="Google Shape;640;p62"/>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1" name="Google Shape;641;p62"/>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2" name="Google Shape;642;p62"/>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643" name="Google Shape;643;p62"/>
            <p:cNvGrpSpPr/>
            <p:nvPr/>
          </p:nvGrpSpPr>
          <p:grpSpPr>
            <a:xfrm>
              <a:off x="1127772" y="2922213"/>
              <a:ext cx="300714" cy="2221193"/>
              <a:chOff x="967895" y="415018"/>
              <a:chExt cx="628714" cy="4643931"/>
            </a:xfrm>
          </p:grpSpPr>
          <p:sp>
            <p:nvSpPr>
              <p:cNvPr id="644" name="Google Shape;644;p62"/>
              <p:cNvSpPr/>
              <p:nvPr/>
            </p:nvSpPr>
            <p:spPr>
              <a:xfrm>
                <a:off x="1207134" y="963649"/>
                <a:ext cx="150300" cy="4095300"/>
              </a:xfrm>
              <a:prstGeom prst="trapezoid">
                <a:avLst>
                  <a:gd fmla="val 25183" name="adj"/>
                </a:avLst>
              </a:prstGeom>
              <a:gradFill>
                <a:gsLst>
                  <a:gs pos="0">
                    <a:srgbClr val="C5E0FE">
                      <a:alpha val="14901"/>
                    </a:srgbClr>
                  </a:gs>
                  <a:gs pos="100000">
                    <a:srgbClr val="6D9EEB">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45" name="Google Shape;645;p62"/>
              <p:cNvGrpSpPr/>
              <p:nvPr/>
            </p:nvGrpSpPr>
            <p:grpSpPr>
              <a:xfrm>
                <a:off x="967895" y="415018"/>
                <a:ext cx="628714" cy="801374"/>
                <a:chOff x="1774126" y="766200"/>
                <a:chExt cx="1582467" cy="2017050"/>
              </a:xfrm>
            </p:grpSpPr>
            <p:sp>
              <p:nvSpPr>
                <p:cNvPr id="646" name="Google Shape;646;p62"/>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7" name="Google Shape;647;p62"/>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8" name="Google Shape;648;p62"/>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9" name="Google Shape;649;p62"/>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0" name="Google Shape;650;p62"/>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1" name="Google Shape;651;p62"/>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2" name="Google Shape;652;p62"/>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3" name="Google Shape;653;p62"/>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654" name="Google Shape;654;p62"/>
            <p:cNvGrpSpPr/>
            <p:nvPr/>
          </p:nvGrpSpPr>
          <p:grpSpPr>
            <a:xfrm>
              <a:off x="7817748" y="1079748"/>
              <a:ext cx="408036" cy="4063663"/>
              <a:chOff x="967895" y="415018"/>
              <a:chExt cx="628714" cy="6262387"/>
            </a:xfrm>
          </p:grpSpPr>
          <p:sp>
            <p:nvSpPr>
              <p:cNvPr id="655" name="Google Shape;655;p62"/>
              <p:cNvSpPr/>
              <p:nvPr/>
            </p:nvSpPr>
            <p:spPr>
              <a:xfrm>
                <a:off x="1207111" y="963605"/>
                <a:ext cx="150300" cy="5713800"/>
              </a:xfrm>
              <a:prstGeom prst="trapezoid">
                <a:avLst>
                  <a:gd fmla="val 25183" name="adj"/>
                </a:avLst>
              </a:prstGeom>
              <a:gradFill>
                <a:gsLst>
                  <a:gs pos="0">
                    <a:srgbClr val="C5E0FE">
                      <a:alpha val="14901"/>
                    </a:srgbClr>
                  </a:gs>
                  <a:gs pos="100000">
                    <a:srgbClr val="6D9EEB">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56" name="Google Shape;656;p62"/>
              <p:cNvGrpSpPr/>
              <p:nvPr/>
            </p:nvGrpSpPr>
            <p:grpSpPr>
              <a:xfrm>
                <a:off x="967895" y="415018"/>
                <a:ext cx="628714" cy="801374"/>
                <a:chOff x="1774126" y="766200"/>
                <a:chExt cx="1582467" cy="2017050"/>
              </a:xfrm>
            </p:grpSpPr>
            <p:sp>
              <p:nvSpPr>
                <p:cNvPr id="657" name="Google Shape;657;p62"/>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8" name="Google Shape;658;p62"/>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9" name="Google Shape;659;p62"/>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0" name="Google Shape;660;p62"/>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1" name="Google Shape;661;p62"/>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2" name="Google Shape;662;p62"/>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3" name="Google Shape;663;p62"/>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4" name="Google Shape;664;p62"/>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665" name="Google Shape;665;p62"/>
            <p:cNvGrpSpPr/>
            <p:nvPr/>
          </p:nvGrpSpPr>
          <p:grpSpPr>
            <a:xfrm>
              <a:off x="7200036" y="3718572"/>
              <a:ext cx="284493" cy="1424795"/>
              <a:chOff x="967895" y="415018"/>
              <a:chExt cx="628714" cy="3148718"/>
            </a:xfrm>
          </p:grpSpPr>
          <p:sp>
            <p:nvSpPr>
              <p:cNvPr id="666" name="Google Shape;666;p62"/>
              <p:cNvSpPr/>
              <p:nvPr/>
            </p:nvSpPr>
            <p:spPr>
              <a:xfrm>
                <a:off x="1207096" y="963636"/>
                <a:ext cx="150300" cy="2600100"/>
              </a:xfrm>
              <a:prstGeom prst="trapezoid">
                <a:avLst>
                  <a:gd fmla="val 25183" name="adj"/>
                </a:avLst>
              </a:prstGeom>
              <a:gradFill>
                <a:gsLst>
                  <a:gs pos="0">
                    <a:srgbClr val="C5E0FE">
                      <a:alpha val="14901"/>
                    </a:srgbClr>
                  </a:gs>
                  <a:gs pos="100000">
                    <a:srgbClr val="6D9EEB">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7" name="Google Shape;667;p62"/>
              <p:cNvGrpSpPr/>
              <p:nvPr/>
            </p:nvGrpSpPr>
            <p:grpSpPr>
              <a:xfrm>
                <a:off x="967895" y="415018"/>
                <a:ext cx="628714" cy="801374"/>
                <a:chOff x="1774126" y="766200"/>
                <a:chExt cx="1582467" cy="2017050"/>
              </a:xfrm>
            </p:grpSpPr>
            <p:sp>
              <p:nvSpPr>
                <p:cNvPr id="668" name="Google Shape;668;p62"/>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9" name="Google Shape;669;p62"/>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0" name="Google Shape;670;p62"/>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1" name="Google Shape;671;p62"/>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2" name="Google Shape;672;p62"/>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3" name="Google Shape;673;p62"/>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4" name="Google Shape;674;p62"/>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5" name="Google Shape;675;p62"/>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676" name="Google Shape;676;p62"/>
            <p:cNvGrpSpPr/>
            <p:nvPr/>
          </p:nvGrpSpPr>
          <p:grpSpPr>
            <a:xfrm>
              <a:off x="8299552" y="3133869"/>
              <a:ext cx="333219" cy="2017815"/>
              <a:chOff x="967895" y="415018"/>
              <a:chExt cx="628714" cy="3807197"/>
            </a:xfrm>
          </p:grpSpPr>
          <p:sp>
            <p:nvSpPr>
              <p:cNvPr id="677" name="Google Shape;677;p62"/>
              <p:cNvSpPr/>
              <p:nvPr/>
            </p:nvSpPr>
            <p:spPr>
              <a:xfrm>
                <a:off x="1207136" y="963615"/>
                <a:ext cx="150300" cy="3258600"/>
              </a:xfrm>
              <a:prstGeom prst="trapezoid">
                <a:avLst>
                  <a:gd fmla="val 25183" name="adj"/>
                </a:avLst>
              </a:prstGeom>
              <a:gradFill>
                <a:gsLst>
                  <a:gs pos="0">
                    <a:srgbClr val="C5E0FE">
                      <a:alpha val="14901"/>
                    </a:srgbClr>
                  </a:gs>
                  <a:gs pos="100000">
                    <a:srgbClr val="6D9EEB">
                      <a:alpha val="14901"/>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78" name="Google Shape;678;p62"/>
              <p:cNvGrpSpPr/>
              <p:nvPr/>
            </p:nvGrpSpPr>
            <p:grpSpPr>
              <a:xfrm>
                <a:off x="967895" y="415018"/>
                <a:ext cx="628714" cy="801374"/>
                <a:chOff x="1774126" y="766200"/>
                <a:chExt cx="1582467" cy="2017050"/>
              </a:xfrm>
            </p:grpSpPr>
            <p:sp>
              <p:nvSpPr>
                <p:cNvPr id="679" name="Google Shape;679;p62"/>
                <p:cNvSpPr/>
                <p:nvPr/>
              </p:nvSpPr>
              <p:spPr>
                <a:xfrm>
                  <a:off x="2394628" y="2579744"/>
                  <a:ext cx="341579" cy="203506"/>
                </a:xfrm>
                <a:custGeom>
                  <a:rect b="b" l="l" r="r" t="t"/>
                  <a:pathLst>
                    <a:path extrusionOk="0" h="163131" w="273811">
                      <a:moveTo>
                        <a:pt x="20002" y="0"/>
                      </a:moveTo>
                      <a:lnTo>
                        <a:pt x="0" y="120967"/>
                      </a:lnTo>
                      <a:cubicBezTo>
                        <a:pt x="0" y="120967"/>
                        <a:pt x="34798" y="163132"/>
                        <a:pt x="136906" y="163132"/>
                      </a:cubicBezTo>
                      <a:cubicBezTo>
                        <a:pt x="239014" y="163132"/>
                        <a:pt x="273812" y="120967"/>
                        <a:pt x="273812" y="120967"/>
                      </a:cubicBezTo>
                      <a:lnTo>
                        <a:pt x="253810" y="0"/>
                      </a:lnTo>
                      <a:close/>
                    </a:path>
                  </a:pathLst>
                </a:custGeom>
                <a:gradFill>
                  <a:gsLst>
                    <a:gs pos="0">
                      <a:srgbClr val="808CAD"/>
                    </a:gs>
                    <a:gs pos="100000">
                      <a:srgbClr val="A7AFCB"/>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0" name="Google Shape;680;p62"/>
                <p:cNvSpPr/>
                <p:nvPr/>
              </p:nvSpPr>
              <p:spPr>
                <a:xfrm>
                  <a:off x="1774126" y="1886912"/>
                  <a:ext cx="638562" cy="840960"/>
                </a:xfrm>
                <a:custGeom>
                  <a:rect b="b" l="l" r="r" t="t"/>
                  <a:pathLst>
                    <a:path extrusionOk="0" h="674116" w="511873">
                      <a:moveTo>
                        <a:pt x="436626" y="414528"/>
                      </a:moveTo>
                      <a:lnTo>
                        <a:pt x="0" y="674116"/>
                      </a:lnTo>
                      <a:cubicBezTo>
                        <a:pt x="0" y="674116"/>
                        <a:pt x="55118" y="297752"/>
                        <a:pt x="230759" y="183261"/>
                      </a:cubicBezTo>
                      <a:lnTo>
                        <a:pt x="511873" y="0"/>
                      </a:lnTo>
                      <a:close/>
                    </a:path>
                  </a:pathLst>
                </a:custGeom>
                <a:gradFill>
                  <a:gsLst>
                    <a:gs pos="0">
                      <a:srgbClr val="808CAD"/>
                    </a:gs>
                    <a:gs pos="100000">
                      <a:srgbClr val="566185"/>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1" name="Google Shape;681;p62"/>
                <p:cNvSpPr/>
                <p:nvPr/>
              </p:nvSpPr>
              <p:spPr>
                <a:xfrm>
                  <a:off x="2718110" y="1886912"/>
                  <a:ext cx="638483" cy="840960"/>
                </a:xfrm>
                <a:custGeom>
                  <a:rect b="b" l="l" r="r" t="t"/>
                  <a:pathLst>
                    <a:path extrusionOk="0" h="674116" w="511810">
                      <a:moveTo>
                        <a:pt x="75248" y="414528"/>
                      </a:moveTo>
                      <a:lnTo>
                        <a:pt x="511810" y="674116"/>
                      </a:lnTo>
                      <a:cubicBezTo>
                        <a:pt x="511810" y="674116"/>
                        <a:pt x="456755" y="297752"/>
                        <a:pt x="281114" y="183261"/>
                      </a:cubicBezTo>
                      <a:lnTo>
                        <a:pt x="0" y="0"/>
                      </a:lnTo>
                      <a:close/>
                    </a:path>
                  </a:pathLst>
                </a:custGeom>
                <a:gradFill>
                  <a:gsLst>
                    <a:gs pos="0">
                      <a:srgbClr val="566185"/>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2" name="Google Shape;682;p62"/>
                <p:cNvSpPr/>
                <p:nvPr/>
              </p:nvSpPr>
              <p:spPr>
                <a:xfrm>
                  <a:off x="2187286" y="766200"/>
                  <a:ext cx="756210" cy="1882078"/>
                </a:xfrm>
                <a:custGeom>
                  <a:rect b="b" l="l" r="r" t="t"/>
                  <a:pathLst>
                    <a:path extrusionOk="0" h="1508680" w="606180">
                      <a:moveTo>
                        <a:pt x="366146" y="30147"/>
                      </a:moveTo>
                      <a:cubicBezTo>
                        <a:pt x="336237" y="-10049"/>
                        <a:pt x="269943" y="-10049"/>
                        <a:pt x="239971" y="30147"/>
                      </a:cubicBezTo>
                      <a:cubicBezTo>
                        <a:pt x="140276" y="164005"/>
                        <a:pt x="-38095" y="453882"/>
                        <a:pt x="7244" y="765794"/>
                      </a:cubicBezTo>
                      <a:lnTo>
                        <a:pt x="84968" y="1391460"/>
                      </a:lnTo>
                      <a:cubicBezTo>
                        <a:pt x="84968" y="1391460"/>
                        <a:pt x="140403" y="1508681"/>
                        <a:pt x="303090" y="1508681"/>
                      </a:cubicBezTo>
                      <a:cubicBezTo>
                        <a:pt x="465777" y="1508681"/>
                        <a:pt x="521213" y="1391460"/>
                        <a:pt x="521213" y="1391460"/>
                      </a:cubicBezTo>
                      <a:lnTo>
                        <a:pt x="598937" y="765794"/>
                      </a:lnTo>
                      <a:cubicBezTo>
                        <a:pt x="644276" y="453882"/>
                        <a:pt x="465904" y="164005"/>
                        <a:pt x="366146" y="30147"/>
                      </a:cubicBezTo>
                      <a:close/>
                    </a:path>
                  </a:pathLst>
                </a:custGeom>
                <a:gradFill>
                  <a:gsLst>
                    <a:gs pos="0">
                      <a:srgbClr val="808CAD"/>
                    </a:gs>
                    <a:gs pos="16000">
                      <a:srgbClr val="808CAD"/>
                    </a:gs>
                    <a:gs pos="50000">
                      <a:srgbClr val="A7AFCB"/>
                    </a:gs>
                    <a:gs pos="85000">
                      <a:srgbClr val="808CAD"/>
                    </a:gs>
                    <a:gs pos="100000">
                      <a:srgbClr val="808CAD"/>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3" name="Google Shape;683;p62"/>
                <p:cNvSpPr/>
                <p:nvPr/>
              </p:nvSpPr>
              <p:spPr>
                <a:xfrm>
                  <a:off x="2568529" y="766497"/>
                  <a:ext cx="375239" cy="1881623"/>
                </a:xfrm>
                <a:custGeom>
                  <a:rect b="b" l="l" r="r" t="t"/>
                  <a:pathLst>
                    <a:path extrusionOk="0" h="1508315" w="300793">
                      <a:moveTo>
                        <a:pt x="60579" y="29909"/>
                      </a:moveTo>
                      <a:cubicBezTo>
                        <a:pt x="46025" y="11195"/>
                        <a:pt x="23705" y="178"/>
                        <a:pt x="0" y="0"/>
                      </a:cubicBezTo>
                      <a:lnTo>
                        <a:pt x="0" y="1508316"/>
                      </a:lnTo>
                      <a:cubicBezTo>
                        <a:pt x="160718" y="1507109"/>
                        <a:pt x="215900" y="1391222"/>
                        <a:pt x="215900" y="1391222"/>
                      </a:cubicBezTo>
                      <a:lnTo>
                        <a:pt x="293624" y="765556"/>
                      </a:lnTo>
                      <a:cubicBezTo>
                        <a:pt x="338709" y="453644"/>
                        <a:pt x="160338" y="163766"/>
                        <a:pt x="60579" y="29909"/>
                      </a:cubicBezTo>
                      <a:close/>
                    </a:path>
                  </a:pathLst>
                </a:custGeom>
                <a:solidFill>
                  <a:srgbClr val="FFFFFF">
                    <a:alpha val="1490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4" name="Google Shape;684;p62"/>
                <p:cNvSpPr/>
                <p:nvPr/>
              </p:nvSpPr>
              <p:spPr>
                <a:xfrm>
                  <a:off x="2353668" y="1074766"/>
                  <a:ext cx="423489" cy="184811"/>
                </a:xfrm>
                <a:custGeom>
                  <a:rect b="b" l="l" r="r" t="t"/>
                  <a:pathLst>
                    <a:path extrusionOk="0" h="148145" w="339470">
                      <a:moveTo>
                        <a:pt x="169736" y="78295"/>
                      </a:moveTo>
                      <a:cubicBezTo>
                        <a:pt x="233236" y="78295"/>
                        <a:pt x="292036" y="104457"/>
                        <a:pt x="339471" y="148145"/>
                      </a:cubicBezTo>
                      <a:cubicBezTo>
                        <a:pt x="301752" y="58610"/>
                        <a:pt x="239839" y="0"/>
                        <a:pt x="169736" y="0"/>
                      </a:cubicBezTo>
                      <a:cubicBezTo>
                        <a:pt x="99632" y="0"/>
                        <a:pt x="37719" y="58610"/>
                        <a:pt x="0" y="148145"/>
                      </a:cubicBezTo>
                      <a:cubicBezTo>
                        <a:pt x="47371" y="104457"/>
                        <a:pt x="106045" y="78295"/>
                        <a:pt x="169736" y="782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5" name="Google Shape;685;p62"/>
                <p:cNvSpPr/>
                <p:nvPr/>
              </p:nvSpPr>
              <p:spPr>
                <a:xfrm>
                  <a:off x="2568529" y="1074924"/>
                  <a:ext cx="208654" cy="184732"/>
                </a:xfrm>
                <a:custGeom>
                  <a:rect b="b" l="l" r="r" t="t"/>
                  <a:pathLst>
                    <a:path extrusionOk="0" h="148082" w="167258">
                      <a:moveTo>
                        <a:pt x="0" y="78232"/>
                      </a:moveTo>
                      <a:cubicBezTo>
                        <a:pt x="62738" y="78867"/>
                        <a:pt x="120650" y="104839"/>
                        <a:pt x="167259" y="148082"/>
                      </a:cubicBezTo>
                      <a:cubicBezTo>
                        <a:pt x="129985" y="59563"/>
                        <a:pt x="69088" y="1333"/>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6" name="Google Shape;686;p62"/>
                <p:cNvSpPr/>
                <p:nvPr/>
              </p:nvSpPr>
              <p:spPr>
                <a:xfrm>
                  <a:off x="2513864" y="1953303"/>
                  <a:ext cx="103138" cy="765386"/>
                </a:xfrm>
                <a:custGeom>
                  <a:rect b="b" l="l" r="r" t="t"/>
                  <a:pathLst>
                    <a:path extrusionOk="0" h="613536" w="82676">
                      <a:moveTo>
                        <a:pt x="82677" y="414782"/>
                      </a:moveTo>
                      <a:cubicBezTo>
                        <a:pt x="82677" y="584200"/>
                        <a:pt x="41339" y="613537"/>
                        <a:pt x="41339" y="613537"/>
                      </a:cubicBezTo>
                      <a:cubicBezTo>
                        <a:pt x="41339" y="613537"/>
                        <a:pt x="0" y="584200"/>
                        <a:pt x="0" y="414782"/>
                      </a:cubicBezTo>
                      <a:cubicBezTo>
                        <a:pt x="0" y="245364"/>
                        <a:pt x="41339" y="0"/>
                        <a:pt x="41339" y="0"/>
                      </a:cubicBezTo>
                      <a:cubicBezTo>
                        <a:pt x="41339" y="0"/>
                        <a:pt x="82677" y="245364"/>
                        <a:pt x="82677" y="414782"/>
                      </a:cubicBezTo>
                      <a:close/>
                    </a:path>
                  </a:pathLst>
                </a:custGeom>
                <a:gradFill>
                  <a:gsLst>
                    <a:gs pos="0">
                      <a:srgbClr val="566185"/>
                    </a:gs>
                    <a:gs pos="100000">
                      <a:srgbClr val="808CAD"/>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687" name="Google Shape;687;p62"/>
            <p:cNvGrpSpPr/>
            <p:nvPr/>
          </p:nvGrpSpPr>
          <p:grpSpPr>
            <a:xfrm>
              <a:off x="104275" y="50550"/>
              <a:ext cx="8948150" cy="772675"/>
              <a:chOff x="104275" y="50550"/>
              <a:chExt cx="8948150" cy="772675"/>
            </a:xfrm>
          </p:grpSpPr>
          <p:sp>
            <p:nvSpPr>
              <p:cNvPr id="688" name="Google Shape;688;p62"/>
              <p:cNvSpPr/>
              <p:nvPr/>
            </p:nvSpPr>
            <p:spPr>
              <a:xfrm>
                <a:off x="86948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89" name="Google Shape;689;p62"/>
              <p:cNvSpPr/>
              <p:nvPr/>
            </p:nvSpPr>
            <p:spPr>
              <a:xfrm>
                <a:off x="5156375" y="146713"/>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90" name="Google Shape;690;p62"/>
              <p:cNvSpPr/>
              <p:nvPr/>
            </p:nvSpPr>
            <p:spPr>
              <a:xfrm>
                <a:off x="7219963" y="349471"/>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91" name="Google Shape;691;p62"/>
              <p:cNvSpPr/>
              <p:nvPr/>
            </p:nvSpPr>
            <p:spPr>
              <a:xfrm>
                <a:off x="7252363" y="114324"/>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92" name="Google Shape;692;p62"/>
              <p:cNvSpPr/>
              <p:nvPr/>
            </p:nvSpPr>
            <p:spPr>
              <a:xfrm>
                <a:off x="7998675" y="22635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93" name="Google Shape;693;p62"/>
              <p:cNvSpPr/>
              <p:nvPr/>
            </p:nvSpPr>
            <p:spPr>
              <a:xfrm>
                <a:off x="6352675"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94" name="Google Shape;694;p62"/>
              <p:cNvSpPr/>
              <p:nvPr/>
            </p:nvSpPr>
            <p:spPr>
              <a:xfrm>
                <a:off x="373670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95" name="Google Shape;695;p62"/>
              <p:cNvSpPr/>
              <p:nvPr/>
            </p:nvSpPr>
            <p:spPr>
              <a:xfrm>
                <a:off x="2805625"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96" name="Google Shape;696;p62"/>
              <p:cNvSpPr/>
              <p:nvPr/>
            </p:nvSpPr>
            <p:spPr>
              <a:xfrm>
                <a:off x="1913750" y="30070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97" name="Google Shape;697;p62"/>
              <p:cNvSpPr/>
              <p:nvPr/>
            </p:nvSpPr>
            <p:spPr>
              <a:xfrm>
                <a:off x="3266675" y="1143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98" name="Google Shape;698;p62"/>
              <p:cNvSpPr/>
              <p:nvPr/>
            </p:nvSpPr>
            <p:spPr>
              <a:xfrm>
                <a:off x="262050" y="1143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99" name="Google Shape;699;p62"/>
              <p:cNvSpPr/>
              <p:nvPr/>
            </p:nvSpPr>
            <p:spPr>
              <a:xfrm>
                <a:off x="1279125" y="2208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00" name="Google Shape;700;p62"/>
              <p:cNvSpPr/>
              <p:nvPr/>
            </p:nvSpPr>
            <p:spPr>
              <a:xfrm>
                <a:off x="10551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01" name="Google Shape;701;p62"/>
              <p:cNvSpPr/>
              <p:nvPr/>
            </p:nvSpPr>
            <p:spPr>
              <a:xfrm>
                <a:off x="872350" y="3523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62"/>
              <p:cNvSpPr/>
              <p:nvPr/>
            </p:nvSpPr>
            <p:spPr>
              <a:xfrm>
                <a:off x="7014788" y="2609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62"/>
              <p:cNvSpPr/>
              <p:nvPr/>
            </p:nvSpPr>
            <p:spPr>
              <a:xfrm>
                <a:off x="8777500" y="31995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62"/>
              <p:cNvSpPr/>
              <p:nvPr/>
            </p:nvSpPr>
            <p:spPr>
              <a:xfrm>
                <a:off x="4467225" y="191303"/>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62"/>
              <p:cNvSpPr/>
              <p:nvPr/>
            </p:nvSpPr>
            <p:spPr>
              <a:xfrm>
                <a:off x="2601875" y="196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62"/>
              <p:cNvSpPr/>
              <p:nvPr/>
            </p:nvSpPr>
            <p:spPr>
              <a:xfrm>
                <a:off x="5288025" y="226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07" name="Google Shape;707;p62"/>
              <p:cNvSpPr/>
              <p:nvPr/>
            </p:nvSpPr>
            <p:spPr>
              <a:xfrm>
                <a:off x="5948425" y="3818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08" name="Google Shape;708;p62"/>
              <p:cNvSpPr/>
              <p:nvPr/>
            </p:nvSpPr>
            <p:spPr>
              <a:xfrm>
                <a:off x="9020025" y="4142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09" name="Google Shape;709;p62"/>
              <p:cNvSpPr/>
              <p:nvPr/>
            </p:nvSpPr>
            <p:spPr>
              <a:xfrm>
                <a:off x="1588200" y="505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10" name="Google Shape;710;p62"/>
              <p:cNvSpPr/>
              <p:nvPr/>
            </p:nvSpPr>
            <p:spPr>
              <a:xfrm>
                <a:off x="3636675" y="472350"/>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11" name="Google Shape;711;p62"/>
              <p:cNvSpPr/>
              <p:nvPr/>
            </p:nvSpPr>
            <p:spPr>
              <a:xfrm>
                <a:off x="104275" y="3494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12" name="Google Shape;712;p62"/>
              <p:cNvSpPr/>
              <p:nvPr/>
            </p:nvSpPr>
            <p:spPr>
              <a:xfrm>
                <a:off x="4558675" y="300700"/>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13" name="Google Shape;713;p62"/>
              <p:cNvSpPr/>
              <p:nvPr/>
            </p:nvSpPr>
            <p:spPr>
              <a:xfrm>
                <a:off x="6054325" y="29042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14" name="Google Shape;714;p62"/>
              <p:cNvSpPr/>
              <p:nvPr/>
            </p:nvSpPr>
            <p:spPr>
              <a:xfrm>
                <a:off x="8181475" y="2904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15" name="Google Shape;715;p62"/>
              <p:cNvSpPr/>
              <p:nvPr/>
            </p:nvSpPr>
            <p:spPr>
              <a:xfrm>
                <a:off x="6024800" y="442828"/>
                <a:ext cx="91443" cy="91443"/>
              </a:xfrm>
              <a:custGeom>
                <a:rect b="b" l="l" r="r" t="t"/>
                <a:pathLst>
                  <a:path extrusionOk="0" h="2771" w="2771">
                    <a:moveTo>
                      <a:pt x="1372" y="0"/>
                    </a:moveTo>
                    <a:lnTo>
                      <a:pt x="1260" y="1259"/>
                    </a:lnTo>
                    <a:lnTo>
                      <a:pt x="1" y="1399"/>
                    </a:lnTo>
                    <a:lnTo>
                      <a:pt x="1260" y="1511"/>
                    </a:lnTo>
                    <a:lnTo>
                      <a:pt x="1372" y="2770"/>
                    </a:lnTo>
                    <a:lnTo>
                      <a:pt x="1511" y="1511"/>
                    </a:lnTo>
                    <a:lnTo>
                      <a:pt x="2770" y="1399"/>
                    </a:lnTo>
                    <a:lnTo>
                      <a:pt x="1511" y="1259"/>
                    </a:lnTo>
                    <a:lnTo>
                      <a:pt x="1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62"/>
              <p:cNvSpPr/>
              <p:nvPr/>
            </p:nvSpPr>
            <p:spPr>
              <a:xfrm>
                <a:off x="2292625" y="631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17" name="Google Shape;717;p62"/>
              <p:cNvSpPr/>
              <p:nvPr/>
            </p:nvSpPr>
            <p:spPr>
              <a:xfrm>
                <a:off x="546440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18" name="Google Shape;718;p62"/>
              <p:cNvSpPr/>
              <p:nvPr/>
            </p:nvSpPr>
            <p:spPr>
              <a:xfrm>
                <a:off x="294450" y="71997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19" name="Google Shape;719;p62"/>
              <p:cNvSpPr/>
              <p:nvPr/>
            </p:nvSpPr>
            <p:spPr>
              <a:xfrm>
                <a:off x="7822650" y="631975"/>
                <a:ext cx="32400" cy="3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20" name="Google Shape;720;p62"/>
              <p:cNvSpPr/>
              <p:nvPr/>
            </p:nvSpPr>
            <p:spPr>
              <a:xfrm>
                <a:off x="8583225" y="790825"/>
                <a:ext cx="32400" cy="32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grpSp>
      <p:sp>
        <p:nvSpPr>
          <p:cNvPr id="721" name="Google Shape;721;p62"/>
          <p:cNvSpPr txBox="1"/>
          <p:nvPr>
            <p:ph idx="1" type="body"/>
          </p:nvPr>
        </p:nvSpPr>
        <p:spPr>
          <a:xfrm>
            <a:off x="1675575" y="2161800"/>
            <a:ext cx="5778600" cy="819900"/>
          </a:xfrm>
          <a:prstGeom prst="rect">
            <a:avLst/>
          </a:prstGeom>
          <a:noFill/>
          <a:ln>
            <a:noFill/>
          </a:ln>
          <a:effectLst>
            <a:outerShdw blurRad="28575" rotWithShape="0" algn="bl" dir="5400000" dist="9525">
              <a:schemeClr val="dk1">
                <a:alpha val="36470"/>
              </a:schemeClr>
            </a:outerShdw>
          </a:effectLst>
        </p:spPr>
        <p:txBody>
          <a:bodyPr anchorCtr="0" anchor="ctr" bIns="0" lIns="0" spcFirstLastPara="1" rIns="0" wrap="square" tIns="0">
            <a:noAutofit/>
          </a:bodyPr>
          <a:lstStyle>
            <a:lvl1pPr indent="-406400" lvl="0" marL="457200" algn="ctr">
              <a:lnSpc>
                <a:spcPct val="115000"/>
              </a:lnSpc>
              <a:spcBef>
                <a:spcPts val="0"/>
              </a:spcBef>
              <a:spcAft>
                <a:spcPts val="0"/>
              </a:spcAft>
              <a:buClr>
                <a:schemeClr val="lt1"/>
              </a:buClr>
              <a:buSzPts val="2800"/>
              <a:buFont typeface="Space Grotesk Light"/>
              <a:buChar char="➢"/>
              <a:defRPr sz="2800">
                <a:solidFill>
                  <a:schemeClr val="lt1"/>
                </a:solidFill>
                <a:latin typeface="Space Grotesk Light"/>
                <a:ea typeface="Space Grotesk Light"/>
                <a:cs typeface="Space Grotesk Light"/>
                <a:sym typeface="Space Grotesk Light"/>
              </a:defRPr>
            </a:lvl1pPr>
            <a:lvl2pPr indent="-406400" lvl="1" marL="914400" algn="ctr">
              <a:lnSpc>
                <a:spcPct val="115000"/>
              </a:lnSpc>
              <a:spcBef>
                <a:spcPts val="800"/>
              </a:spcBef>
              <a:spcAft>
                <a:spcPts val="0"/>
              </a:spcAft>
              <a:buClr>
                <a:schemeClr val="lt1"/>
              </a:buClr>
              <a:buSzPts val="2800"/>
              <a:buFont typeface="Space Grotesk Light"/>
              <a:buChar char="▻"/>
              <a:defRPr sz="2800">
                <a:solidFill>
                  <a:schemeClr val="lt1"/>
                </a:solidFill>
                <a:latin typeface="Space Grotesk Light"/>
                <a:ea typeface="Space Grotesk Light"/>
                <a:cs typeface="Space Grotesk Light"/>
                <a:sym typeface="Space Grotesk Light"/>
              </a:defRPr>
            </a:lvl2pPr>
            <a:lvl3pPr indent="-406400" lvl="2" marL="1371600" algn="ctr">
              <a:lnSpc>
                <a:spcPct val="115000"/>
              </a:lnSpc>
              <a:spcBef>
                <a:spcPts val="800"/>
              </a:spcBef>
              <a:spcAft>
                <a:spcPts val="0"/>
              </a:spcAft>
              <a:buClr>
                <a:schemeClr val="lt1"/>
              </a:buClr>
              <a:buSzPts val="2800"/>
              <a:buFont typeface="Space Grotesk Light"/>
              <a:buChar char="■"/>
              <a:defRPr sz="2800">
                <a:solidFill>
                  <a:schemeClr val="lt1"/>
                </a:solidFill>
                <a:latin typeface="Space Grotesk Light"/>
                <a:ea typeface="Space Grotesk Light"/>
                <a:cs typeface="Space Grotesk Light"/>
                <a:sym typeface="Space Grotesk Light"/>
              </a:defRPr>
            </a:lvl3pPr>
            <a:lvl4pPr indent="-406400" lvl="3" marL="1828800" algn="ctr">
              <a:lnSpc>
                <a:spcPct val="115000"/>
              </a:lnSpc>
              <a:spcBef>
                <a:spcPts val="800"/>
              </a:spcBef>
              <a:spcAft>
                <a:spcPts val="0"/>
              </a:spcAft>
              <a:buClr>
                <a:schemeClr val="lt1"/>
              </a:buClr>
              <a:buSzPts val="2800"/>
              <a:buFont typeface="Space Grotesk Light"/>
              <a:buChar char="●"/>
              <a:defRPr sz="2800">
                <a:solidFill>
                  <a:schemeClr val="lt1"/>
                </a:solidFill>
                <a:latin typeface="Space Grotesk Light"/>
                <a:ea typeface="Space Grotesk Light"/>
                <a:cs typeface="Space Grotesk Light"/>
                <a:sym typeface="Space Grotesk Light"/>
              </a:defRPr>
            </a:lvl4pPr>
            <a:lvl5pPr indent="-406400" lvl="4" marL="2286000" algn="ctr">
              <a:lnSpc>
                <a:spcPct val="115000"/>
              </a:lnSpc>
              <a:spcBef>
                <a:spcPts val="800"/>
              </a:spcBef>
              <a:spcAft>
                <a:spcPts val="0"/>
              </a:spcAft>
              <a:buClr>
                <a:schemeClr val="lt1"/>
              </a:buClr>
              <a:buSzPts val="2800"/>
              <a:buFont typeface="Space Grotesk Light"/>
              <a:buChar char="○"/>
              <a:defRPr sz="2800">
                <a:solidFill>
                  <a:schemeClr val="lt1"/>
                </a:solidFill>
                <a:latin typeface="Space Grotesk Light"/>
                <a:ea typeface="Space Grotesk Light"/>
                <a:cs typeface="Space Grotesk Light"/>
                <a:sym typeface="Space Grotesk Light"/>
              </a:defRPr>
            </a:lvl5pPr>
            <a:lvl6pPr indent="-406400" lvl="5" marL="2743200" algn="ctr">
              <a:lnSpc>
                <a:spcPct val="115000"/>
              </a:lnSpc>
              <a:spcBef>
                <a:spcPts val="800"/>
              </a:spcBef>
              <a:spcAft>
                <a:spcPts val="0"/>
              </a:spcAft>
              <a:buClr>
                <a:schemeClr val="lt1"/>
              </a:buClr>
              <a:buSzPts val="2800"/>
              <a:buFont typeface="Space Grotesk Light"/>
              <a:buChar char="■"/>
              <a:defRPr sz="2800">
                <a:solidFill>
                  <a:schemeClr val="lt1"/>
                </a:solidFill>
                <a:latin typeface="Space Grotesk Light"/>
                <a:ea typeface="Space Grotesk Light"/>
                <a:cs typeface="Space Grotesk Light"/>
                <a:sym typeface="Space Grotesk Light"/>
              </a:defRPr>
            </a:lvl6pPr>
            <a:lvl7pPr indent="-406400" lvl="6" marL="3200400" algn="ctr">
              <a:lnSpc>
                <a:spcPct val="115000"/>
              </a:lnSpc>
              <a:spcBef>
                <a:spcPts val="800"/>
              </a:spcBef>
              <a:spcAft>
                <a:spcPts val="0"/>
              </a:spcAft>
              <a:buClr>
                <a:schemeClr val="lt1"/>
              </a:buClr>
              <a:buSzPts val="2800"/>
              <a:buFont typeface="Space Grotesk Light"/>
              <a:buChar char="●"/>
              <a:defRPr sz="2800">
                <a:solidFill>
                  <a:schemeClr val="lt1"/>
                </a:solidFill>
                <a:latin typeface="Space Grotesk Light"/>
                <a:ea typeface="Space Grotesk Light"/>
                <a:cs typeface="Space Grotesk Light"/>
                <a:sym typeface="Space Grotesk Light"/>
              </a:defRPr>
            </a:lvl7pPr>
            <a:lvl8pPr indent="-406400" lvl="7" marL="3657600" algn="ctr">
              <a:lnSpc>
                <a:spcPct val="115000"/>
              </a:lnSpc>
              <a:spcBef>
                <a:spcPts val="800"/>
              </a:spcBef>
              <a:spcAft>
                <a:spcPts val="0"/>
              </a:spcAft>
              <a:buClr>
                <a:schemeClr val="lt1"/>
              </a:buClr>
              <a:buSzPts val="2800"/>
              <a:buFont typeface="Space Grotesk Light"/>
              <a:buChar char="○"/>
              <a:defRPr sz="2800">
                <a:solidFill>
                  <a:schemeClr val="lt1"/>
                </a:solidFill>
                <a:latin typeface="Space Grotesk Light"/>
                <a:ea typeface="Space Grotesk Light"/>
                <a:cs typeface="Space Grotesk Light"/>
                <a:sym typeface="Space Grotesk Light"/>
              </a:defRPr>
            </a:lvl8pPr>
            <a:lvl9pPr indent="-406400" lvl="8" marL="4114800" algn="ctr">
              <a:lnSpc>
                <a:spcPct val="115000"/>
              </a:lnSpc>
              <a:spcBef>
                <a:spcPts val="800"/>
              </a:spcBef>
              <a:spcAft>
                <a:spcPts val="800"/>
              </a:spcAft>
              <a:buClr>
                <a:schemeClr val="lt1"/>
              </a:buClr>
              <a:buSzPts val="2800"/>
              <a:buFont typeface="Space Grotesk Light"/>
              <a:buChar char="■"/>
              <a:defRPr sz="2800">
                <a:solidFill>
                  <a:schemeClr val="lt1"/>
                </a:solidFill>
                <a:latin typeface="Space Grotesk Light"/>
                <a:ea typeface="Space Grotesk Light"/>
                <a:cs typeface="Space Grotesk Light"/>
                <a:sym typeface="Space Grotesk Light"/>
              </a:defRPr>
            </a:lvl9pPr>
          </a:lstStyle>
          <a:p/>
        </p:txBody>
      </p:sp>
      <p:sp>
        <p:nvSpPr>
          <p:cNvPr id="722" name="Google Shape;722;p62"/>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Light"/>
                <a:ea typeface="Space Grotesk Light"/>
                <a:cs typeface="Space Grotesk Light"/>
                <a:sym typeface="Space Grotesk Light"/>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Light"/>
                <a:ea typeface="Space Grotesk Light"/>
                <a:cs typeface="Space Grotesk Light"/>
                <a:sym typeface="Space Grotesk Light"/>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Light"/>
                <a:ea typeface="Space Grotesk Light"/>
                <a:cs typeface="Space Grotesk Light"/>
                <a:sym typeface="Space Grotesk Light"/>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Light"/>
                <a:ea typeface="Space Grotesk Light"/>
                <a:cs typeface="Space Grotesk Light"/>
                <a:sym typeface="Space Grotesk Light"/>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Light"/>
                <a:ea typeface="Space Grotesk Light"/>
                <a:cs typeface="Space Grotesk Light"/>
                <a:sym typeface="Space Grotesk Light"/>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Light"/>
                <a:ea typeface="Space Grotesk Light"/>
                <a:cs typeface="Space Grotesk Light"/>
                <a:sym typeface="Space Grotesk Light"/>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Light"/>
                <a:ea typeface="Space Grotesk Light"/>
                <a:cs typeface="Space Grotesk Light"/>
                <a:sym typeface="Space Grotesk Light"/>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Light"/>
                <a:ea typeface="Space Grotesk Light"/>
                <a:cs typeface="Space Grotesk Light"/>
                <a:sym typeface="Space Grotesk Light"/>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Light"/>
                <a:ea typeface="Space Grotesk Light"/>
                <a:cs typeface="Space Grotesk Light"/>
                <a:sym typeface="Space Grotesk Light"/>
              </a:defRPr>
            </a:lvl9pPr>
          </a:lstStyle>
          <a:p>
            <a:pPr indent="0" lvl="0" marL="0" rtl="0" algn="ct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gradFill>
          <a:gsLst>
            <a:gs pos="0">
              <a:schemeClr val="accent1"/>
            </a:gs>
            <a:gs pos="33000">
              <a:schemeClr val="accent2"/>
            </a:gs>
            <a:gs pos="100000">
              <a:schemeClr val="accent3"/>
            </a:gs>
          </a:gsLst>
          <a:lin ang="5400012" scaled="0"/>
        </a:gradFill>
      </p:bgPr>
    </p:bg>
    <p:spTree>
      <p:nvGrpSpPr>
        <p:cNvPr id="5" name="Shape 5"/>
        <p:cNvGrpSpPr/>
        <p:nvPr/>
      </p:nvGrpSpPr>
      <p:grpSpPr>
        <a:xfrm>
          <a:off x="0" y="0"/>
          <a:ext cx="0" cy="0"/>
          <a:chOff x="0" y="0"/>
          <a:chExt cx="0" cy="0"/>
        </a:xfrm>
      </p:grpSpPr>
      <p:sp>
        <p:nvSpPr>
          <p:cNvPr id="6" name="Google Shape;6;p53"/>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lvl1pPr lvl="0" marR="0" rtl="0" algn="l">
              <a:lnSpc>
                <a:spcPct val="90000"/>
              </a:lnSpc>
              <a:spcBef>
                <a:spcPts val="0"/>
              </a:spcBef>
              <a:spcAft>
                <a:spcPts val="0"/>
              </a:spcAft>
              <a:buClr>
                <a:schemeClr val="dk1"/>
              </a:buClr>
              <a:buSzPts val="3200"/>
              <a:buFont typeface="Space Grotesk Light"/>
              <a:buNone/>
              <a:defRPr b="0" i="0" sz="3200" u="none" cap="none" strike="noStrike">
                <a:solidFill>
                  <a:schemeClr val="dk1"/>
                </a:solidFill>
                <a:latin typeface="Space Grotesk Light"/>
                <a:ea typeface="Space Grotesk Light"/>
                <a:cs typeface="Space Grotesk Light"/>
                <a:sym typeface="Space Grotesk Light"/>
              </a:defRPr>
            </a:lvl1pPr>
            <a:lvl2pPr lvl="1" marR="0" rtl="0" algn="l">
              <a:lnSpc>
                <a:spcPct val="90000"/>
              </a:lnSpc>
              <a:spcBef>
                <a:spcPts val="0"/>
              </a:spcBef>
              <a:spcAft>
                <a:spcPts val="0"/>
              </a:spcAft>
              <a:buClr>
                <a:schemeClr val="dk1"/>
              </a:buClr>
              <a:buSzPts val="3200"/>
              <a:buFont typeface="Space Grotesk Light"/>
              <a:buNone/>
              <a:defRPr b="0" i="0" sz="3200" u="none" cap="none" strike="noStrike">
                <a:solidFill>
                  <a:schemeClr val="dk1"/>
                </a:solidFill>
                <a:latin typeface="Space Grotesk Light"/>
                <a:ea typeface="Space Grotesk Light"/>
                <a:cs typeface="Space Grotesk Light"/>
                <a:sym typeface="Space Grotesk Light"/>
              </a:defRPr>
            </a:lvl2pPr>
            <a:lvl3pPr lvl="2" marR="0" rtl="0" algn="l">
              <a:lnSpc>
                <a:spcPct val="90000"/>
              </a:lnSpc>
              <a:spcBef>
                <a:spcPts val="0"/>
              </a:spcBef>
              <a:spcAft>
                <a:spcPts val="0"/>
              </a:spcAft>
              <a:buClr>
                <a:schemeClr val="dk1"/>
              </a:buClr>
              <a:buSzPts val="3200"/>
              <a:buFont typeface="Space Grotesk Light"/>
              <a:buNone/>
              <a:defRPr b="0" i="0" sz="3200" u="none" cap="none" strike="noStrike">
                <a:solidFill>
                  <a:schemeClr val="dk1"/>
                </a:solidFill>
                <a:latin typeface="Space Grotesk Light"/>
                <a:ea typeface="Space Grotesk Light"/>
                <a:cs typeface="Space Grotesk Light"/>
                <a:sym typeface="Space Grotesk Light"/>
              </a:defRPr>
            </a:lvl3pPr>
            <a:lvl4pPr lvl="3" marR="0" rtl="0" algn="l">
              <a:lnSpc>
                <a:spcPct val="90000"/>
              </a:lnSpc>
              <a:spcBef>
                <a:spcPts val="0"/>
              </a:spcBef>
              <a:spcAft>
                <a:spcPts val="0"/>
              </a:spcAft>
              <a:buClr>
                <a:schemeClr val="dk1"/>
              </a:buClr>
              <a:buSzPts val="3200"/>
              <a:buFont typeface="Space Grotesk Light"/>
              <a:buNone/>
              <a:defRPr b="0" i="0" sz="3200" u="none" cap="none" strike="noStrike">
                <a:solidFill>
                  <a:schemeClr val="dk1"/>
                </a:solidFill>
                <a:latin typeface="Space Grotesk Light"/>
                <a:ea typeface="Space Grotesk Light"/>
                <a:cs typeface="Space Grotesk Light"/>
                <a:sym typeface="Space Grotesk Light"/>
              </a:defRPr>
            </a:lvl4pPr>
            <a:lvl5pPr lvl="4" marR="0" rtl="0" algn="l">
              <a:lnSpc>
                <a:spcPct val="90000"/>
              </a:lnSpc>
              <a:spcBef>
                <a:spcPts val="0"/>
              </a:spcBef>
              <a:spcAft>
                <a:spcPts val="0"/>
              </a:spcAft>
              <a:buClr>
                <a:schemeClr val="dk1"/>
              </a:buClr>
              <a:buSzPts val="3200"/>
              <a:buFont typeface="Space Grotesk Light"/>
              <a:buNone/>
              <a:defRPr b="0" i="0" sz="3200" u="none" cap="none" strike="noStrike">
                <a:solidFill>
                  <a:schemeClr val="dk1"/>
                </a:solidFill>
                <a:latin typeface="Space Grotesk Light"/>
                <a:ea typeface="Space Grotesk Light"/>
                <a:cs typeface="Space Grotesk Light"/>
                <a:sym typeface="Space Grotesk Light"/>
              </a:defRPr>
            </a:lvl5pPr>
            <a:lvl6pPr lvl="5" marR="0" rtl="0" algn="l">
              <a:lnSpc>
                <a:spcPct val="90000"/>
              </a:lnSpc>
              <a:spcBef>
                <a:spcPts val="0"/>
              </a:spcBef>
              <a:spcAft>
                <a:spcPts val="0"/>
              </a:spcAft>
              <a:buClr>
                <a:schemeClr val="dk1"/>
              </a:buClr>
              <a:buSzPts val="3200"/>
              <a:buFont typeface="Space Grotesk Light"/>
              <a:buNone/>
              <a:defRPr b="0" i="0" sz="3200" u="none" cap="none" strike="noStrike">
                <a:solidFill>
                  <a:schemeClr val="dk1"/>
                </a:solidFill>
                <a:latin typeface="Space Grotesk Light"/>
                <a:ea typeface="Space Grotesk Light"/>
                <a:cs typeface="Space Grotesk Light"/>
                <a:sym typeface="Space Grotesk Light"/>
              </a:defRPr>
            </a:lvl6pPr>
            <a:lvl7pPr lvl="6" marR="0" rtl="0" algn="l">
              <a:lnSpc>
                <a:spcPct val="90000"/>
              </a:lnSpc>
              <a:spcBef>
                <a:spcPts val="0"/>
              </a:spcBef>
              <a:spcAft>
                <a:spcPts val="0"/>
              </a:spcAft>
              <a:buClr>
                <a:schemeClr val="dk1"/>
              </a:buClr>
              <a:buSzPts val="3200"/>
              <a:buFont typeface="Space Grotesk Light"/>
              <a:buNone/>
              <a:defRPr b="0" i="0" sz="3200" u="none" cap="none" strike="noStrike">
                <a:solidFill>
                  <a:schemeClr val="dk1"/>
                </a:solidFill>
                <a:latin typeface="Space Grotesk Light"/>
                <a:ea typeface="Space Grotesk Light"/>
                <a:cs typeface="Space Grotesk Light"/>
                <a:sym typeface="Space Grotesk Light"/>
              </a:defRPr>
            </a:lvl7pPr>
            <a:lvl8pPr lvl="7" marR="0" rtl="0" algn="l">
              <a:lnSpc>
                <a:spcPct val="90000"/>
              </a:lnSpc>
              <a:spcBef>
                <a:spcPts val="0"/>
              </a:spcBef>
              <a:spcAft>
                <a:spcPts val="0"/>
              </a:spcAft>
              <a:buClr>
                <a:schemeClr val="dk1"/>
              </a:buClr>
              <a:buSzPts val="3200"/>
              <a:buFont typeface="Space Grotesk Light"/>
              <a:buNone/>
              <a:defRPr b="0" i="0" sz="3200" u="none" cap="none" strike="noStrike">
                <a:solidFill>
                  <a:schemeClr val="dk1"/>
                </a:solidFill>
                <a:latin typeface="Space Grotesk Light"/>
                <a:ea typeface="Space Grotesk Light"/>
                <a:cs typeface="Space Grotesk Light"/>
                <a:sym typeface="Space Grotesk Light"/>
              </a:defRPr>
            </a:lvl8pPr>
            <a:lvl9pPr lvl="8" marR="0" rtl="0" algn="l">
              <a:lnSpc>
                <a:spcPct val="90000"/>
              </a:lnSpc>
              <a:spcBef>
                <a:spcPts val="0"/>
              </a:spcBef>
              <a:spcAft>
                <a:spcPts val="0"/>
              </a:spcAft>
              <a:buClr>
                <a:schemeClr val="dk1"/>
              </a:buClr>
              <a:buSzPts val="3200"/>
              <a:buFont typeface="Space Grotesk Light"/>
              <a:buNone/>
              <a:defRPr b="0" i="0" sz="3200" u="none" cap="none" strike="noStrike">
                <a:solidFill>
                  <a:schemeClr val="dk1"/>
                </a:solidFill>
                <a:latin typeface="Space Grotesk Light"/>
                <a:ea typeface="Space Grotesk Light"/>
                <a:cs typeface="Space Grotesk Light"/>
                <a:sym typeface="Space Grotesk Light"/>
              </a:defRPr>
            </a:lvl9pPr>
          </a:lstStyle>
          <a:p/>
        </p:txBody>
      </p:sp>
      <p:sp>
        <p:nvSpPr>
          <p:cNvPr id="7" name="Google Shape;7;p53"/>
          <p:cNvSpPr txBox="1"/>
          <p:nvPr>
            <p:ph idx="1" type="body"/>
          </p:nvPr>
        </p:nvSpPr>
        <p:spPr>
          <a:xfrm>
            <a:off x="855300" y="1553825"/>
            <a:ext cx="6240900" cy="2834100"/>
          </a:xfrm>
          <a:prstGeom prst="rect">
            <a:avLst/>
          </a:prstGeom>
          <a:noFill/>
          <a:ln>
            <a:noFill/>
          </a:ln>
        </p:spPr>
        <p:txBody>
          <a:bodyPr anchorCtr="0" anchor="t" bIns="0" lIns="0" spcFirstLastPara="1" rIns="0" wrap="square" tIns="0">
            <a:noAutofit/>
          </a:bodyPr>
          <a:lstStyle>
            <a:lvl1pPr indent="-368300" lvl="0" marL="457200" marR="0" rtl="0" algn="l">
              <a:lnSpc>
                <a:spcPct val="115000"/>
              </a:lnSpc>
              <a:spcBef>
                <a:spcPts val="0"/>
              </a:spcBef>
              <a:spcAft>
                <a:spcPts val="0"/>
              </a:spcAft>
              <a:buClr>
                <a:schemeClr val="accent1"/>
              </a:buClr>
              <a:buSzPts val="2200"/>
              <a:buFont typeface="Space Grotesk Light"/>
              <a:buChar char="➢"/>
              <a:defRPr b="0" i="0" sz="2200" u="none" cap="none" strike="noStrike">
                <a:solidFill>
                  <a:schemeClr val="dk1"/>
                </a:solidFill>
                <a:latin typeface="Space Grotesk Light"/>
                <a:ea typeface="Space Grotesk Light"/>
                <a:cs typeface="Space Grotesk Light"/>
                <a:sym typeface="Space Grotesk Light"/>
              </a:defRPr>
            </a:lvl1pPr>
            <a:lvl2pPr indent="-368300" lvl="1" marL="914400" marR="0" rtl="0" algn="l">
              <a:lnSpc>
                <a:spcPct val="115000"/>
              </a:lnSpc>
              <a:spcBef>
                <a:spcPts val="800"/>
              </a:spcBef>
              <a:spcAft>
                <a:spcPts val="0"/>
              </a:spcAft>
              <a:buClr>
                <a:schemeClr val="accent1"/>
              </a:buClr>
              <a:buSzPts val="2200"/>
              <a:buFont typeface="Space Grotesk Light"/>
              <a:buChar char="▻"/>
              <a:defRPr b="0" i="0" sz="2200" u="none" cap="none" strike="noStrike">
                <a:solidFill>
                  <a:schemeClr val="dk1"/>
                </a:solidFill>
                <a:latin typeface="Space Grotesk Light"/>
                <a:ea typeface="Space Grotesk Light"/>
                <a:cs typeface="Space Grotesk Light"/>
                <a:sym typeface="Space Grotesk Light"/>
              </a:defRPr>
            </a:lvl2pPr>
            <a:lvl3pPr indent="-368300" lvl="2" marL="1371600" marR="0" rtl="0" algn="l">
              <a:lnSpc>
                <a:spcPct val="115000"/>
              </a:lnSpc>
              <a:spcBef>
                <a:spcPts val="800"/>
              </a:spcBef>
              <a:spcAft>
                <a:spcPts val="0"/>
              </a:spcAft>
              <a:buClr>
                <a:schemeClr val="dk1"/>
              </a:buClr>
              <a:buSzPts val="2200"/>
              <a:buFont typeface="Space Grotesk Light"/>
              <a:buChar char="■"/>
              <a:defRPr b="0" i="0" sz="2200" u="none" cap="none" strike="noStrike">
                <a:solidFill>
                  <a:schemeClr val="dk1"/>
                </a:solidFill>
                <a:latin typeface="Space Grotesk Light"/>
                <a:ea typeface="Space Grotesk Light"/>
                <a:cs typeface="Space Grotesk Light"/>
                <a:sym typeface="Space Grotesk Light"/>
              </a:defRPr>
            </a:lvl3pPr>
            <a:lvl4pPr indent="-368300" lvl="3" marL="1828800" marR="0" rtl="0" algn="l">
              <a:lnSpc>
                <a:spcPct val="115000"/>
              </a:lnSpc>
              <a:spcBef>
                <a:spcPts val="800"/>
              </a:spcBef>
              <a:spcAft>
                <a:spcPts val="0"/>
              </a:spcAft>
              <a:buClr>
                <a:schemeClr val="dk1"/>
              </a:buClr>
              <a:buSzPts val="2200"/>
              <a:buFont typeface="Space Grotesk Light"/>
              <a:buChar char="●"/>
              <a:defRPr b="0" i="0" sz="2200" u="none" cap="none" strike="noStrike">
                <a:solidFill>
                  <a:schemeClr val="dk1"/>
                </a:solidFill>
                <a:latin typeface="Space Grotesk Light"/>
                <a:ea typeface="Space Grotesk Light"/>
                <a:cs typeface="Space Grotesk Light"/>
                <a:sym typeface="Space Grotesk Light"/>
              </a:defRPr>
            </a:lvl4pPr>
            <a:lvl5pPr indent="-368300" lvl="4" marL="2286000" marR="0" rtl="0" algn="l">
              <a:lnSpc>
                <a:spcPct val="115000"/>
              </a:lnSpc>
              <a:spcBef>
                <a:spcPts val="800"/>
              </a:spcBef>
              <a:spcAft>
                <a:spcPts val="0"/>
              </a:spcAft>
              <a:buClr>
                <a:schemeClr val="dk1"/>
              </a:buClr>
              <a:buSzPts val="2200"/>
              <a:buFont typeface="Space Grotesk Light"/>
              <a:buChar char="○"/>
              <a:defRPr b="0" i="0" sz="2200" u="none" cap="none" strike="noStrike">
                <a:solidFill>
                  <a:schemeClr val="dk1"/>
                </a:solidFill>
                <a:latin typeface="Space Grotesk Light"/>
                <a:ea typeface="Space Grotesk Light"/>
                <a:cs typeface="Space Grotesk Light"/>
                <a:sym typeface="Space Grotesk Light"/>
              </a:defRPr>
            </a:lvl5pPr>
            <a:lvl6pPr indent="-368300" lvl="5" marL="2743200" marR="0" rtl="0" algn="l">
              <a:lnSpc>
                <a:spcPct val="115000"/>
              </a:lnSpc>
              <a:spcBef>
                <a:spcPts val="800"/>
              </a:spcBef>
              <a:spcAft>
                <a:spcPts val="0"/>
              </a:spcAft>
              <a:buClr>
                <a:schemeClr val="dk1"/>
              </a:buClr>
              <a:buSzPts val="2200"/>
              <a:buFont typeface="Space Grotesk Light"/>
              <a:buChar char="■"/>
              <a:defRPr b="0" i="0" sz="2200" u="none" cap="none" strike="noStrike">
                <a:solidFill>
                  <a:schemeClr val="dk1"/>
                </a:solidFill>
                <a:latin typeface="Space Grotesk Light"/>
                <a:ea typeface="Space Grotesk Light"/>
                <a:cs typeface="Space Grotesk Light"/>
                <a:sym typeface="Space Grotesk Light"/>
              </a:defRPr>
            </a:lvl6pPr>
            <a:lvl7pPr indent="-368300" lvl="6" marL="3200400" marR="0" rtl="0" algn="l">
              <a:lnSpc>
                <a:spcPct val="115000"/>
              </a:lnSpc>
              <a:spcBef>
                <a:spcPts val="800"/>
              </a:spcBef>
              <a:spcAft>
                <a:spcPts val="0"/>
              </a:spcAft>
              <a:buClr>
                <a:schemeClr val="dk1"/>
              </a:buClr>
              <a:buSzPts val="2200"/>
              <a:buFont typeface="Space Grotesk Light"/>
              <a:buChar char="●"/>
              <a:defRPr b="0" i="0" sz="2200" u="none" cap="none" strike="noStrike">
                <a:solidFill>
                  <a:schemeClr val="dk1"/>
                </a:solidFill>
                <a:latin typeface="Space Grotesk Light"/>
                <a:ea typeface="Space Grotesk Light"/>
                <a:cs typeface="Space Grotesk Light"/>
                <a:sym typeface="Space Grotesk Light"/>
              </a:defRPr>
            </a:lvl7pPr>
            <a:lvl8pPr indent="-368300" lvl="7" marL="3657600" marR="0" rtl="0" algn="l">
              <a:lnSpc>
                <a:spcPct val="115000"/>
              </a:lnSpc>
              <a:spcBef>
                <a:spcPts val="800"/>
              </a:spcBef>
              <a:spcAft>
                <a:spcPts val="0"/>
              </a:spcAft>
              <a:buClr>
                <a:schemeClr val="dk1"/>
              </a:buClr>
              <a:buSzPts val="2200"/>
              <a:buFont typeface="Space Grotesk Light"/>
              <a:buChar char="○"/>
              <a:defRPr b="0" i="0" sz="2200" u="none" cap="none" strike="noStrike">
                <a:solidFill>
                  <a:schemeClr val="dk1"/>
                </a:solidFill>
                <a:latin typeface="Space Grotesk Light"/>
                <a:ea typeface="Space Grotesk Light"/>
                <a:cs typeface="Space Grotesk Light"/>
                <a:sym typeface="Space Grotesk Light"/>
              </a:defRPr>
            </a:lvl8pPr>
            <a:lvl9pPr indent="-368300" lvl="8" marL="4114800" marR="0" rtl="0" algn="l">
              <a:lnSpc>
                <a:spcPct val="115000"/>
              </a:lnSpc>
              <a:spcBef>
                <a:spcPts val="800"/>
              </a:spcBef>
              <a:spcAft>
                <a:spcPts val="800"/>
              </a:spcAft>
              <a:buClr>
                <a:schemeClr val="dk1"/>
              </a:buClr>
              <a:buSzPts val="2200"/>
              <a:buFont typeface="Space Grotesk Light"/>
              <a:buChar char="■"/>
              <a:defRPr b="0" i="0" sz="2200" u="none" cap="none" strike="noStrike">
                <a:solidFill>
                  <a:schemeClr val="dk1"/>
                </a:solidFill>
                <a:latin typeface="Space Grotesk Light"/>
                <a:ea typeface="Space Grotesk Light"/>
                <a:cs typeface="Space Grotesk Light"/>
                <a:sym typeface="Space Grotesk Light"/>
              </a:defRPr>
            </a:lvl9pPr>
          </a:lstStyle>
          <a:p/>
        </p:txBody>
      </p:sp>
      <p:sp>
        <p:nvSpPr>
          <p:cNvPr id="8" name="Google Shape;8;p53"/>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lvl1pPr indent="0" lvl="0" marL="0" marR="0" rtl="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1pPr>
            <a:lvl2pPr indent="0" lvl="1" marL="0" marR="0" rtl="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2pPr>
            <a:lvl3pPr indent="0" lvl="2" marL="0" marR="0" rtl="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3pPr>
            <a:lvl4pPr indent="0" lvl="3" marL="0" marR="0" rtl="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4pPr>
            <a:lvl5pPr indent="0" lvl="4" marL="0" marR="0" rtl="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5pPr>
            <a:lvl6pPr indent="0" lvl="5" marL="0" marR="0" rtl="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6pPr>
            <a:lvl7pPr indent="0" lvl="6" marL="0" marR="0" rtl="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7pPr>
            <a:lvl8pPr indent="0" lvl="7" marL="0" marR="0" rtl="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8pPr>
            <a:lvl9pPr indent="0" lvl="8" marL="0" marR="0" rtl="0" algn="ct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Space Grotesk Light"/>
                <a:ea typeface="Space Grotesk Light"/>
                <a:cs typeface="Space Grotesk Light"/>
                <a:sym typeface="Space Grotesk Light"/>
              </a:defRPr>
            </a:lvl9pPr>
          </a:lstStyle>
          <a:p>
            <a:pPr indent="0" lvl="0" marL="0" rtl="0" algn="ct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goodreads.com/work/quotes/174961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3.jpg"/><Relationship Id="rId9" Type="http://schemas.openxmlformats.org/officeDocument/2006/relationships/image" Target="../media/image14.jpg"/><Relationship Id="rId5" Type="http://schemas.openxmlformats.org/officeDocument/2006/relationships/image" Target="../media/image16.jpg"/><Relationship Id="rId6" Type="http://schemas.openxmlformats.org/officeDocument/2006/relationships/image" Target="../media/image4.jpg"/><Relationship Id="rId7" Type="http://schemas.openxmlformats.org/officeDocument/2006/relationships/image" Target="../media/image11.jpg"/><Relationship Id="rId8"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0.jpg"/><Relationship Id="rId4" Type="http://schemas.openxmlformats.org/officeDocument/2006/relationships/image" Target="../media/image3.jpg"/><Relationship Id="rId9" Type="http://schemas.openxmlformats.org/officeDocument/2006/relationships/image" Target="../media/image14.jpg"/><Relationship Id="rId5" Type="http://schemas.openxmlformats.org/officeDocument/2006/relationships/image" Target="../media/image16.jpg"/><Relationship Id="rId6" Type="http://schemas.openxmlformats.org/officeDocument/2006/relationships/image" Target="../media/image4.jpg"/><Relationship Id="rId7" Type="http://schemas.openxmlformats.org/officeDocument/2006/relationships/image" Target="../media/image11.jpg"/><Relationship Id="rId8"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image" Target="../media/image3.jpg"/><Relationship Id="rId9" Type="http://schemas.openxmlformats.org/officeDocument/2006/relationships/image" Target="../media/image14.jpg"/><Relationship Id="rId5" Type="http://schemas.openxmlformats.org/officeDocument/2006/relationships/image" Target="../media/image16.jpg"/><Relationship Id="rId6" Type="http://schemas.openxmlformats.org/officeDocument/2006/relationships/image" Target="../media/image4.jpg"/><Relationship Id="rId7" Type="http://schemas.openxmlformats.org/officeDocument/2006/relationships/image" Target="../media/image11.jpg"/><Relationship Id="rId8"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www.merriam-webster.com/dictionary/hostilit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15.jpg"/><Relationship Id="rId4" Type="http://schemas.openxmlformats.org/officeDocument/2006/relationships/image" Target="../media/image18.jpg"/><Relationship Id="rId5"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4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kidshelpphone.ca/get-info/feeling-low-boost-your-self-esteem-these-tips/" TargetMode="External"/><Relationship Id="rId4" Type="http://schemas.openxmlformats.org/officeDocument/2006/relationships/hyperlink" Target="https://kidshelpphone.ca/get-info/anxiety-disorders-facts-about-most-common-types/" TargetMode="External"/><Relationship Id="rId5" Type="http://schemas.openxmlformats.org/officeDocument/2006/relationships/hyperlink" Target="https://kidshelpphone.ca/get-info/living-depression-symptoms-causes-treatments/" TargetMode="External"/><Relationship Id="rId6" Type="http://schemas.openxmlformats.org/officeDocument/2006/relationships/hyperlink" Target="https://kidshelpphone.ca/topic/bullying-abuse/bullying/" TargetMode="External"/><Relationship Id="rId7" Type="http://schemas.openxmlformats.org/officeDocument/2006/relationships/hyperlink" Target="https://kidshelpphone.ca/get-info/8-ways-foster-hope-your-daily-life/" TargetMode="External"/><Relationship Id="rId8" Type="http://schemas.openxmlformats.org/officeDocument/2006/relationships/hyperlink" Target="https://kidshelpphone.ca/get-info/feeling-lonely-here-are-some-ways-feel-better/"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2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2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image" Target="../media/image2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6.jpg"/><Relationship Id="rId4" Type="http://schemas.openxmlformats.org/officeDocument/2006/relationships/image" Target="../media/image25.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image" Target="../media/image29.jpg"/><Relationship Id="rId4" Type="http://schemas.openxmlformats.org/officeDocument/2006/relationships/image" Target="../media/image27.jpg"/><Relationship Id="rId5" Type="http://schemas.openxmlformats.org/officeDocument/2006/relationships/image" Target="../media/image30.jpg"/><Relationship Id="rId6" Type="http://schemas.openxmlformats.org/officeDocument/2006/relationships/image" Target="../media/image28.jpg"/><Relationship Id="rId7" Type="http://schemas.openxmlformats.org/officeDocument/2006/relationships/image" Target="../media/image32.jpg"/><Relationship Id="rId8" Type="http://schemas.openxmlformats.org/officeDocument/2006/relationships/image" Target="../media/image3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6.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1.jpg"/><Relationship Id="rId4" Type="http://schemas.openxmlformats.org/officeDocument/2006/relationships/image" Target="../media/image34.jpg"/><Relationship Id="rId5" Type="http://schemas.openxmlformats.org/officeDocument/2006/relationships/image" Target="../media/image35.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1"/>
          <p:cNvSpPr txBox="1"/>
          <p:nvPr>
            <p:ph type="ctrTitle"/>
          </p:nvPr>
        </p:nvSpPr>
        <p:spPr>
          <a:xfrm>
            <a:off x="1735675" y="1991825"/>
            <a:ext cx="5672700" cy="1159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SzPts val="5800"/>
              <a:buNone/>
            </a:pPr>
            <a:r>
              <a:rPr b="1" lang="fr-FR" sz="4400">
                <a:latin typeface="Palatino Linotype"/>
                <a:ea typeface="Palatino Linotype"/>
                <a:cs typeface="Palatino Linotype"/>
                <a:sym typeface="Palatino Linotype"/>
              </a:rPr>
              <a:t>Breaking Prejudice</a:t>
            </a:r>
            <a:br>
              <a:rPr b="1" lang="fr-FR">
                <a:latin typeface="Arial"/>
                <a:ea typeface="Arial"/>
                <a:cs typeface="Arial"/>
                <a:sym typeface="Arial"/>
              </a:rPr>
            </a:br>
            <a:endParaRPr/>
          </a:p>
        </p:txBody>
      </p:sp>
      <p:sp>
        <p:nvSpPr>
          <p:cNvPr id="728" name="Google Shape;728;p1"/>
          <p:cNvSpPr txBox="1"/>
          <p:nvPr/>
        </p:nvSpPr>
        <p:spPr>
          <a:xfrm>
            <a:off x="932750" y="2954425"/>
            <a:ext cx="754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Do you know what we call opinion in the absence of evidence? We call it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fr-FR" sz="1400" u="none" cap="none" strike="noStrike">
                <a:solidFill>
                  <a:srgbClr val="000000"/>
                </a:solidFill>
                <a:latin typeface="Palatino Linotype"/>
                <a:ea typeface="Palatino Linotype"/>
                <a:cs typeface="Palatino Linotype"/>
                <a:sym typeface="Palatino Linotype"/>
              </a:rPr>
            </a:br>
            <a:r>
              <a:rPr b="0" i="0" lang="fr-FR" sz="1400" u="none" cap="none" strike="noStrike">
                <a:solidFill>
                  <a:srgbClr val="000000"/>
                </a:solidFill>
                <a:latin typeface="Palatino Linotype"/>
                <a:ea typeface="Palatino Linotype"/>
                <a:cs typeface="Palatino Linotype"/>
                <a:sym typeface="Palatino Linotype"/>
              </a:rPr>
              <a:t>― </a:t>
            </a:r>
            <a:r>
              <a:rPr b="1" i="1" lang="fr-FR" sz="1400" u="none" cap="none" strike="noStrike">
                <a:solidFill>
                  <a:srgbClr val="000000"/>
                </a:solidFill>
                <a:latin typeface="Palatino Linotype"/>
                <a:ea typeface="Palatino Linotype"/>
                <a:cs typeface="Palatino Linotype"/>
                <a:sym typeface="Palatino Linotype"/>
              </a:rPr>
              <a:t>Michael Crichton, </a:t>
            </a:r>
            <a:r>
              <a:rPr b="1" i="1" lang="fr-FR" sz="1400" u="sng" cap="none" strike="noStrike">
                <a:solidFill>
                  <a:srgbClr val="000000"/>
                </a:solidFill>
                <a:latin typeface="Palatino Linotype"/>
                <a:ea typeface="Palatino Linotype"/>
                <a:cs typeface="Palatino Linotype"/>
                <a:sym typeface="Palatino Linotype"/>
                <a:hlinkClick r:id="rId3">
                  <a:extLst>
                    <a:ext uri="{A12FA001-AC4F-418D-AE19-62706E023703}">
                      <ahyp:hlinkClr val="tx"/>
                    </a:ext>
                  </a:extLst>
                </a:hlinkClick>
              </a:rPr>
              <a:t>State of Fear</a:t>
            </a:r>
            <a:endParaRPr b="0" i="1" sz="1400" u="none" cap="none" strike="noStrike">
              <a:solidFill>
                <a:srgbClr val="000000"/>
              </a:solidFill>
              <a:latin typeface="Palatino Linotype"/>
              <a:ea typeface="Palatino Linotype"/>
              <a:cs typeface="Palatino Linotype"/>
              <a:sym typeface="Palatino Linotype"/>
            </a:endParaRPr>
          </a:p>
        </p:txBody>
      </p:sp>
      <p:sp>
        <p:nvSpPr>
          <p:cNvPr id="729" name="Google Shape;729;p1"/>
          <p:cNvSpPr txBox="1"/>
          <p:nvPr/>
        </p:nvSpPr>
        <p:spPr>
          <a:xfrm>
            <a:off x="6872302" y="3000386"/>
            <a:ext cx="1571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prejudice.”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500"/>
                                        <p:tgtEl>
                                          <p:spTgt spid="7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gtEl>
                                        <p:attrNameLst>
                                          <p:attrName>style.visibility</p:attrName>
                                        </p:attrNameLst>
                                      </p:cBhvr>
                                      <p:to>
                                        <p:strVal val="visible"/>
                                      </p:to>
                                    </p:set>
                                    <p:animEffect filter="fade" transition="in">
                                      <p:cBhvr>
                                        <p:cTn dur="500"/>
                                        <p:tgtEl>
                                          <p:spTgt spid="7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2000"/>
                                        <p:tgtEl>
                                          <p:spTgt spid="7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2"/>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latin typeface="Palatino Linotype"/>
                <a:ea typeface="Palatino Linotype"/>
                <a:cs typeface="Palatino Linotype"/>
                <a:sym typeface="Palatino Linotype"/>
              </a:rPr>
              <a:t>OUTLINE</a:t>
            </a:r>
            <a:endParaRPr>
              <a:latin typeface="Palatino Linotype"/>
              <a:ea typeface="Palatino Linotype"/>
              <a:cs typeface="Palatino Linotype"/>
              <a:sym typeface="Palatino Linotype"/>
            </a:endParaRPr>
          </a:p>
        </p:txBody>
      </p:sp>
      <p:sp>
        <p:nvSpPr>
          <p:cNvPr id="735" name="Google Shape;735;p2"/>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736" name="Google Shape;736;p2"/>
          <p:cNvSpPr/>
          <p:nvPr/>
        </p:nvSpPr>
        <p:spPr>
          <a:xfrm>
            <a:off x="0" y="2357436"/>
            <a:ext cx="9144000" cy="1011043"/>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2286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7" name="Google Shape;737;p2"/>
          <p:cNvSpPr/>
          <p:nvPr/>
        </p:nvSpPr>
        <p:spPr>
          <a:xfrm>
            <a:off x="0" y="2357436"/>
            <a:ext cx="9144000" cy="1011043"/>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19050">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738" name="Google Shape;738;p2"/>
          <p:cNvGrpSpPr/>
          <p:nvPr/>
        </p:nvGrpSpPr>
        <p:grpSpPr>
          <a:xfrm>
            <a:off x="285720" y="2714626"/>
            <a:ext cx="473400" cy="473400"/>
            <a:chOff x="1786339" y="1703401"/>
            <a:chExt cx="473400" cy="473400"/>
          </a:xfrm>
        </p:grpSpPr>
        <p:sp>
          <p:nvSpPr>
            <p:cNvPr id="739" name="Google Shape;739;p2"/>
            <p:cNvSpPr/>
            <p:nvPr/>
          </p:nvSpPr>
          <p:spPr>
            <a:xfrm rot="8100000">
              <a:off x="1855667" y="1772729"/>
              <a:ext cx="334744" cy="334744"/>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Space Grotesk"/>
                <a:ea typeface="Space Grotesk"/>
                <a:cs typeface="Space Grotesk"/>
                <a:sym typeface="Space Grotesk"/>
              </a:endParaRPr>
            </a:p>
          </p:txBody>
        </p:sp>
        <p:sp>
          <p:nvSpPr>
            <p:cNvPr id="740" name="Google Shape;740;p2"/>
            <p:cNvSpPr/>
            <p:nvPr/>
          </p:nvSpPr>
          <p:spPr>
            <a:xfrm>
              <a:off x="195598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fr-FR" sz="600" u="none" cap="none" strike="noStrike">
                  <a:solidFill>
                    <a:schemeClr val="dk1"/>
                  </a:solidFill>
                  <a:latin typeface="Space Grotesk"/>
                  <a:ea typeface="Space Grotesk"/>
                  <a:cs typeface="Space Grotesk"/>
                  <a:sym typeface="Space Grotesk"/>
                </a:rPr>
                <a:t>1</a:t>
              </a:r>
              <a:endParaRPr b="0" i="0" sz="600" u="none" cap="none" strike="noStrike">
                <a:solidFill>
                  <a:schemeClr val="dk1"/>
                </a:solidFill>
                <a:latin typeface="Space Grotesk"/>
                <a:ea typeface="Space Grotesk"/>
                <a:cs typeface="Space Grotesk"/>
                <a:sym typeface="Space Grotesk"/>
              </a:endParaRPr>
            </a:p>
          </p:txBody>
        </p:sp>
      </p:grpSp>
      <p:grpSp>
        <p:nvGrpSpPr>
          <p:cNvPr id="741" name="Google Shape;741;p2"/>
          <p:cNvGrpSpPr/>
          <p:nvPr/>
        </p:nvGrpSpPr>
        <p:grpSpPr>
          <a:xfrm>
            <a:off x="2714612" y="3429006"/>
            <a:ext cx="473400" cy="473400"/>
            <a:chOff x="3814414" y="1703401"/>
            <a:chExt cx="473400" cy="473400"/>
          </a:xfrm>
        </p:grpSpPr>
        <p:sp>
          <p:nvSpPr>
            <p:cNvPr id="742" name="Google Shape;742;p2"/>
            <p:cNvSpPr/>
            <p:nvPr/>
          </p:nvSpPr>
          <p:spPr>
            <a:xfrm rot="8100000">
              <a:off x="3883742" y="1772729"/>
              <a:ext cx="334744" cy="334744"/>
            </a:xfrm>
            <a:prstGeom prst="teardrop">
              <a:avLst>
                <a:gd fmla="val 10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Space Grotesk"/>
                <a:ea typeface="Space Grotesk"/>
                <a:cs typeface="Space Grotesk"/>
                <a:sym typeface="Space Grotesk"/>
              </a:endParaRPr>
            </a:p>
          </p:txBody>
        </p:sp>
        <p:sp>
          <p:nvSpPr>
            <p:cNvPr id="743" name="Google Shape;743;p2"/>
            <p:cNvSpPr/>
            <p:nvPr/>
          </p:nvSpPr>
          <p:spPr>
            <a:xfrm>
              <a:off x="3984064"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fr-FR" sz="600" u="none" cap="none" strike="noStrike">
                  <a:solidFill>
                    <a:schemeClr val="dk1"/>
                  </a:solidFill>
                  <a:latin typeface="Space Grotesk"/>
                  <a:ea typeface="Space Grotesk"/>
                  <a:cs typeface="Space Grotesk"/>
                  <a:sym typeface="Space Grotesk"/>
                </a:rPr>
                <a:t>3</a:t>
              </a:r>
              <a:endParaRPr b="0" i="0" sz="600" u="none" cap="none" strike="noStrike">
                <a:solidFill>
                  <a:schemeClr val="dk1"/>
                </a:solidFill>
                <a:latin typeface="Space Grotesk"/>
                <a:ea typeface="Space Grotesk"/>
                <a:cs typeface="Space Grotesk"/>
                <a:sym typeface="Space Grotesk"/>
              </a:endParaRPr>
            </a:p>
          </p:txBody>
        </p:sp>
      </p:grpSp>
      <p:grpSp>
        <p:nvGrpSpPr>
          <p:cNvPr id="744" name="Google Shape;744;p2"/>
          <p:cNvGrpSpPr/>
          <p:nvPr/>
        </p:nvGrpSpPr>
        <p:grpSpPr>
          <a:xfrm>
            <a:off x="4714876" y="3429006"/>
            <a:ext cx="473400" cy="473400"/>
            <a:chOff x="5842489" y="1703401"/>
            <a:chExt cx="473400" cy="473400"/>
          </a:xfrm>
        </p:grpSpPr>
        <p:sp>
          <p:nvSpPr>
            <p:cNvPr id="745" name="Google Shape;745;p2"/>
            <p:cNvSpPr/>
            <p:nvPr/>
          </p:nvSpPr>
          <p:spPr>
            <a:xfrm rot="8100000">
              <a:off x="5911817" y="1772729"/>
              <a:ext cx="334744" cy="334744"/>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Space Grotesk"/>
                <a:ea typeface="Space Grotesk"/>
                <a:cs typeface="Space Grotesk"/>
                <a:sym typeface="Space Grotesk"/>
              </a:endParaRPr>
            </a:p>
          </p:txBody>
        </p:sp>
        <p:sp>
          <p:nvSpPr>
            <p:cNvPr id="746" name="Google Shape;746;p2"/>
            <p:cNvSpPr/>
            <p:nvPr/>
          </p:nvSpPr>
          <p:spPr>
            <a:xfrm>
              <a:off x="601213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fr-FR" sz="600" u="none" cap="none" strike="noStrike">
                  <a:solidFill>
                    <a:schemeClr val="dk1"/>
                  </a:solidFill>
                  <a:latin typeface="Space Grotesk"/>
                  <a:ea typeface="Space Grotesk"/>
                  <a:cs typeface="Space Grotesk"/>
                  <a:sym typeface="Space Grotesk"/>
                </a:rPr>
                <a:t>5</a:t>
              </a:r>
              <a:endParaRPr b="0" i="0" sz="600" u="none" cap="none" strike="noStrike">
                <a:solidFill>
                  <a:schemeClr val="dk1"/>
                </a:solidFill>
                <a:latin typeface="Space Grotesk"/>
                <a:ea typeface="Space Grotesk"/>
                <a:cs typeface="Space Grotesk"/>
                <a:sym typeface="Space Grotesk"/>
              </a:endParaRPr>
            </a:p>
          </p:txBody>
        </p:sp>
      </p:grpSp>
      <p:grpSp>
        <p:nvGrpSpPr>
          <p:cNvPr id="747" name="Google Shape;747;p2"/>
          <p:cNvGrpSpPr/>
          <p:nvPr/>
        </p:nvGrpSpPr>
        <p:grpSpPr>
          <a:xfrm>
            <a:off x="5857884" y="1785932"/>
            <a:ext cx="473400" cy="473400"/>
            <a:chOff x="6880814" y="3576300"/>
            <a:chExt cx="473400" cy="473400"/>
          </a:xfrm>
        </p:grpSpPr>
        <p:sp>
          <p:nvSpPr>
            <p:cNvPr id="748" name="Google Shape;748;p2"/>
            <p:cNvSpPr/>
            <p:nvPr/>
          </p:nvSpPr>
          <p:spPr>
            <a:xfrm rot="-2700000">
              <a:off x="6950142" y="3645628"/>
              <a:ext cx="334744" cy="334744"/>
            </a:xfrm>
            <a:prstGeom prst="teardrop">
              <a:avLst>
                <a:gd fmla="val 100000"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Space Grotesk"/>
                <a:ea typeface="Space Grotesk"/>
                <a:cs typeface="Space Grotesk"/>
                <a:sym typeface="Space Grotesk"/>
              </a:endParaRPr>
            </a:p>
          </p:txBody>
        </p:sp>
        <p:sp>
          <p:nvSpPr>
            <p:cNvPr id="749" name="Google Shape;749;p2"/>
            <p:cNvSpPr/>
            <p:nvPr/>
          </p:nvSpPr>
          <p:spPr>
            <a:xfrm flipH="1">
              <a:off x="705046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fr-FR" sz="600" u="none" cap="none" strike="noStrike">
                  <a:solidFill>
                    <a:schemeClr val="dk1"/>
                  </a:solidFill>
                  <a:latin typeface="Space Grotesk"/>
                  <a:ea typeface="Space Grotesk"/>
                  <a:cs typeface="Space Grotesk"/>
                  <a:sym typeface="Space Grotesk"/>
                </a:rPr>
                <a:t>6</a:t>
              </a:r>
              <a:endParaRPr b="0" i="0" sz="600" u="none" cap="none" strike="noStrike">
                <a:solidFill>
                  <a:schemeClr val="dk1"/>
                </a:solidFill>
                <a:latin typeface="Space Grotesk"/>
                <a:ea typeface="Space Grotesk"/>
                <a:cs typeface="Space Grotesk"/>
                <a:sym typeface="Space Grotesk"/>
              </a:endParaRPr>
            </a:p>
          </p:txBody>
        </p:sp>
      </p:grpSp>
      <p:grpSp>
        <p:nvGrpSpPr>
          <p:cNvPr id="750" name="Google Shape;750;p2"/>
          <p:cNvGrpSpPr/>
          <p:nvPr/>
        </p:nvGrpSpPr>
        <p:grpSpPr>
          <a:xfrm>
            <a:off x="3643306" y="1785932"/>
            <a:ext cx="473400" cy="473400"/>
            <a:chOff x="4852739" y="3576300"/>
            <a:chExt cx="473400" cy="473400"/>
          </a:xfrm>
        </p:grpSpPr>
        <p:sp>
          <p:nvSpPr>
            <p:cNvPr id="751" name="Google Shape;751;p2"/>
            <p:cNvSpPr/>
            <p:nvPr/>
          </p:nvSpPr>
          <p:spPr>
            <a:xfrm rot="-2700000">
              <a:off x="4922067" y="3645628"/>
              <a:ext cx="334744" cy="334744"/>
            </a:xfrm>
            <a:prstGeom prst="teardrop">
              <a:avLst>
                <a:gd fmla="val 10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Space Grotesk"/>
                <a:ea typeface="Space Grotesk"/>
                <a:cs typeface="Space Grotesk"/>
                <a:sym typeface="Space Grotesk"/>
              </a:endParaRPr>
            </a:p>
          </p:txBody>
        </p:sp>
        <p:sp>
          <p:nvSpPr>
            <p:cNvPr id="752" name="Google Shape;752;p2"/>
            <p:cNvSpPr/>
            <p:nvPr/>
          </p:nvSpPr>
          <p:spPr>
            <a:xfrm flipH="1">
              <a:off x="5022389"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fr-FR" sz="600" u="none" cap="none" strike="noStrike">
                  <a:solidFill>
                    <a:schemeClr val="dk1"/>
                  </a:solidFill>
                  <a:latin typeface="Space Grotesk"/>
                  <a:ea typeface="Space Grotesk"/>
                  <a:cs typeface="Space Grotesk"/>
                  <a:sym typeface="Space Grotesk"/>
                </a:rPr>
                <a:t>4</a:t>
              </a:r>
              <a:endParaRPr b="0" i="0" sz="600" u="none" cap="none" strike="noStrike">
                <a:solidFill>
                  <a:schemeClr val="dk1"/>
                </a:solidFill>
                <a:latin typeface="Space Grotesk"/>
                <a:ea typeface="Space Grotesk"/>
                <a:cs typeface="Space Grotesk"/>
                <a:sym typeface="Space Grotesk"/>
              </a:endParaRPr>
            </a:p>
          </p:txBody>
        </p:sp>
      </p:grpSp>
      <p:grpSp>
        <p:nvGrpSpPr>
          <p:cNvPr id="753" name="Google Shape;753;p2"/>
          <p:cNvGrpSpPr/>
          <p:nvPr/>
        </p:nvGrpSpPr>
        <p:grpSpPr>
          <a:xfrm>
            <a:off x="1643042" y="1785932"/>
            <a:ext cx="473400" cy="495645"/>
            <a:chOff x="2824664" y="3576300"/>
            <a:chExt cx="473400" cy="473400"/>
          </a:xfrm>
        </p:grpSpPr>
        <p:sp>
          <p:nvSpPr>
            <p:cNvPr id="754" name="Google Shape;754;p2"/>
            <p:cNvSpPr/>
            <p:nvPr/>
          </p:nvSpPr>
          <p:spPr>
            <a:xfrm rot="-2700000">
              <a:off x="2893992" y="3645628"/>
              <a:ext cx="334744" cy="334744"/>
            </a:xfrm>
            <a:prstGeom prst="teardrop">
              <a:avLst>
                <a:gd fmla="val 100000"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Space Grotesk"/>
                <a:ea typeface="Space Grotesk"/>
                <a:cs typeface="Space Grotesk"/>
                <a:sym typeface="Space Grotesk"/>
              </a:endParaRPr>
            </a:p>
          </p:txBody>
        </p:sp>
        <p:sp>
          <p:nvSpPr>
            <p:cNvPr id="755" name="Google Shape;755;p2"/>
            <p:cNvSpPr/>
            <p:nvPr/>
          </p:nvSpPr>
          <p:spPr>
            <a:xfrm flipH="1">
              <a:off x="299431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fr-FR" sz="600" u="none" cap="none" strike="noStrike">
                  <a:solidFill>
                    <a:schemeClr val="dk1"/>
                  </a:solidFill>
                  <a:latin typeface="Space Grotesk"/>
                  <a:ea typeface="Space Grotesk"/>
                  <a:cs typeface="Space Grotesk"/>
                  <a:sym typeface="Space Grotesk"/>
                </a:rPr>
                <a:t>2</a:t>
              </a:r>
              <a:endParaRPr b="0" i="0" sz="600" u="none" cap="none" strike="noStrike">
                <a:solidFill>
                  <a:schemeClr val="dk1"/>
                </a:solidFill>
                <a:latin typeface="Space Grotesk"/>
                <a:ea typeface="Space Grotesk"/>
                <a:cs typeface="Space Grotesk"/>
                <a:sym typeface="Space Grotesk"/>
              </a:endParaRPr>
            </a:p>
          </p:txBody>
        </p:sp>
      </p:grpSp>
      <p:sp>
        <p:nvSpPr>
          <p:cNvPr id="756" name="Google Shape;756;p2"/>
          <p:cNvSpPr txBox="1"/>
          <p:nvPr/>
        </p:nvSpPr>
        <p:spPr>
          <a:xfrm>
            <a:off x="0" y="2077789"/>
            <a:ext cx="1071538"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t/>
            </a:r>
            <a:endParaRPr b="1"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1" i="0" lang="fr-FR" sz="900" u="none" cap="none" strike="noStrike">
                <a:solidFill>
                  <a:schemeClr val="dk1"/>
                </a:solidFill>
                <a:latin typeface="Space Grotesk"/>
                <a:ea typeface="Space Grotesk"/>
                <a:cs typeface="Space Grotesk"/>
                <a:sym typeface="Space Grotesk"/>
              </a:rPr>
              <a:t>Choose your apprentice</a:t>
            </a:r>
            <a:endParaRPr b="1" i="0" sz="900" u="none" cap="none" strike="noStrike">
              <a:solidFill>
                <a:schemeClr val="dk1"/>
              </a:solidFill>
              <a:latin typeface="Space Grotesk"/>
              <a:ea typeface="Space Grotesk"/>
              <a:cs typeface="Space Grotesk"/>
              <a:sym typeface="Space Grotesk"/>
            </a:endParaRPr>
          </a:p>
        </p:txBody>
      </p:sp>
      <p:sp>
        <p:nvSpPr>
          <p:cNvPr id="757" name="Google Shape;757;p2"/>
          <p:cNvSpPr txBox="1"/>
          <p:nvPr/>
        </p:nvSpPr>
        <p:spPr>
          <a:xfrm>
            <a:off x="2285984" y="3929072"/>
            <a:ext cx="1286400" cy="214314"/>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fr-FR" sz="900" u="none" cap="none" strike="noStrike">
                <a:solidFill>
                  <a:schemeClr val="dk1"/>
                </a:solidFill>
                <a:latin typeface="Space Grotesk"/>
                <a:ea typeface="Space Grotesk"/>
                <a:cs typeface="Space Grotesk"/>
                <a:sym typeface="Space Grotesk"/>
              </a:rPr>
              <a:t>S</a:t>
            </a:r>
            <a:r>
              <a:rPr b="1" i="0" lang="fr-FR" sz="1000" u="none" cap="none" strike="noStrike">
                <a:solidFill>
                  <a:schemeClr val="dk1"/>
                </a:solidFill>
                <a:latin typeface="Space Grotesk"/>
                <a:ea typeface="Space Grotesk"/>
                <a:cs typeface="Space Grotesk"/>
                <a:sym typeface="Space Grotesk"/>
              </a:rPr>
              <a:t>ources  and origins of prejudice</a:t>
            </a:r>
            <a:endParaRPr b="1" i="0" sz="1000" u="none" cap="none" strike="noStrike">
              <a:solidFill>
                <a:schemeClr val="dk1"/>
              </a:solidFill>
              <a:latin typeface="Space Grotesk"/>
              <a:ea typeface="Space Grotesk"/>
              <a:cs typeface="Space Grotesk"/>
              <a:sym typeface="Space Grotesk"/>
            </a:endParaRPr>
          </a:p>
        </p:txBody>
      </p:sp>
      <p:sp>
        <p:nvSpPr>
          <p:cNvPr id="758" name="Google Shape;758;p2"/>
          <p:cNvSpPr txBox="1"/>
          <p:nvPr/>
        </p:nvSpPr>
        <p:spPr>
          <a:xfrm>
            <a:off x="4500562" y="3857634"/>
            <a:ext cx="1286400" cy="285752"/>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fr-FR" sz="900" u="none" cap="none" strike="noStrike">
                <a:solidFill>
                  <a:schemeClr val="dk1"/>
                </a:solidFill>
                <a:latin typeface="Space Grotesk"/>
                <a:ea typeface="Space Grotesk"/>
                <a:cs typeface="Space Grotesk"/>
                <a:sym typeface="Space Grotesk"/>
              </a:rPr>
              <a:t>Common stereotypes</a:t>
            </a:r>
            <a:endParaRPr b="1" i="0" sz="900" u="none" cap="none" strike="noStrike">
              <a:solidFill>
                <a:schemeClr val="dk1"/>
              </a:solidFill>
              <a:latin typeface="Space Grotesk"/>
              <a:ea typeface="Space Grotesk"/>
              <a:cs typeface="Space Grotesk"/>
              <a:sym typeface="Space Grotesk"/>
            </a:endParaRPr>
          </a:p>
        </p:txBody>
      </p:sp>
      <p:sp>
        <p:nvSpPr>
          <p:cNvPr id="759" name="Google Shape;759;p2"/>
          <p:cNvSpPr txBox="1"/>
          <p:nvPr/>
        </p:nvSpPr>
        <p:spPr>
          <a:xfrm>
            <a:off x="2418175" y="4063600"/>
            <a:ext cx="12864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Space Grotesk"/>
              <a:ea typeface="Space Grotesk"/>
              <a:cs typeface="Space Grotesk"/>
              <a:sym typeface="Space Grotesk"/>
            </a:endParaRPr>
          </a:p>
        </p:txBody>
      </p:sp>
      <p:sp>
        <p:nvSpPr>
          <p:cNvPr id="760" name="Google Shape;760;p2"/>
          <p:cNvSpPr txBox="1"/>
          <p:nvPr/>
        </p:nvSpPr>
        <p:spPr>
          <a:xfrm>
            <a:off x="3286116" y="1214428"/>
            <a:ext cx="12864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fr-FR" sz="1000" u="none" cap="none" strike="noStrike">
                <a:solidFill>
                  <a:schemeClr val="dk1"/>
                </a:solidFill>
                <a:latin typeface="Space Grotesk"/>
                <a:ea typeface="Space Grotesk"/>
                <a:cs typeface="Space Grotesk"/>
                <a:sym typeface="Space Grotesk"/>
              </a:rPr>
              <a:t>Consequences of prejudice</a:t>
            </a:r>
            <a:endParaRPr b="1" i="0" sz="1000" u="none" cap="none" strike="noStrike">
              <a:solidFill>
                <a:schemeClr val="dk1"/>
              </a:solidFill>
              <a:latin typeface="Space Grotesk"/>
              <a:ea typeface="Space Grotesk"/>
              <a:cs typeface="Space Grotesk"/>
              <a:sym typeface="Space Grotesk"/>
            </a:endParaRPr>
          </a:p>
        </p:txBody>
      </p:sp>
      <p:sp>
        <p:nvSpPr>
          <p:cNvPr id="761" name="Google Shape;761;p2"/>
          <p:cNvSpPr txBox="1"/>
          <p:nvPr/>
        </p:nvSpPr>
        <p:spPr>
          <a:xfrm>
            <a:off x="5500694" y="1357304"/>
            <a:ext cx="1286400" cy="39052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fr-FR" sz="1000" u="none" cap="none" strike="noStrike">
                <a:solidFill>
                  <a:schemeClr val="dk1"/>
                </a:solidFill>
                <a:latin typeface="Space Grotesk"/>
                <a:ea typeface="Space Grotesk"/>
                <a:cs typeface="Space Grotesk"/>
                <a:sym typeface="Space Grotesk"/>
              </a:rPr>
              <a:t>Interesting facts</a:t>
            </a:r>
            <a:endParaRPr b="1" i="0" sz="1000" u="none" cap="none" strike="noStrike">
              <a:solidFill>
                <a:schemeClr val="dk1"/>
              </a:solidFill>
              <a:latin typeface="Space Grotesk"/>
              <a:ea typeface="Space Grotesk"/>
              <a:cs typeface="Space Grotesk"/>
              <a:sym typeface="Space Grotesk"/>
            </a:endParaRPr>
          </a:p>
        </p:txBody>
      </p:sp>
      <p:sp>
        <p:nvSpPr>
          <p:cNvPr id="762" name="Google Shape;762;p2"/>
          <p:cNvSpPr txBox="1"/>
          <p:nvPr/>
        </p:nvSpPr>
        <p:spPr>
          <a:xfrm>
            <a:off x="1214414" y="1643056"/>
            <a:ext cx="1500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fr-FR" sz="900" u="none" cap="none" strike="noStrike">
                <a:solidFill>
                  <a:schemeClr val="dk1"/>
                </a:solidFill>
                <a:latin typeface="Space Grotesk"/>
                <a:ea typeface="Space Grotesk"/>
                <a:cs typeface="Space Grotesk"/>
                <a:sym typeface="Space Grotesk"/>
              </a:rPr>
              <a:t>Definitions/Differences</a:t>
            </a:r>
            <a:endParaRPr b="1" i="0" sz="900" u="none" cap="none" strike="noStrike">
              <a:solidFill>
                <a:schemeClr val="dk1"/>
              </a:solidFill>
              <a:latin typeface="Space Grotesk"/>
              <a:ea typeface="Space Grotesk"/>
              <a:cs typeface="Space Grotesk"/>
              <a:sym typeface="Space Grotesk"/>
            </a:endParaRPr>
          </a:p>
        </p:txBody>
      </p:sp>
      <p:grpSp>
        <p:nvGrpSpPr>
          <p:cNvPr id="763" name="Google Shape;763;p2"/>
          <p:cNvGrpSpPr/>
          <p:nvPr/>
        </p:nvGrpSpPr>
        <p:grpSpPr>
          <a:xfrm>
            <a:off x="6929454" y="3500444"/>
            <a:ext cx="571500" cy="473400"/>
            <a:chOff x="6880814" y="3576300"/>
            <a:chExt cx="473400" cy="473400"/>
          </a:xfrm>
        </p:grpSpPr>
        <p:sp>
          <p:nvSpPr>
            <p:cNvPr id="764" name="Google Shape;764;p2"/>
            <p:cNvSpPr/>
            <p:nvPr/>
          </p:nvSpPr>
          <p:spPr>
            <a:xfrm rot="-2700000">
              <a:off x="6950142" y="3645628"/>
              <a:ext cx="334744" cy="334744"/>
            </a:xfrm>
            <a:prstGeom prst="teardrop">
              <a:avLst>
                <a:gd fmla="val 100000"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Space Grotesk"/>
                <a:ea typeface="Space Grotesk"/>
                <a:cs typeface="Space Grotesk"/>
                <a:sym typeface="Space Grotesk"/>
              </a:endParaRPr>
            </a:p>
          </p:txBody>
        </p:sp>
        <p:sp>
          <p:nvSpPr>
            <p:cNvPr id="765" name="Google Shape;765;p2"/>
            <p:cNvSpPr/>
            <p:nvPr/>
          </p:nvSpPr>
          <p:spPr>
            <a:xfrm flipH="1">
              <a:off x="705046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fr-FR" sz="600" u="none" cap="none" strike="noStrike">
                  <a:solidFill>
                    <a:schemeClr val="dk1"/>
                  </a:solidFill>
                  <a:latin typeface="Space Grotesk"/>
                  <a:ea typeface="Space Grotesk"/>
                  <a:cs typeface="Space Grotesk"/>
                  <a:sym typeface="Space Grotesk"/>
                </a:rPr>
                <a:t>7</a:t>
              </a:r>
              <a:endParaRPr b="0" i="0" sz="600" u="none" cap="none" strike="noStrike">
                <a:solidFill>
                  <a:schemeClr val="dk1"/>
                </a:solidFill>
                <a:latin typeface="Space Grotesk"/>
                <a:ea typeface="Space Grotesk"/>
                <a:cs typeface="Space Grotesk"/>
                <a:sym typeface="Space Grotesk"/>
              </a:endParaRPr>
            </a:p>
          </p:txBody>
        </p:sp>
      </p:grpSp>
      <p:sp>
        <p:nvSpPr>
          <p:cNvPr id="766" name="Google Shape;766;p2"/>
          <p:cNvSpPr txBox="1"/>
          <p:nvPr/>
        </p:nvSpPr>
        <p:spPr>
          <a:xfrm>
            <a:off x="7439069" y="1385732"/>
            <a:ext cx="12858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fr-FR" sz="1000" u="none" cap="none" strike="noStrike">
                <a:solidFill>
                  <a:schemeClr val="dk1"/>
                </a:solidFill>
                <a:latin typeface="Space Grotesk"/>
                <a:ea typeface="Space Grotesk"/>
                <a:cs typeface="Space Grotesk"/>
                <a:sym typeface="Space Grotesk"/>
              </a:rPr>
              <a:t>Breaking prejudice</a:t>
            </a:r>
            <a:endParaRPr b="1" i="0" sz="1000" u="none" cap="none" strike="noStrike">
              <a:solidFill>
                <a:schemeClr val="dk1"/>
              </a:solidFill>
              <a:latin typeface="Space Grotesk"/>
              <a:ea typeface="Space Grotesk"/>
              <a:cs typeface="Space Grotesk"/>
              <a:sym typeface="Space Grotesk"/>
            </a:endParaRPr>
          </a:p>
        </p:txBody>
      </p:sp>
      <p:sp>
        <p:nvSpPr>
          <p:cNvPr id="767" name="Google Shape;767;p2"/>
          <p:cNvSpPr txBox="1"/>
          <p:nvPr/>
        </p:nvSpPr>
        <p:spPr>
          <a:xfrm>
            <a:off x="6572264" y="3929072"/>
            <a:ext cx="1285884" cy="5078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fr-FR" sz="900" u="none" cap="none" strike="noStrike">
                <a:solidFill>
                  <a:schemeClr val="dk1"/>
                </a:solidFill>
                <a:latin typeface="Space Grotesk"/>
                <a:ea typeface="Space Grotesk"/>
                <a:cs typeface="Space Grotesk"/>
                <a:sym typeface="Space Grotesk"/>
              </a:rPr>
              <a:t>Prejudice in the news</a:t>
            </a:r>
            <a:endParaRPr b="1"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1" i="0" lang="fr-FR" sz="900" u="none" cap="none" strike="noStrike">
                <a:solidFill>
                  <a:schemeClr val="dk1"/>
                </a:solidFill>
                <a:latin typeface="Space Grotesk"/>
                <a:ea typeface="Space Grotesk"/>
                <a:cs typeface="Space Grotesk"/>
                <a:sym typeface="Space Grotesk"/>
              </a:rPr>
              <a:t>Quiz </a:t>
            </a:r>
            <a:endParaRPr b="1" i="0" sz="1400" u="none" cap="none" strike="noStrike">
              <a:solidFill>
                <a:srgbClr val="000000"/>
              </a:solidFill>
              <a:latin typeface="Arial"/>
              <a:ea typeface="Arial"/>
              <a:cs typeface="Arial"/>
              <a:sym typeface="Arial"/>
            </a:endParaRPr>
          </a:p>
        </p:txBody>
      </p:sp>
      <p:grpSp>
        <p:nvGrpSpPr>
          <p:cNvPr id="768" name="Google Shape;768;p2"/>
          <p:cNvGrpSpPr/>
          <p:nvPr/>
        </p:nvGrpSpPr>
        <p:grpSpPr>
          <a:xfrm>
            <a:off x="7715272" y="1785932"/>
            <a:ext cx="571500" cy="473400"/>
            <a:chOff x="6880814" y="3576300"/>
            <a:chExt cx="473400" cy="473400"/>
          </a:xfrm>
        </p:grpSpPr>
        <p:sp>
          <p:nvSpPr>
            <p:cNvPr id="769" name="Google Shape;769;p2"/>
            <p:cNvSpPr/>
            <p:nvPr/>
          </p:nvSpPr>
          <p:spPr>
            <a:xfrm rot="-2700000">
              <a:off x="6950142" y="3645628"/>
              <a:ext cx="334744" cy="334744"/>
            </a:xfrm>
            <a:prstGeom prst="teardrop">
              <a:avLst>
                <a:gd fmla="val 100000"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Space Grotesk"/>
                <a:ea typeface="Space Grotesk"/>
                <a:cs typeface="Space Grotesk"/>
                <a:sym typeface="Space Grotesk"/>
              </a:endParaRPr>
            </a:p>
          </p:txBody>
        </p:sp>
        <p:sp>
          <p:nvSpPr>
            <p:cNvPr id="770" name="Google Shape;770;p2"/>
            <p:cNvSpPr/>
            <p:nvPr/>
          </p:nvSpPr>
          <p:spPr>
            <a:xfrm flipH="1">
              <a:off x="705046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fr-FR" sz="600" u="none" cap="none" strike="noStrike">
                  <a:solidFill>
                    <a:schemeClr val="dk1"/>
                  </a:solidFill>
                  <a:latin typeface="Space Grotesk"/>
                  <a:ea typeface="Space Grotesk"/>
                  <a:cs typeface="Space Grotesk"/>
                  <a:sym typeface="Space Grotesk"/>
                </a:rPr>
                <a:t>8</a:t>
              </a:r>
              <a:endParaRPr b="0" i="0" sz="600" u="none" cap="none" strike="noStrike">
                <a:solidFill>
                  <a:schemeClr val="dk1"/>
                </a:solidFill>
                <a:latin typeface="Space Grotesk"/>
                <a:ea typeface="Space Grotesk"/>
                <a:cs typeface="Space Grotesk"/>
                <a:sym typeface="Space Grotesk"/>
              </a:endParaRPr>
            </a:p>
          </p:txBody>
        </p:sp>
      </p:grpSp>
      <p:grpSp>
        <p:nvGrpSpPr>
          <p:cNvPr id="771" name="Google Shape;771;p2"/>
          <p:cNvGrpSpPr/>
          <p:nvPr/>
        </p:nvGrpSpPr>
        <p:grpSpPr>
          <a:xfrm>
            <a:off x="8286776" y="2500312"/>
            <a:ext cx="473400" cy="473400"/>
            <a:chOff x="4852739" y="3576300"/>
            <a:chExt cx="473400" cy="473400"/>
          </a:xfrm>
        </p:grpSpPr>
        <p:sp>
          <p:nvSpPr>
            <p:cNvPr id="772" name="Google Shape;772;p2"/>
            <p:cNvSpPr/>
            <p:nvPr/>
          </p:nvSpPr>
          <p:spPr>
            <a:xfrm rot="-2700000">
              <a:off x="4922067" y="3645628"/>
              <a:ext cx="334744" cy="334744"/>
            </a:xfrm>
            <a:prstGeom prst="teardrop">
              <a:avLst>
                <a:gd fmla="val 10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Space Grotesk"/>
                <a:ea typeface="Space Grotesk"/>
                <a:cs typeface="Space Grotesk"/>
                <a:sym typeface="Space Grotesk"/>
              </a:endParaRPr>
            </a:p>
          </p:txBody>
        </p:sp>
        <p:sp>
          <p:nvSpPr>
            <p:cNvPr id="773" name="Google Shape;773;p2"/>
            <p:cNvSpPr/>
            <p:nvPr/>
          </p:nvSpPr>
          <p:spPr>
            <a:xfrm flipH="1">
              <a:off x="5022389" y="3752502"/>
              <a:ext cx="116102" cy="180988"/>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chemeClr val="dk1"/>
                  </a:solidFill>
                  <a:latin typeface="Space Grotesk"/>
                  <a:ea typeface="Space Grotesk"/>
                  <a:cs typeface="Space Grotesk"/>
                  <a:sym typeface="Space Grotesk"/>
                </a:rPr>
                <a:t>9</a:t>
              </a:r>
              <a:endParaRPr b="0" i="0" sz="800" u="none" cap="none" strike="noStrike">
                <a:solidFill>
                  <a:schemeClr val="dk1"/>
                </a:solidFill>
                <a:latin typeface="Space Grotesk"/>
                <a:ea typeface="Space Grotesk"/>
                <a:cs typeface="Space Grotesk"/>
                <a:sym typeface="Space Grotesk"/>
              </a:endParaRPr>
            </a:p>
          </p:txBody>
        </p:sp>
      </p:grpSp>
      <p:sp>
        <p:nvSpPr>
          <p:cNvPr id="774" name="Google Shape;774;p2"/>
          <p:cNvSpPr txBox="1"/>
          <p:nvPr/>
        </p:nvSpPr>
        <p:spPr>
          <a:xfrm>
            <a:off x="8215338" y="3143254"/>
            <a:ext cx="785818"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fr-FR" sz="900" u="none" cap="none" strike="noStrike">
                <a:solidFill>
                  <a:schemeClr val="dk1"/>
                </a:solidFill>
                <a:latin typeface="Space Grotesk"/>
                <a:ea typeface="Space Grotesk"/>
                <a:cs typeface="Space Grotesk"/>
                <a:sym typeface="Space Grotesk"/>
              </a:rPr>
              <a:t>Grammar</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2000"/>
                                        <p:tgtEl>
                                          <p:spTgt spid="7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2000"/>
                                        <p:tgtEl>
                                          <p:spTgt spid="7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xEl>
                                              <p:pRg end="0" st="0"/>
                                            </p:txEl>
                                          </p:spTgt>
                                        </p:tgtEl>
                                        <p:attrNameLst>
                                          <p:attrName>style.visibility</p:attrName>
                                        </p:attrNameLst>
                                      </p:cBhvr>
                                      <p:to>
                                        <p:strVal val="visible"/>
                                      </p:to>
                                    </p:set>
                                    <p:animEffect filter="fade" transition="in">
                                      <p:cBhvr>
                                        <p:cTn dur="2000"/>
                                        <p:tgtEl>
                                          <p:spTgt spid="7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xEl>
                                              <p:pRg end="0" st="0"/>
                                            </p:txEl>
                                          </p:spTgt>
                                        </p:tgtEl>
                                        <p:attrNameLst>
                                          <p:attrName>style.visibility</p:attrName>
                                        </p:attrNameLst>
                                      </p:cBhvr>
                                      <p:to>
                                        <p:strVal val="visible"/>
                                      </p:to>
                                    </p:set>
                                    <p:animEffect filter="fade" transition="in">
                                      <p:cBhvr>
                                        <p:cTn dur="2000"/>
                                        <p:tgtEl>
                                          <p:spTgt spid="7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
                                            <p:txEl>
                                              <p:pRg end="0" st="0"/>
                                            </p:txEl>
                                          </p:spTgt>
                                        </p:tgtEl>
                                        <p:attrNameLst>
                                          <p:attrName>style.visibility</p:attrName>
                                        </p:attrNameLst>
                                      </p:cBhvr>
                                      <p:to>
                                        <p:strVal val="visible"/>
                                      </p:to>
                                    </p:set>
                                    <p:animEffect filter="fade" transition="in">
                                      <p:cBhvr>
                                        <p:cTn dur="2000"/>
                                        <p:tgtEl>
                                          <p:spTgt spid="7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0" st="0"/>
                                            </p:txEl>
                                          </p:spTgt>
                                        </p:tgtEl>
                                        <p:attrNameLst>
                                          <p:attrName>style.visibility</p:attrName>
                                        </p:attrNameLst>
                                      </p:cBhvr>
                                      <p:to>
                                        <p:strVal val="visible"/>
                                      </p:to>
                                    </p:set>
                                    <p:animEffect filter="fade" transition="in">
                                      <p:cBhvr>
                                        <p:cTn dur="2000"/>
                                        <p:tgtEl>
                                          <p:spTgt spid="7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1">
                                            <p:txEl>
                                              <p:pRg end="0" st="0"/>
                                            </p:txEl>
                                          </p:spTgt>
                                        </p:tgtEl>
                                        <p:attrNameLst>
                                          <p:attrName>style.visibility</p:attrName>
                                        </p:attrNameLst>
                                      </p:cBhvr>
                                      <p:to>
                                        <p:strVal val="visible"/>
                                      </p:to>
                                    </p:set>
                                    <p:animEffect filter="fade" transition="in">
                                      <p:cBhvr>
                                        <p:cTn dur="2000"/>
                                        <p:tgtEl>
                                          <p:spTgt spid="7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xEl>
                                              <p:pRg end="0" st="0"/>
                                            </p:txEl>
                                          </p:spTgt>
                                        </p:tgtEl>
                                        <p:attrNameLst>
                                          <p:attrName>style.visibility</p:attrName>
                                        </p:attrNameLst>
                                      </p:cBhvr>
                                      <p:to>
                                        <p:strVal val="visible"/>
                                      </p:to>
                                    </p:set>
                                    <p:animEffect filter="fade" transition="in">
                                      <p:cBhvr>
                                        <p:cTn dur="2000"/>
                                        <p:tgtEl>
                                          <p:spTgt spid="7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xEl>
                                              <p:pRg end="1" st="1"/>
                                            </p:txEl>
                                          </p:spTgt>
                                        </p:tgtEl>
                                        <p:attrNameLst>
                                          <p:attrName>style.visibility</p:attrName>
                                        </p:attrNameLst>
                                      </p:cBhvr>
                                      <p:to>
                                        <p:strVal val="visible"/>
                                      </p:to>
                                    </p:set>
                                    <p:animEffect filter="fade" transition="in">
                                      <p:cBhvr>
                                        <p:cTn dur="2000"/>
                                        <p:tgtEl>
                                          <p:spTgt spid="7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6">
                                            <p:txEl>
                                              <p:pRg end="0" st="0"/>
                                            </p:txEl>
                                          </p:spTgt>
                                        </p:tgtEl>
                                        <p:attrNameLst>
                                          <p:attrName>style.visibility</p:attrName>
                                        </p:attrNameLst>
                                      </p:cBhvr>
                                      <p:to>
                                        <p:strVal val="visible"/>
                                      </p:to>
                                    </p:set>
                                    <p:animEffect filter="fade" transition="in">
                                      <p:cBhvr>
                                        <p:cTn dur="2000"/>
                                        <p:tgtEl>
                                          <p:spTgt spid="7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xEl>
                                              <p:pRg end="0" st="0"/>
                                            </p:txEl>
                                          </p:spTgt>
                                        </p:tgtEl>
                                        <p:attrNameLst>
                                          <p:attrName>style.visibility</p:attrName>
                                        </p:attrNameLst>
                                      </p:cBhvr>
                                      <p:to>
                                        <p:strVal val="visible"/>
                                      </p:to>
                                    </p:set>
                                    <p:animEffect filter="fade" transition="in">
                                      <p:cBhvr>
                                        <p:cTn dur="2000"/>
                                        <p:tgtEl>
                                          <p:spTgt spid="77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3"/>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b="1" lang="fr-FR"/>
              <a:t>L</a:t>
            </a:r>
            <a:r>
              <a:rPr b="1" lang="fr-FR">
                <a:latin typeface="Palatino Linotype"/>
                <a:ea typeface="Palatino Linotype"/>
                <a:cs typeface="Palatino Linotype"/>
                <a:sym typeface="Palatino Linotype"/>
              </a:rPr>
              <a:t>earning</a:t>
            </a:r>
            <a:r>
              <a:rPr b="1" lang="fr-FR"/>
              <a:t> </a:t>
            </a:r>
            <a:r>
              <a:rPr b="1" lang="fr-FR">
                <a:latin typeface="Palatino Linotype"/>
                <a:ea typeface="Palatino Linotype"/>
                <a:cs typeface="Palatino Linotype"/>
                <a:sym typeface="Palatino Linotype"/>
              </a:rPr>
              <a:t>outcomes</a:t>
            </a:r>
            <a:endParaRPr b="1">
              <a:latin typeface="Palatino Linotype"/>
              <a:ea typeface="Palatino Linotype"/>
              <a:cs typeface="Palatino Linotype"/>
              <a:sym typeface="Palatino Linotype"/>
            </a:endParaRPr>
          </a:p>
        </p:txBody>
      </p:sp>
      <p:sp>
        <p:nvSpPr>
          <p:cNvPr id="780" name="Google Shape;780;p3"/>
          <p:cNvSpPr txBox="1"/>
          <p:nvPr>
            <p:ph idx="1" type="body"/>
          </p:nvPr>
        </p:nvSpPr>
        <p:spPr>
          <a:xfrm>
            <a:off x="428596" y="1714494"/>
            <a:ext cx="7786742" cy="2286017"/>
          </a:xfrm>
          <a:prstGeom prst="rect">
            <a:avLst/>
          </a:prstGeom>
          <a:noFill/>
          <a:ln>
            <a:noFill/>
          </a:ln>
        </p:spPr>
        <p:txBody>
          <a:bodyPr anchorCtr="0" anchor="t" bIns="0" lIns="0" spcFirstLastPara="1" rIns="0" wrap="square" tIns="0">
            <a:noAutofit/>
          </a:bodyPr>
          <a:lstStyle/>
          <a:p>
            <a:pPr indent="-381000" lvl="1" marL="914400" rtl="0" algn="l">
              <a:lnSpc>
                <a:spcPct val="115000"/>
              </a:lnSpc>
              <a:spcBef>
                <a:spcPts val="800"/>
              </a:spcBef>
              <a:spcAft>
                <a:spcPts val="0"/>
              </a:spcAft>
              <a:buSzPts val="2400"/>
              <a:buFont typeface="Space Grotesk"/>
              <a:buChar char="▻"/>
            </a:pPr>
            <a:r>
              <a:rPr b="1" lang="fr-FR" sz="1600">
                <a:latin typeface="Palatino Linotype"/>
                <a:ea typeface="Palatino Linotype"/>
                <a:cs typeface="Palatino Linotype"/>
                <a:sym typeface="Palatino Linotype"/>
              </a:rPr>
              <a:t>By the end of the lesson , you will be able to;</a:t>
            </a:r>
            <a:endParaRPr/>
          </a:p>
          <a:p>
            <a:pPr indent="-228600" lvl="1" marL="914400" rtl="0" algn="l">
              <a:lnSpc>
                <a:spcPct val="115000"/>
              </a:lnSpc>
              <a:spcBef>
                <a:spcPts val="800"/>
              </a:spcBef>
              <a:spcAft>
                <a:spcPts val="0"/>
              </a:spcAft>
              <a:buSzPts val="2400"/>
              <a:buFont typeface="Space Grotesk"/>
              <a:buNone/>
            </a:pPr>
            <a:r>
              <a:t/>
            </a:r>
            <a:endParaRPr b="1" sz="1600">
              <a:latin typeface="Palatino Linotype"/>
              <a:ea typeface="Palatino Linotype"/>
              <a:cs typeface="Palatino Linotype"/>
              <a:sym typeface="Palatino Linotype"/>
            </a:endParaRPr>
          </a:p>
          <a:p>
            <a:pPr indent="-381000" lvl="1" marL="914400" rtl="0" algn="l">
              <a:lnSpc>
                <a:spcPct val="115000"/>
              </a:lnSpc>
              <a:spcBef>
                <a:spcPts val="800"/>
              </a:spcBef>
              <a:spcAft>
                <a:spcPts val="0"/>
              </a:spcAft>
              <a:buSzPts val="2400"/>
              <a:buFont typeface="Space Grotesk"/>
              <a:buChar char="▻"/>
            </a:pPr>
            <a:r>
              <a:rPr b="1" lang="fr-FR" sz="1600">
                <a:latin typeface="Palatino Linotype"/>
                <a:ea typeface="Palatino Linotype"/>
                <a:cs typeface="Palatino Linotype"/>
                <a:sym typeface="Palatino Linotype"/>
              </a:rPr>
              <a:t>Develop your social intelligence by recognising prejudicial attitudes.</a:t>
            </a:r>
            <a:endParaRPr b="1" sz="1600">
              <a:latin typeface="Palatino Linotype"/>
              <a:ea typeface="Palatino Linotype"/>
              <a:cs typeface="Palatino Linotype"/>
              <a:sym typeface="Palatino Linotype"/>
            </a:endParaRPr>
          </a:p>
          <a:p>
            <a:pPr indent="-381000" lvl="1" marL="914400" rtl="0" algn="l">
              <a:lnSpc>
                <a:spcPct val="115000"/>
              </a:lnSpc>
              <a:spcBef>
                <a:spcPts val="800"/>
              </a:spcBef>
              <a:spcAft>
                <a:spcPts val="0"/>
              </a:spcAft>
              <a:buSzPts val="2400"/>
              <a:buFont typeface="Space Grotesk"/>
              <a:buChar char="▻"/>
            </a:pPr>
            <a:r>
              <a:rPr b="1" lang="fr-FR" sz="1600">
                <a:latin typeface="Palatino Linotype"/>
                <a:ea typeface="Palatino Linotype"/>
                <a:cs typeface="Palatino Linotype"/>
                <a:sym typeface="Palatino Linotype"/>
              </a:rPr>
              <a:t>Discuss the negative consequences of prejudice and the importance of empathy.</a:t>
            </a:r>
            <a:endParaRPr b="1" sz="1600">
              <a:latin typeface="Palatino Linotype"/>
              <a:ea typeface="Palatino Linotype"/>
              <a:cs typeface="Palatino Linotype"/>
              <a:sym typeface="Palatino Linotype"/>
            </a:endParaRPr>
          </a:p>
          <a:p>
            <a:pPr indent="-381000" lvl="1" marL="914400" rtl="0" algn="l">
              <a:lnSpc>
                <a:spcPct val="115000"/>
              </a:lnSpc>
              <a:spcBef>
                <a:spcPts val="800"/>
              </a:spcBef>
              <a:spcAft>
                <a:spcPts val="0"/>
              </a:spcAft>
              <a:buSzPts val="2400"/>
              <a:buFont typeface="Space Grotesk"/>
              <a:buChar char="▻"/>
            </a:pPr>
            <a:r>
              <a:rPr b="1" lang="fr-FR" sz="1600">
                <a:latin typeface="Palatino Linotype"/>
                <a:ea typeface="Palatino Linotype"/>
                <a:cs typeface="Palatino Linotype"/>
                <a:sym typeface="Palatino Linotype"/>
              </a:rPr>
              <a:t> Use text evidence to build understanding of what is read.</a:t>
            </a:r>
            <a:endParaRPr b="1" sz="1600">
              <a:latin typeface="Palatino Linotype"/>
              <a:ea typeface="Palatino Linotype"/>
              <a:cs typeface="Palatino Linotype"/>
              <a:sym typeface="Palatino Linotype"/>
            </a:endParaRPr>
          </a:p>
          <a:p>
            <a:pPr indent="-381000" lvl="1" marL="914400" rtl="0" algn="l">
              <a:lnSpc>
                <a:spcPct val="115000"/>
              </a:lnSpc>
              <a:spcBef>
                <a:spcPts val="800"/>
              </a:spcBef>
              <a:spcAft>
                <a:spcPts val="0"/>
              </a:spcAft>
              <a:buSzPts val="2400"/>
              <a:buFont typeface="Space Grotesk"/>
              <a:buChar char="▻"/>
            </a:pPr>
            <a:r>
              <a:rPr b="1" lang="fr-FR" sz="1600">
                <a:latin typeface="Palatino Linotype"/>
                <a:ea typeface="Palatino Linotype"/>
                <a:cs typeface="Palatino Linotype"/>
                <a:sym typeface="Palatino Linotype"/>
              </a:rPr>
              <a:t>Use modals to speculate and make deduction in the present.</a:t>
            </a:r>
            <a:endParaRPr b="1" sz="1600">
              <a:latin typeface="Palatino Linotype"/>
              <a:ea typeface="Palatino Linotype"/>
              <a:cs typeface="Palatino Linotype"/>
              <a:sym typeface="Palatino Linotype"/>
            </a:endParaRPr>
          </a:p>
          <a:p>
            <a:pPr indent="0" lvl="0" marL="0" rtl="0" algn="l">
              <a:lnSpc>
                <a:spcPct val="115000"/>
              </a:lnSpc>
              <a:spcBef>
                <a:spcPts val="800"/>
              </a:spcBef>
              <a:spcAft>
                <a:spcPts val="800"/>
              </a:spcAft>
              <a:buSzPts val="2200"/>
              <a:buFont typeface="Noto Sans Symbols"/>
              <a:buNone/>
            </a:pPr>
            <a:r>
              <a:t/>
            </a:r>
            <a:endParaRPr/>
          </a:p>
        </p:txBody>
      </p:sp>
      <p:sp>
        <p:nvSpPr>
          <p:cNvPr id="781" name="Google Shape;781;p3"/>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grpSp>
        <p:nvGrpSpPr>
          <p:cNvPr id="782" name="Google Shape;782;p3"/>
          <p:cNvGrpSpPr/>
          <p:nvPr/>
        </p:nvGrpSpPr>
        <p:grpSpPr>
          <a:xfrm>
            <a:off x="7072298" y="214296"/>
            <a:ext cx="2071698" cy="2714644"/>
            <a:chOff x="4539787" y="1011032"/>
            <a:chExt cx="598957" cy="720261"/>
          </a:xfrm>
        </p:grpSpPr>
        <p:sp>
          <p:nvSpPr>
            <p:cNvPr id="783" name="Google Shape;783;p3"/>
            <p:cNvSpPr/>
            <p:nvPr/>
          </p:nvSpPr>
          <p:spPr>
            <a:xfrm>
              <a:off x="4849480" y="1011032"/>
              <a:ext cx="289264" cy="340491"/>
            </a:xfrm>
            <a:custGeom>
              <a:rect b="b" l="l" r="r" t="t"/>
              <a:pathLst>
                <a:path extrusionOk="0" h="610" w="518">
                  <a:moveTo>
                    <a:pt x="26" y="275"/>
                  </a:moveTo>
                  <a:cubicBezTo>
                    <a:pt x="36" y="275"/>
                    <a:pt x="45" y="280"/>
                    <a:pt x="51" y="287"/>
                  </a:cubicBezTo>
                  <a:cubicBezTo>
                    <a:pt x="61" y="299"/>
                    <a:pt x="66" y="315"/>
                    <a:pt x="65" y="332"/>
                  </a:cubicBezTo>
                  <a:cubicBezTo>
                    <a:pt x="66" y="350"/>
                    <a:pt x="61" y="366"/>
                    <a:pt x="51" y="377"/>
                  </a:cubicBezTo>
                  <a:cubicBezTo>
                    <a:pt x="45" y="384"/>
                    <a:pt x="36" y="389"/>
                    <a:pt x="26" y="389"/>
                  </a:cubicBezTo>
                  <a:cubicBezTo>
                    <a:pt x="16" y="389"/>
                    <a:pt x="7" y="384"/>
                    <a:pt x="0" y="376"/>
                  </a:cubicBezTo>
                  <a:cubicBezTo>
                    <a:pt x="0" y="603"/>
                    <a:pt x="0" y="603"/>
                    <a:pt x="0" y="603"/>
                  </a:cubicBezTo>
                  <a:cubicBezTo>
                    <a:pt x="0" y="607"/>
                    <a:pt x="5" y="610"/>
                    <a:pt x="9" y="609"/>
                  </a:cubicBezTo>
                  <a:cubicBezTo>
                    <a:pt x="244" y="532"/>
                    <a:pt x="244" y="532"/>
                    <a:pt x="244" y="532"/>
                  </a:cubicBezTo>
                  <a:cubicBezTo>
                    <a:pt x="245" y="532"/>
                    <a:pt x="247" y="532"/>
                    <a:pt x="248" y="532"/>
                  </a:cubicBezTo>
                  <a:cubicBezTo>
                    <a:pt x="250" y="533"/>
                    <a:pt x="252" y="534"/>
                    <a:pt x="253" y="537"/>
                  </a:cubicBezTo>
                  <a:cubicBezTo>
                    <a:pt x="256" y="543"/>
                    <a:pt x="257" y="548"/>
                    <a:pt x="253" y="554"/>
                  </a:cubicBezTo>
                  <a:cubicBezTo>
                    <a:pt x="251" y="557"/>
                    <a:pt x="248" y="560"/>
                    <a:pt x="245" y="563"/>
                  </a:cubicBezTo>
                  <a:cubicBezTo>
                    <a:pt x="237" y="572"/>
                    <a:pt x="240" y="584"/>
                    <a:pt x="252" y="589"/>
                  </a:cubicBezTo>
                  <a:cubicBezTo>
                    <a:pt x="263" y="593"/>
                    <a:pt x="276" y="592"/>
                    <a:pt x="287" y="588"/>
                  </a:cubicBezTo>
                  <a:cubicBezTo>
                    <a:pt x="299" y="584"/>
                    <a:pt x="310" y="578"/>
                    <a:pt x="317" y="568"/>
                  </a:cubicBezTo>
                  <a:cubicBezTo>
                    <a:pt x="323" y="557"/>
                    <a:pt x="318" y="545"/>
                    <a:pt x="306" y="543"/>
                  </a:cubicBezTo>
                  <a:cubicBezTo>
                    <a:pt x="303" y="542"/>
                    <a:pt x="299" y="541"/>
                    <a:pt x="295" y="540"/>
                  </a:cubicBezTo>
                  <a:cubicBezTo>
                    <a:pt x="288" y="538"/>
                    <a:pt x="286" y="533"/>
                    <a:pt x="285" y="526"/>
                  </a:cubicBezTo>
                  <a:cubicBezTo>
                    <a:pt x="284" y="524"/>
                    <a:pt x="285" y="521"/>
                    <a:pt x="287" y="520"/>
                  </a:cubicBezTo>
                  <a:cubicBezTo>
                    <a:pt x="287" y="519"/>
                    <a:pt x="288" y="518"/>
                    <a:pt x="289" y="518"/>
                  </a:cubicBezTo>
                  <a:cubicBezTo>
                    <a:pt x="505" y="448"/>
                    <a:pt x="505" y="448"/>
                    <a:pt x="505" y="448"/>
                  </a:cubicBezTo>
                  <a:cubicBezTo>
                    <a:pt x="507" y="447"/>
                    <a:pt x="509" y="445"/>
                    <a:pt x="509" y="442"/>
                  </a:cubicBezTo>
                  <a:cubicBezTo>
                    <a:pt x="518" y="313"/>
                    <a:pt x="487" y="155"/>
                    <a:pt x="341" y="81"/>
                  </a:cubicBezTo>
                  <a:cubicBezTo>
                    <a:pt x="224" y="22"/>
                    <a:pt x="108" y="0"/>
                    <a:pt x="7" y="2"/>
                  </a:cubicBezTo>
                  <a:cubicBezTo>
                    <a:pt x="3" y="2"/>
                    <a:pt x="0" y="5"/>
                    <a:pt x="0" y="8"/>
                  </a:cubicBezTo>
                  <a:cubicBezTo>
                    <a:pt x="0" y="288"/>
                    <a:pt x="0" y="288"/>
                    <a:pt x="0" y="288"/>
                  </a:cubicBezTo>
                  <a:cubicBezTo>
                    <a:pt x="7" y="280"/>
                    <a:pt x="16" y="275"/>
                    <a:pt x="26" y="275"/>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84" name="Google Shape;784;p3"/>
            <p:cNvSpPr/>
            <p:nvPr/>
          </p:nvSpPr>
          <p:spPr>
            <a:xfrm>
              <a:off x="4599335" y="1012768"/>
              <a:ext cx="277094" cy="339188"/>
            </a:xfrm>
            <a:custGeom>
              <a:rect b="b" l="l" r="r" t="t"/>
              <a:pathLst>
                <a:path extrusionOk="0" h="608" w="496">
                  <a:moveTo>
                    <a:pt x="118" y="481"/>
                  </a:moveTo>
                  <a:cubicBezTo>
                    <a:pt x="121" y="472"/>
                    <a:pt x="128" y="464"/>
                    <a:pt x="137" y="461"/>
                  </a:cubicBezTo>
                  <a:cubicBezTo>
                    <a:pt x="151" y="455"/>
                    <a:pt x="168" y="455"/>
                    <a:pt x="184" y="461"/>
                  </a:cubicBezTo>
                  <a:cubicBezTo>
                    <a:pt x="201" y="466"/>
                    <a:pt x="215" y="476"/>
                    <a:pt x="222" y="488"/>
                  </a:cubicBezTo>
                  <a:cubicBezTo>
                    <a:pt x="228" y="497"/>
                    <a:pt x="229" y="507"/>
                    <a:pt x="226" y="516"/>
                  </a:cubicBezTo>
                  <a:cubicBezTo>
                    <a:pt x="223" y="526"/>
                    <a:pt x="216" y="533"/>
                    <a:pt x="206" y="536"/>
                  </a:cubicBezTo>
                  <a:cubicBezTo>
                    <a:pt x="421" y="606"/>
                    <a:pt x="421" y="606"/>
                    <a:pt x="421" y="606"/>
                  </a:cubicBezTo>
                  <a:cubicBezTo>
                    <a:pt x="426" y="608"/>
                    <a:pt x="430" y="605"/>
                    <a:pt x="430" y="600"/>
                  </a:cubicBezTo>
                  <a:cubicBezTo>
                    <a:pt x="430" y="353"/>
                    <a:pt x="430" y="353"/>
                    <a:pt x="430" y="353"/>
                  </a:cubicBezTo>
                  <a:cubicBezTo>
                    <a:pt x="430" y="352"/>
                    <a:pt x="430" y="351"/>
                    <a:pt x="431" y="350"/>
                  </a:cubicBezTo>
                  <a:cubicBezTo>
                    <a:pt x="432" y="347"/>
                    <a:pt x="434" y="346"/>
                    <a:pt x="437" y="345"/>
                  </a:cubicBezTo>
                  <a:cubicBezTo>
                    <a:pt x="443" y="345"/>
                    <a:pt x="449" y="345"/>
                    <a:pt x="453" y="351"/>
                  </a:cubicBezTo>
                  <a:cubicBezTo>
                    <a:pt x="455" y="354"/>
                    <a:pt x="457" y="358"/>
                    <a:pt x="459" y="361"/>
                  </a:cubicBezTo>
                  <a:cubicBezTo>
                    <a:pt x="465" y="371"/>
                    <a:pt x="478" y="373"/>
                    <a:pt x="486" y="363"/>
                  </a:cubicBezTo>
                  <a:cubicBezTo>
                    <a:pt x="493" y="354"/>
                    <a:pt x="496" y="341"/>
                    <a:pt x="496" y="329"/>
                  </a:cubicBezTo>
                  <a:cubicBezTo>
                    <a:pt x="496" y="317"/>
                    <a:pt x="493" y="304"/>
                    <a:pt x="486" y="295"/>
                  </a:cubicBezTo>
                  <a:cubicBezTo>
                    <a:pt x="478" y="286"/>
                    <a:pt x="465" y="287"/>
                    <a:pt x="459" y="297"/>
                  </a:cubicBezTo>
                  <a:cubicBezTo>
                    <a:pt x="457" y="300"/>
                    <a:pt x="455" y="304"/>
                    <a:pt x="453" y="307"/>
                  </a:cubicBezTo>
                  <a:cubicBezTo>
                    <a:pt x="449" y="313"/>
                    <a:pt x="443" y="313"/>
                    <a:pt x="437" y="313"/>
                  </a:cubicBezTo>
                  <a:cubicBezTo>
                    <a:pt x="434" y="313"/>
                    <a:pt x="432" y="311"/>
                    <a:pt x="431" y="309"/>
                  </a:cubicBezTo>
                  <a:cubicBezTo>
                    <a:pt x="430" y="308"/>
                    <a:pt x="430" y="307"/>
                    <a:pt x="430" y="305"/>
                  </a:cubicBezTo>
                  <a:cubicBezTo>
                    <a:pt x="430" y="7"/>
                    <a:pt x="430" y="7"/>
                    <a:pt x="430" y="7"/>
                  </a:cubicBezTo>
                  <a:cubicBezTo>
                    <a:pt x="430" y="3"/>
                    <a:pt x="427" y="0"/>
                    <a:pt x="423" y="0"/>
                  </a:cubicBezTo>
                  <a:cubicBezTo>
                    <a:pt x="346" y="5"/>
                    <a:pt x="279" y="23"/>
                    <a:pt x="231" y="49"/>
                  </a:cubicBezTo>
                  <a:cubicBezTo>
                    <a:pt x="64" y="136"/>
                    <a:pt x="15" y="299"/>
                    <a:pt x="3" y="405"/>
                  </a:cubicBezTo>
                  <a:cubicBezTo>
                    <a:pt x="0" y="431"/>
                    <a:pt x="7" y="453"/>
                    <a:pt x="14" y="472"/>
                  </a:cubicBezTo>
                  <a:cubicBezTo>
                    <a:pt x="15" y="473"/>
                    <a:pt x="16" y="475"/>
                    <a:pt x="18" y="475"/>
                  </a:cubicBezTo>
                  <a:cubicBezTo>
                    <a:pt x="122" y="509"/>
                    <a:pt x="122" y="509"/>
                    <a:pt x="122" y="509"/>
                  </a:cubicBezTo>
                  <a:cubicBezTo>
                    <a:pt x="117" y="501"/>
                    <a:pt x="115" y="490"/>
                    <a:pt x="118" y="481"/>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85" name="Google Shape;785;p3"/>
            <p:cNvSpPr/>
            <p:nvPr/>
          </p:nvSpPr>
          <p:spPr>
            <a:xfrm>
              <a:off x="4539787" y="1276220"/>
              <a:ext cx="295350" cy="349606"/>
            </a:xfrm>
            <a:custGeom>
              <a:rect b="b" l="l" r="r" t="t"/>
              <a:pathLst>
                <a:path extrusionOk="0" h="627" w="529">
                  <a:moveTo>
                    <a:pt x="313" y="412"/>
                  </a:moveTo>
                  <a:cubicBezTo>
                    <a:pt x="306" y="406"/>
                    <a:pt x="301" y="397"/>
                    <a:pt x="300" y="387"/>
                  </a:cubicBezTo>
                  <a:cubicBezTo>
                    <a:pt x="299" y="373"/>
                    <a:pt x="305" y="357"/>
                    <a:pt x="315" y="343"/>
                  </a:cubicBezTo>
                  <a:cubicBezTo>
                    <a:pt x="325" y="329"/>
                    <a:pt x="339" y="319"/>
                    <a:pt x="353" y="315"/>
                  </a:cubicBezTo>
                  <a:cubicBezTo>
                    <a:pt x="362" y="313"/>
                    <a:pt x="372" y="314"/>
                    <a:pt x="380" y="320"/>
                  </a:cubicBezTo>
                  <a:cubicBezTo>
                    <a:pt x="388" y="326"/>
                    <a:pt x="393" y="335"/>
                    <a:pt x="394" y="345"/>
                  </a:cubicBezTo>
                  <a:cubicBezTo>
                    <a:pt x="527" y="162"/>
                    <a:pt x="527" y="162"/>
                    <a:pt x="527" y="162"/>
                  </a:cubicBezTo>
                  <a:cubicBezTo>
                    <a:pt x="529" y="159"/>
                    <a:pt x="528" y="153"/>
                    <a:pt x="523" y="152"/>
                  </a:cubicBezTo>
                  <a:cubicBezTo>
                    <a:pt x="288" y="76"/>
                    <a:pt x="288" y="76"/>
                    <a:pt x="288" y="76"/>
                  </a:cubicBezTo>
                  <a:cubicBezTo>
                    <a:pt x="287" y="75"/>
                    <a:pt x="286" y="75"/>
                    <a:pt x="285" y="74"/>
                  </a:cubicBezTo>
                  <a:cubicBezTo>
                    <a:pt x="284" y="72"/>
                    <a:pt x="282" y="70"/>
                    <a:pt x="283" y="67"/>
                  </a:cubicBezTo>
                  <a:cubicBezTo>
                    <a:pt x="285" y="61"/>
                    <a:pt x="287" y="55"/>
                    <a:pt x="294" y="53"/>
                  </a:cubicBezTo>
                  <a:cubicBezTo>
                    <a:pt x="297" y="52"/>
                    <a:pt x="301" y="52"/>
                    <a:pt x="305" y="51"/>
                  </a:cubicBezTo>
                  <a:cubicBezTo>
                    <a:pt x="317" y="48"/>
                    <a:pt x="322" y="36"/>
                    <a:pt x="315" y="26"/>
                  </a:cubicBezTo>
                  <a:cubicBezTo>
                    <a:pt x="309" y="16"/>
                    <a:pt x="297" y="9"/>
                    <a:pt x="286" y="6"/>
                  </a:cubicBezTo>
                  <a:cubicBezTo>
                    <a:pt x="274" y="2"/>
                    <a:pt x="261" y="0"/>
                    <a:pt x="250" y="5"/>
                  </a:cubicBezTo>
                  <a:cubicBezTo>
                    <a:pt x="239" y="9"/>
                    <a:pt x="236" y="22"/>
                    <a:pt x="244" y="31"/>
                  </a:cubicBezTo>
                  <a:cubicBezTo>
                    <a:pt x="246" y="34"/>
                    <a:pt x="249" y="37"/>
                    <a:pt x="252" y="40"/>
                  </a:cubicBezTo>
                  <a:cubicBezTo>
                    <a:pt x="256" y="45"/>
                    <a:pt x="254" y="51"/>
                    <a:pt x="252" y="57"/>
                  </a:cubicBezTo>
                  <a:cubicBezTo>
                    <a:pt x="251" y="59"/>
                    <a:pt x="249" y="61"/>
                    <a:pt x="246" y="61"/>
                  </a:cubicBezTo>
                  <a:cubicBezTo>
                    <a:pt x="245" y="61"/>
                    <a:pt x="244" y="61"/>
                    <a:pt x="243" y="61"/>
                  </a:cubicBezTo>
                  <a:cubicBezTo>
                    <a:pt x="141" y="28"/>
                    <a:pt x="141" y="28"/>
                    <a:pt x="141" y="28"/>
                  </a:cubicBezTo>
                  <a:cubicBezTo>
                    <a:pt x="136" y="26"/>
                    <a:pt x="131" y="30"/>
                    <a:pt x="132" y="35"/>
                  </a:cubicBezTo>
                  <a:cubicBezTo>
                    <a:pt x="132" y="38"/>
                    <a:pt x="132" y="41"/>
                    <a:pt x="132" y="44"/>
                  </a:cubicBezTo>
                  <a:cubicBezTo>
                    <a:pt x="125" y="99"/>
                    <a:pt x="5" y="184"/>
                    <a:pt x="2" y="244"/>
                  </a:cubicBezTo>
                  <a:cubicBezTo>
                    <a:pt x="0" y="285"/>
                    <a:pt x="82" y="301"/>
                    <a:pt x="96" y="329"/>
                  </a:cubicBezTo>
                  <a:cubicBezTo>
                    <a:pt x="103" y="341"/>
                    <a:pt x="85" y="368"/>
                    <a:pt x="87" y="384"/>
                  </a:cubicBezTo>
                  <a:cubicBezTo>
                    <a:pt x="88" y="398"/>
                    <a:pt x="128" y="414"/>
                    <a:pt x="128" y="414"/>
                  </a:cubicBezTo>
                  <a:cubicBezTo>
                    <a:pt x="128" y="414"/>
                    <a:pt x="99" y="441"/>
                    <a:pt x="98" y="453"/>
                  </a:cubicBezTo>
                  <a:cubicBezTo>
                    <a:pt x="97" y="468"/>
                    <a:pt x="124" y="491"/>
                    <a:pt x="125" y="506"/>
                  </a:cubicBezTo>
                  <a:cubicBezTo>
                    <a:pt x="125" y="521"/>
                    <a:pt x="101" y="558"/>
                    <a:pt x="112" y="598"/>
                  </a:cubicBezTo>
                  <a:cubicBezTo>
                    <a:pt x="119" y="621"/>
                    <a:pt x="149" y="627"/>
                    <a:pt x="186" y="626"/>
                  </a:cubicBezTo>
                  <a:cubicBezTo>
                    <a:pt x="188" y="626"/>
                    <a:pt x="190" y="625"/>
                    <a:pt x="191" y="624"/>
                  </a:cubicBezTo>
                  <a:cubicBezTo>
                    <a:pt x="342" y="417"/>
                    <a:pt x="342" y="417"/>
                    <a:pt x="342" y="417"/>
                  </a:cubicBezTo>
                  <a:cubicBezTo>
                    <a:pt x="332" y="420"/>
                    <a:pt x="322" y="418"/>
                    <a:pt x="313" y="412"/>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86" name="Google Shape;786;p3"/>
            <p:cNvSpPr/>
            <p:nvPr/>
          </p:nvSpPr>
          <p:spPr>
            <a:xfrm>
              <a:off x="4854479" y="1272314"/>
              <a:ext cx="277529" cy="353078"/>
            </a:xfrm>
            <a:custGeom>
              <a:rect b="b" l="l" r="r" t="t"/>
              <a:pathLst>
                <a:path extrusionOk="0" h="633" w="497">
                  <a:moveTo>
                    <a:pt x="326" y="81"/>
                  </a:moveTo>
                  <a:cubicBezTo>
                    <a:pt x="328" y="91"/>
                    <a:pt x="327" y="101"/>
                    <a:pt x="322" y="109"/>
                  </a:cubicBezTo>
                  <a:cubicBezTo>
                    <a:pt x="314" y="122"/>
                    <a:pt x="300" y="131"/>
                    <a:pt x="284" y="136"/>
                  </a:cubicBezTo>
                  <a:cubicBezTo>
                    <a:pt x="267" y="142"/>
                    <a:pt x="250" y="142"/>
                    <a:pt x="237" y="137"/>
                  </a:cubicBezTo>
                  <a:cubicBezTo>
                    <a:pt x="227" y="133"/>
                    <a:pt x="220" y="126"/>
                    <a:pt x="217" y="117"/>
                  </a:cubicBezTo>
                  <a:cubicBezTo>
                    <a:pt x="214" y="107"/>
                    <a:pt x="216" y="97"/>
                    <a:pt x="222" y="88"/>
                  </a:cubicBezTo>
                  <a:cubicBezTo>
                    <a:pt x="6" y="158"/>
                    <a:pt x="6" y="158"/>
                    <a:pt x="6" y="158"/>
                  </a:cubicBezTo>
                  <a:cubicBezTo>
                    <a:pt x="2" y="160"/>
                    <a:pt x="0" y="165"/>
                    <a:pt x="3" y="168"/>
                  </a:cubicBezTo>
                  <a:cubicBezTo>
                    <a:pt x="148" y="368"/>
                    <a:pt x="148" y="368"/>
                    <a:pt x="148" y="368"/>
                  </a:cubicBezTo>
                  <a:cubicBezTo>
                    <a:pt x="149" y="369"/>
                    <a:pt x="149" y="370"/>
                    <a:pt x="150" y="372"/>
                  </a:cubicBezTo>
                  <a:cubicBezTo>
                    <a:pt x="150" y="374"/>
                    <a:pt x="149" y="377"/>
                    <a:pt x="147" y="378"/>
                  </a:cubicBezTo>
                  <a:cubicBezTo>
                    <a:pt x="142" y="382"/>
                    <a:pt x="137" y="386"/>
                    <a:pt x="131" y="383"/>
                  </a:cubicBezTo>
                  <a:cubicBezTo>
                    <a:pt x="127" y="382"/>
                    <a:pt x="124" y="380"/>
                    <a:pt x="120" y="379"/>
                  </a:cubicBezTo>
                  <a:cubicBezTo>
                    <a:pt x="109" y="374"/>
                    <a:pt x="98" y="381"/>
                    <a:pt x="97" y="393"/>
                  </a:cubicBezTo>
                  <a:cubicBezTo>
                    <a:pt x="96" y="404"/>
                    <a:pt x="102" y="417"/>
                    <a:pt x="109" y="426"/>
                  </a:cubicBezTo>
                  <a:cubicBezTo>
                    <a:pt x="116" y="436"/>
                    <a:pt x="126" y="445"/>
                    <a:pt x="137" y="448"/>
                  </a:cubicBezTo>
                  <a:cubicBezTo>
                    <a:pt x="149" y="451"/>
                    <a:pt x="159" y="443"/>
                    <a:pt x="158" y="431"/>
                  </a:cubicBezTo>
                  <a:cubicBezTo>
                    <a:pt x="158" y="427"/>
                    <a:pt x="157" y="423"/>
                    <a:pt x="157" y="419"/>
                  </a:cubicBezTo>
                  <a:cubicBezTo>
                    <a:pt x="156" y="412"/>
                    <a:pt x="161" y="408"/>
                    <a:pt x="167" y="405"/>
                  </a:cubicBezTo>
                  <a:cubicBezTo>
                    <a:pt x="169" y="403"/>
                    <a:pt x="171" y="404"/>
                    <a:pt x="174" y="405"/>
                  </a:cubicBezTo>
                  <a:cubicBezTo>
                    <a:pt x="175" y="405"/>
                    <a:pt x="176" y="406"/>
                    <a:pt x="176" y="407"/>
                  </a:cubicBezTo>
                  <a:cubicBezTo>
                    <a:pt x="336" y="627"/>
                    <a:pt x="336" y="627"/>
                    <a:pt x="336" y="627"/>
                  </a:cubicBezTo>
                  <a:cubicBezTo>
                    <a:pt x="340" y="633"/>
                    <a:pt x="349" y="630"/>
                    <a:pt x="348" y="623"/>
                  </a:cubicBezTo>
                  <a:cubicBezTo>
                    <a:pt x="345" y="577"/>
                    <a:pt x="342" y="510"/>
                    <a:pt x="356" y="414"/>
                  </a:cubicBezTo>
                  <a:cubicBezTo>
                    <a:pt x="372" y="311"/>
                    <a:pt x="417" y="234"/>
                    <a:pt x="461" y="143"/>
                  </a:cubicBezTo>
                  <a:cubicBezTo>
                    <a:pt x="475" y="114"/>
                    <a:pt x="489" y="66"/>
                    <a:pt x="497" y="9"/>
                  </a:cubicBezTo>
                  <a:cubicBezTo>
                    <a:pt x="497" y="4"/>
                    <a:pt x="493" y="0"/>
                    <a:pt x="488" y="2"/>
                  </a:cubicBezTo>
                  <a:cubicBezTo>
                    <a:pt x="305" y="61"/>
                    <a:pt x="305" y="61"/>
                    <a:pt x="305" y="61"/>
                  </a:cubicBezTo>
                  <a:cubicBezTo>
                    <a:pt x="315" y="64"/>
                    <a:pt x="322" y="72"/>
                    <a:pt x="326" y="81"/>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87" name="Google Shape;787;p3"/>
            <p:cNvSpPr/>
            <p:nvPr/>
          </p:nvSpPr>
          <p:spPr>
            <a:xfrm>
              <a:off x="4661491" y="1370403"/>
              <a:ext cx="388584" cy="360890"/>
            </a:xfrm>
            <a:custGeom>
              <a:rect b="b" l="l" r="r" t="t"/>
              <a:pathLst>
                <a:path extrusionOk="0" h="647" w="696">
                  <a:moveTo>
                    <a:pt x="506" y="283"/>
                  </a:moveTo>
                  <a:cubicBezTo>
                    <a:pt x="498" y="289"/>
                    <a:pt x="488" y="291"/>
                    <a:pt x="478" y="288"/>
                  </a:cubicBezTo>
                  <a:cubicBezTo>
                    <a:pt x="464" y="285"/>
                    <a:pt x="451" y="275"/>
                    <a:pt x="441" y="261"/>
                  </a:cubicBezTo>
                  <a:cubicBezTo>
                    <a:pt x="430" y="246"/>
                    <a:pt x="425" y="231"/>
                    <a:pt x="426" y="216"/>
                  </a:cubicBezTo>
                  <a:cubicBezTo>
                    <a:pt x="427" y="206"/>
                    <a:pt x="432" y="197"/>
                    <a:pt x="439" y="192"/>
                  </a:cubicBezTo>
                  <a:cubicBezTo>
                    <a:pt x="447" y="186"/>
                    <a:pt x="458" y="184"/>
                    <a:pt x="468" y="187"/>
                  </a:cubicBezTo>
                  <a:cubicBezTo>
                    <a:pt x="334" y="4"/>
                    <a:pt x="334" y="4"/>
                    <a:pt x="334" y="4"/>
                  </a:cubicBezTo>
                  <a:cubicBezTo>
                    <a:pt x="332" y="0"/>
                    <a:pt x="326" y="0"/>
                    <a:pt x="324" y="4"/>
                  </a:cubicBezTo>
                  <a:cubicBezTo>
                    <a:pt x="178" y="204"/>
                    <a:pt x="178" y="204"/>
                    <a:pt x="178" y="204"/>
                  </a:cubicBezTo>
                  <a:cubicBezTo>
                    <a:pt x="178" y="205"/>
                    <a:pt x="177" y="205"/>
                    <a:pt x="176" y="206"/>
                  </a:cubicBezTo>
                  <a:cubicBezTo>
                    <a:pt x="173" y="207"/>
                    <a:pt x="171" y="207"/>
                    <a:pt x="169" y="206"/>
                  </a:cubicBezTo>
                  <a:cubicBezTo>
                    <a:pt x="163" y="202"/>
                    <a:pt x="159" y="199"/>
                    <a:pt x="159" y="192"/>
                  </a:cubicBezTo>
                  <a:cubicBezTo>
                    <a:pt x="159" y="188"/>
                    <a:pt x="160" y="184"/>
                    <a:pt x="160" y="180"/>
                  </a:cubicBezTo>
                  <a:cubicBezTo>
                    <a:pt x="161" y="168"/>
                    <a:pt x="151" y="159"/>
                    <a:pt x="139" y="162"/>
                  </a:cubicBezTo>
                  <a:cubicBezTo>
                    <a:pt x="128" y="165"/>
                    <a:pt x="118" y="174"/>
                    <a:pt x="111" y="184"/>
                  </a:cubicBezTo>
                  <a:cubicBezTo>
                    <a:pt x="104" y="194"/>
                    <a:pt x="98" y="206"/>
                    <a:pt x="99" y="218"/>
                  </a:cubicBezTo>
                  <a:cubicBezTo>
                    <a:pt x="100" y="230"/>
                    <a:pt x="111" y="236"/>
                    <a:pt x="122" y="232"/>
                  </a:cubicBezTo>
                  <a:cubicBezTo>
                    <a:pt x="126" y="230"/>
                    <a:pt x="129" y="228"/>
                    <a:pt x="133" y="227"/>
                  </a:cubicBezTo>
                  <a:cubicBezTo>
                    <a:pt x="140" y="225"/>
                    <a:pt x="144" y="228"/>
                    <a:pt x="149" y="232"/>
                  </a:cubicBezTo>
                  <a:cubicBezTo>
                    <a:pt x="152" y="234"/>
                    <a:pt x="152" y="236"/>
                    <a:pt x="152" y="239"/>
                  </a:cubicBezTo>
                  <a:cubicBezTo>
                    <a:pt x="152" y="240"/>
                    <a:pt x="151" y="241"/>
                    <a:pt x="151" y="242"/>
                  </a:cubicBezTo>
                  <a:cubicBezTo>
                    <a:pt x="4" y="444"/>
                    <a:pt x="4" y="444"/>
                    <a:pt x="4" y="444"/>
                  </a:cubicBezTo>
                  <a:cubicBezTo>
                    <a:pt x="0" y="449"/>
                    <a:pt x="4" y="455"/>
                    <a:pt x="10" y="455"/>
                  </a:cubicBezTo>
                  <a:cubicBezTo>
                    <a:pt x="72" y="448"/>
                    <a:pt x="138" y="432"/>
                    <a:pt x="147" y="440"/>
                  </a:cubicBezTo>
                  <a:cubicBezTo>
                    <a:pt x="174" y="465"/>
                    <a:pt x="143" y="537"/>
                    <a:pt x="158" y="561"/>
                  </a:cubicBezTo>
                  <a:cubicBezTo>
                    <a:pt x="180" y="598"/>
                    <a:pt x="517" y="647"/>
                    <a:pt x="683" y="531"/>
                  </a:cubicBezTo>
                  <a:cubicBezTo>
                    <a:pt x="691" y="525"/>
                    <a:pt x="695" y="517"/>
                    <a:pt x="696" y="504"/>
                  </a:cubicBezTo>
                  <a:cubicBezTo>
                    <a:pt x="696" y="502"/>
                    <a:pt x="696" y="501"/>
                    <a:pt x="695" y="500"/>
                  </a:cubicBezTo>
                  <a:cubicBezTo>
                    <a:pt x="519" y="258"/>
                    <a:pt x="519" y="258"/>
                    <a:pt x="519" y="258"/>
                  </a:cubicBezTo>
                  <a:cubicBezTo>
                    <a:pt x="519" y="268"/>
                    <a:pt x="514" y="278"/>
                    <a:pt x="506" y="283"/>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0" st="0"/>
                                            </p:txEl>
                                          </p:spTgt>
                                        </p:tgtEl>
                                        <p:attrNameLst>
                                          <p:attrName>style.visibility</p:attrName>
                                        </p:attrNameLst>
                                      </p:cBhvr>
                                      <p:to>
                                        <p:strVal val="visible"/>
                                      </p:to>
                                    </p:set>
                                    <p:animEffect filter="fade" transition="in">
                                      <p:cBhvr>
                                        <p:cTn dur="2000"/>
                                        <p:tgtEl>
                                          <p:spTgt spid="7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1" st="1"/>
                                            </p:txEl>
                                          </p:spTgt>
                                        </p:tgtEl>
                                        <p:attrNameLst>
                                          <p:attrName>style.visibility</p:attrName>
                                        </p:attrNameLst>
                                      </p:cBhvr>
                                      <p:to>
                                        <p:strVal val="visible"/>
                                      </p:to>
                                    </p:set>
                                    <p:animEffect filter="fade" transition="in">
                                      <p:cBhvr>
                                        <p:cTn dur="2000"/>
                                        <p:tgtEl>
                                          <p:spTgt spid="7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2" st="2"/>
                                            </p:txEl>
                                          </p:spTgt>
                                        </p:tgtEl>
                                        <p:attrNameLst>
                                          <p:attrName>style.visibility</p:attrName>
                                        </p:attrNameLst>
                                      </p:cBhvr>
                                      <p:to>
                                        <p:strVal val="visible"/>
                                      </p:to>
                                    </p:set>
                                    <p:animEffect filter="fade" transition="in">
                                      <p:cBhvr>
                                        <p:cTn dur="2000"/>
                                        <p:tgtEl>
                                          <p:spTgt spid="7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3" st="3"/>
                                            </p:txEl>
                                          </p:spTgt>
                                        </p:tgtEl>
                                        <p:attrNameLst>
                                          <p:attrName>style.visibility</p:attrName>
                                        </p:attrNameLst>
                                      </p:cBhvr>
                                      <p:to>
                                        <p:strVal val="visible"/>
                                      </p:to>
                                    </p:set>
                                    <p:animEffect filter="fade" transition="in">
                                      <p:cBhvr>
                                        <p:cTn dur="2000"/>
                                        <p:tgtEl>
                                          <p:spTgt spid="7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4" st="4"/>
                                            </p:txEl>
                                          </p:spTgt>
                                        </p:tgtEl>
                                        <p:attrNameLst>
                                          <p:attrName>style.visibility</p:attrName>
                                        </p:attrNameLst>
                                      </p:cBhvr>
                                      <p:to>
                                        <p:strVal val="visible"/>
                                      </p:to>
                                    </p:set>
                                    <p:animEffect filter="fade" transition="in">
                                      <p:cBhvr>
                                        <p:cTn dur="2000"/>
                                        <p:tgtEl>
                                          <p:spTgt spid="7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5" st="5"/>
                                            </p:txEl>
                                          </p:spTgt>
                                        </p:tgtEl>
                                        <p:attrNameLst>
                                          <p:attrName>style.visibility</p:attrName>
                                        </p:attrNameLst>
                                      </p:cBhvr>
                                      <p:to>
                                        <p:strVal val="visible"/>
                                      </p:to>
                                    </p:set>
                                    <p:animEffect filter="fade" transition="in">
                                      <p:cBhvr>
                                        <p:cTn dur="2000"/>
                                        <p:tgtEl>
                                          <p:spTgt spid="78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6" st="6"/>
                                            </p:txEl>
                                          </p:spTgt>
                                        </p:tgtEl>
                                        <p:attrNameLst>
                                          <p:attrName>style.visibility</p:attrName>
                                        </p:attrNameLst>
                                      </p:cBhvr>
                                      <p:to>
                                        <p:strVal val="visible"/>
                                      </p:to>
                                    </p:set>
                                    <p:animEffect filter="fade" transition="in">
                                      <p:cBhvr>
                                        <p:cTn dur="2000"/>
                                        <p:tgtEl>
                                          <p:spTgt spid="78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4"/>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br>
              <a:rPr lang="fr-FR"/>
            </a:br>
            <a:r>
              <a:rPr b="1" lang="fr-FR" sz="3100">
                <a:latin typeface="Space Grotesk"/>
                <a:ea typeface="Space Grotesk"/>
                <a:cs typeface="Space Grotesk"/>
                <a:sym typeface="Space Grotesk"/>
              </a:rPr>
              <a:t>Have you ever wondered how you make decisions?</a:t>
            </a:r>
            <a:br>
              <a:rPr b="1" lang="fr-FR" sz="3100">
                <a:latin typeface="Space Grotesk"/>
                <a:ea typeface="Space Grotesk"/>
                <a:cs typeface="Space Grotesk"/>
                <a:sym typeface="Space Grotesk"/>
              </a:rPr>
            </a:br>
            <a:endParaRPr b="1" sz="3100">
              <a:latin typeface="Space Grotesk"/>
              <a:ea typeface="Space Grotesk"/>
              <a:cs typeface="Space Grotesk"/>
              <a:sym typeface="Space Grotesk"/>
            </a:endParaRPr>
          </a:p>
        </p:txBody>
      </p:sp>
      <p:sp>
        <p:nvSpPr>
          <p:cNvPr id="793" name="Google Shape;793;p4"/>
          <p:cNvSpPr txBox="1"/>
          <p:nvPr>
            <p:ph idx="1" type="body"/>
          </p:nvPr>
        </p:nvSpPr>
        <p:spPr>
          <a:xfrm>
            <a:off x="0" y="857239"/>
            <a:ext cx="8786842" cy="571503"/>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Font typeface="Space Grotesk"/>
              <a:buChar char="➢"/>
            </a:pPr>
            <a:r>
              <a:rPr b="1" lang="fr-FR">
                <a:latin typeface="Space Grotesk"/>
                <a:ea typeface="Space Grotesk"/>
                <a:cs typeface="Space Grotesk"/>
                <a:sym typeface="Space Grotesk"/>
              </a:rPr>
              <a:t>Take a look at these two tables...</a:t>
            </a:r>
            <a:endParaRPr b="1">
              <a:latin typeface="Space Grotesk"/>
              <a:ea typeface="Space Grotesk"/>
              <a:cs typeface="Space Grotesk"/>
              <a:sym typeface="Space Grotesk"/>
            </a:endParaRPr>
          </a:p>
        </p:txBody>
      </p:sp>
      <p:sp>
        <p:nvSpPr>
          <p:cNvPr id="794" name="Google Shape;794;p4"/>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pic>
        <p:nvPicPr>
          <p:cNvPr descr="téléchargement (1).jpg" id="795" name="Google Shape;795;p4"/>
          <p:cNvPicPr preferRelativeResize="0"/>
          <p:nvPr/>
        </p:nvPicPr>
        <p:blipFill rotWithShape="1">
          <a:blip r:embed="rId3">
            <a:alphaModFix/>
          </a:blip>
          <a:srcRect b="0" l="0" r="0" t="0"/>
          <a:stretch/>
        </p:blipFill>
        <p:spPr>
          <a:xfrm>
            <a:off x="928662" y="1547812"/>
            <a:ext cx="7286676" cy="2047875"/>
          </a:xfrm>
          <a:prstGeom prst="rect">
            <a:avLst/>
          </a:prstGeom>
          <a:noFill/>
          <a:ln>
            <a:noFill/>
          </a:ln>
        </p:spPr>
      </p:pic>
      <p:sp>
        <p:nvSpPr>
          <p:cNvPr id="796" name="Google Shape;796;p4"/>
          <p:cNvSpPr txBox="1"/>
          <p:nvPr/>
        </p:nvSpPr>
        <p:spPr>
          <a:xfrm>
            <a:off x="1142976" y="4071948"/>
            <a:ext cx="6643734"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1" i="0" lang="fr-FR" sz="2200" u="none" cap="none" strike="noStrike">
                <a:solidFill>
                  <a:schemeClr val="dk1"/>
                </a:solidFill>
                <a:latin typeface="Space Grotesk"/>
                <a:ea typeface="Space Grotesk"/>
                <a:cs typeface="Space Grotesk"/>
                <a:sym typeface="Space Grotesk"/>
              </a:rPr>
              <a:t>Which one do you think seems longer?</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2"/>
                                        </p:tgtEl>
                                        <p:attrNameLst>
                                          <p:attrName>style.visibility</p:attrName>
                                        </p:attrNameLst>
                                      </p:cBhvr>
                                      <p:to>
                                        <p:strVal val="visible"/>
                                      </p:to>
                                    </p:set>
                                    <p:animEffect filter="fade" transition="in">
                                      <p:cBhvr>
                                        <p:cTn dur="500"/>
                                        <p:tgtEl>
                                          <p:spTgt spid="7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xEl>
                                              <p:pRg end="0" st="0"/>
                                            </p:txEl>
                                          </p:spTgt>
                                        </p:tgtEl>
                                        <p:attrNameLst>
                                          <p:attrName>style.visibility</p:attrName>
                                        </p:attrNameLst>
                                      </p:cBhvr>
                                      <p:to>
                                        <p:strVal val="visible"/>
                                      </p:to>
                                    </p:set>
                                    <p:animEffect filter="fade" transition="in">
                                      <p:cBhvr>
                                        <p:cTn dur="2000"/>
                                        <p:tgtEl>
                                          <p:spTgt spid="7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5"/>
                                        </p:tgtEl>
                                        <p:attrNameLst>
                                          <p:attrName>style.visibility</p:attrName>
                                        </p:attrNameLst>
                                      </p:cBhvr>
                                      <p:to>
                                        <p:strVal val="visible"/>
                                      </p:to>
                                    </p:set>
                                    <p:animEffect filter="fade" transition="in">
                                      <p:cBhvr>
                                        <p:cTn dur="2000"/>
                                        <p:tgtEl>
                                          <p:spTgt spid="7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0" st="0"/>
                                            </p:txEl>
                                          </p:spTgt>
                                        </p:tgtEl>
                                        <p:attrNameLst>
                                          <p:attrName>style.visibility</p:attrName>
                                        </p:attrNameLst>
                                      </p:cBhvr>
                                      <p:to>
                                        <p:strVal val="visible"/>
                                      </p:to>
                                    </p:set>
                                    <p:animEffect filter="fade" transition="in">
                                      <p:cBhvr>
                                        <p:cTn dur="2000"/>
                                        <p:tgtEl>
                                          <p:spTgt spid="79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5"/>
          <p:cNvSpPr txBox="1"/>
          <p:nvPr>
            <p:ph idx="1" type="body"/>
          </p:nvPr>
        </p:nvSpPr>
        <p:spPr>
          <a:xfrm>
            <a:off x="285720" y="928676"/>
            <a:ext cx="8286808" cy="3459249"/>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Font typeface="Space Grotesk"/>
              <a:buChar char="➢"/>
            </a:pPr>
            <a:r>
              <a:rPr b="1" lang="fr-FR" sz="1600">
                <a:latin typeface="Space Grotesk"/>
                <a:ea typeface="Space Grotesk"/>
                <a:cs typeface="Space Grotesk"/>
                <a:sym typeface="Space Grotesk"/>
              </a:rPr>
              <a:t>Almost everybody selects the table on the left despite the correct answer being they are both the same length.</a:t>
            </a:r>
            <a:endParaRPr b="1">
              <a:latin typeface="Space Grotesk"/>
              <a:ea typeface="Space Grotesk"/>
              <a:cs typeface="Space Grotesk"/>
              <a:sym typeface="Space Grotesk"/>
            </a:endParaRPr>
          </a:p>
          <a:p>
            <a:pPr indent="0" lvl="0" marL="0" rtl="0" algn="l">
              <a:lnSpc>
                <a:spcPct val="115000"/>
              </a:lnSpc>
              <a:spcBef>
                <a:spcPts val="0"/>
              </a:spcBef>
              <a:spcAft>
                <a:spcPts val="0"/>
              </a:spcAft>
              <a:buSzPts val="2200"/>
              <a:buNone/>
            </a:pPr>
            <a:r>
              <a:t/>
            </a:r>
            <a:endParaRPr b="1" sz="1600">
              <a:latin typeface="Space Grotesk"/>
              <a:ea typeface="Space Grotesk"/>
              <a:cs typeface="Space Grotesk"/>
              <a:sym typeface="Space Grotesk"/>
            </a:endParaRPr>
          </a:p>
          <a:p>
            <a:pPr indent="-368300" lvl="0" marL="457200" rtl="0" algn="l">
              <a:lnSpc>
                <a:spcPct val="115000"/>
              </a:lnSpc>
              <a:spcBef>
                <a:spcPts val="0"/>
              </a:spcBef>
              <a:spcAft>
                <a:spcPts val="0"/>
              </a:spcAft>
              <a:buSzPts val="2200"/>
              <a:buFont typeface="Space Grotesk"/>
              <a:buChar char="➢"/>
            </a:pPr>
            <a:r>
              <a:rPr b="1" lang="fr-FR" sz="1600">
                <a:latin typeface="Space Grotesk"/>
                <a:ea typeface="Space Grotesk"/>
                <a:cs typeface="Space Grotesk"/>
                <a:sym typeface="Space Grotesk"/>
              </a:rPr>
              <a:t>Are we inherently biased?</a:t>
            </a:r>
            <a:endParaRPr b="1">
              <a:latin typeface="Space Grotesk"/>
              <a:ea typeface="Space Grotesk"/>
              <a:cs typeface="Space Grotesk"/>
              <a:sym typeface="Space Grotesk"/>
            </a:endParaRPr>
          </a:p>
          <a:p>
            <a:pPr indent="0" lvl="0" marL="0" rtl="0" algn="l">
              <a:lnSpc>
                <a:spcPct val="115000"/>
              </a:lnSpc>
              <a:spcBef>
                <a:spcPts val="0"/>
              </a:spcBef>
              <a:spcAft>
                <a:spcPts val="0"/>
              </a:spcAft>
              <a:buSzPts val="2200"/>
              <a:buNone/>
            </a:pPr>
            <a:r>
              <a:t/>
            </a:r>
            <a:endParaRPr b="1" sz="1600">
              <a:latin typeface="Space Grotesk"/>
              <a:ea typeface="Space Grotesk"/>
              <a:cs typeface="Space Grotesk"/>
              <a:sym typeface="Space Grotesk"/>
            </a:endParaRPr>
          </a:p>
          <a:p>
            <a:pPr indent="-368300" lvl="0" marL="457200" rtl="0" algn="l">
              <a:lnSpc>
                <a:spcPct val="115000"/>
              </a:lnSpc>
              <a:spcBef>
                <a:spcPts val="0"/>
              </a:spcBef>
              <a:spcAft>
                <a:spcPts val="0"/>
              </a:spcAft>
              <a:buSzPts val="2200"/>
              <a:buFont typeface="Space Grotesk"/>
              <a:buChar char="➢"/>
            </a:pPr>
            <a:r>
              <a:rPr b="1" lang="fr-FR" sz="1600">
                <a:latin typeface="Space Grotesk"/>
                <a:ea typeface="Space Grotesk"/>
                <a:cs typeface="Space Grotesk"/>
                <a:sym typeface="Space Grotesk"/>
              </a:rPr>
              <a:t>Unconscious biases influence our actions even when we don’t notice them. </a:t>
            </a:r>
            <a:endParaRPr b="1">
              <a:latin typeface="Space Grotesk"/>
              <a:ea typeface="Space Grotesk"/>
              <a:cs typeface="Space Grotesk"/>
              <a:sym typeface="Space Grotesk"/>
            </a:endParaRPr>
          </a:p>
          <a:p>
            <a:pPr indent="-228600" lvl="0" marL="457200" rtl="0" algn="l">
              <a:lnSpc>
                <a:spcPct val="115000"/>
              </a:lnSpc>
              <a:spcBef>
                <a:spcPts val="0"/>
              </a:spcBef>
              <a:spcAft>
                <a:spcPts val="0"/>
              </a:spcAft>
              <a:buSzPts val="2200"/>
              <a:buNone/>
            </a:pPr>
            <a:r>
              <a:t/>
            </a:r>
            <a:endParaRPr b="1" sz="1600">
              <a:latin typeface="Space Grotesk"/>
              <a:ea typeface="Space Grotesk"/>
              <a:cs typeface="Space Grotesk"/>
              <a:sym typeface="Space Grotesk"/>
            </a:endParaRPr>
          </a:p>
          <a:p>
            <a:pPr indent="-368300" lvl="0" marL="457200" rtl="0" algn="l">
              <a:lnSpc>
                <a:spcPct val="115000"/>
              </a:lnSpc>
              <a:spcBef>
                <a:spcPts val="0"/>
              </a:spcBef>
              <a:spcAft>
                <a:spcPts val="0"/>
              </a:spcAft>
              <a:buSzPts val="2200"/>
              <a:buFont typeface="Space Grotesk"/>
              <a:buChar char="➢"/>
            </a:pPr>
            <a:r>
              <a:rPr b="1" lang="fr-FR" sz="1600">
                <a:latin typeface="Space Grotesk"/>
                <a:ea typeface="Space Grotesk"/>
                <a:cs typeface="Space Grotesk"/>
                <a:sym typeface="Space Grotesk"/>
              </a:rPr>
              <a:t>Challenge your thinking, and recognize that you are inherently biased. </a:t>
            </a:r>
            <a:endParaRPr b="1" sz="1600">
              <a:latin typeface="Space Grotesk"/>
              <a:ea typeface="Space Grotesk"/>
              <a:cs typeface="Space Grotesk"/>
              <a:sym typeface="Space Grotesk"/>
            </a:endParaRPr>
          </a:p>
        </p:txBody>
      </p:sp>
      <p:sp>
        <p:nvSpPr>
          <p:cNvPr id="802" name="Google Shape;802;p5"/>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1">
                                            <p:txEl>
                                              <p:pRg end="0" st="0"/>
                                            </p:txEl>
                                          </p:spTgt>
                                        </p:tgtEl>
                                        <p:attrNameLst>
                                          <p:attrName>style.visibility</p:attrName>
                                        </p:attrNameLst>
                                      </p:cBhvr>
                                      <p:to>
                                        <p:strVal val="visible"/>
                                      </p:to>
                                    </p:set>
                                    <p:animEffect filter="fade" transition="in">
                                      <p:cBhvr>
                                        <p:cTn dur="2000"/>
                                        <p:tgtEl>
                                          <p:spTgt spid="8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1">
                                            <p:txEl>
                                              <p:pRg end="1" st="1"/>
                                            </p:txEl>
                                          </p:spTgt>
                                        </p:tgtEl>
                                        <p:attrNameLst>
                                          <p:attrName>style.visibility</p:attrName>
                                        </p:attrNameLst>
                                      </p:cBhvr>
                                      <p:to>
                                        <p:strVal val="visible"/>
                                      </p:to>
                                    </p:set>
                                    <p:animEffect filter="fade" transition="in">
                                      <p:cBhvr>
                                        <p:cTn dur="2000"/>
                                        <p:tgtEl>
                                          <p:spTgt spid="8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1">
                                            <p:txEl>
                                              <p:pRg end="2" st="2"/>
                                            </p:txEl>
                                          </p:spTgt>
                                        </p:tgtEl>
                                        <p:attrNameLst>
                                          <p:attrName>style.visibility</p:attrName>
                                        </p:attrNameLst>
                                      </p:cBhvr>
                                      <p:to>
                                        <p:strVal val="visible"/>
                                      </p:to>
                                    </p:set>
                                    <p:animEffect filter="fade" transition="in">
                                      <p:cBhvr>
                                        <p:cTn dur="2000"/>
                                        <p:tgtEl>
                                          <p:spTgt spid="8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1">
                                            <p:txEl>
                                              <p:pRg end="3" st="3"/>
                                            </p:txEl>
                                          </p:spTgt>
                                        </p:tgtEl>
                                        <p:attrNameLst>
                                          <p:attrName>style.visibility</p:attrName>
                                        </p:attrNameLst>
                                      </p:cBhvr>
                                      <p:to>
                                        <p:strVal val="visible"/>
                                      </p:to>
                                    </p:set>
                                    <p:animEffect filter="fade" transition="in">
                                      <p:cBhvr>
                                        <p:cTn dur="2000"/>
                                        <p:tgtEl>
                                          <p:spTgt spid="8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1">
                                            <p:txEl>
                                              <p:pRg end="4" st="4"/>
                                            </p:txEl>
                                          </p:spTgt>
                                        </p:tgtEl>
                                        <p:attrNameLst>
                                          <p:attrName>style.visibility</p:attrName>
                                        </p:attrNameLst>
                                      </p:cBhvr>
                                      <p:to>
                                        <p:strVal val="visible"/>
                                      </p:to>
                                    </p:set>
                                    <p:animEffect filter="fade" transition="in">
                                      <p:cBhvr>
                                        <p:cTn dur="2000"/>
                                        <p:tgtEl>
                                          <p:spTgt spid="8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1">
                                            <p:txEl>
                                              <p:pRg end="5" st="5"/>
                                            </p:txEl>
                                          </p:spTgt>
                                        </p:tgtEl>
                                        <p:attrNameLst>
                                          <p:attrName>style.visibility</p:attrName>
                                        </p:attrNameLst>
                                      </p:cBhvr>
                                      <p:to>
                                        <p:strVal val="visible"/>
                                      </p:to>
                                    </p:set>
                                    <p:animEffect filter="fade" transition="in">
                                      <p:cBhvr>
                                        <p:cTn dur="2000"/>
                                        <p:tgtEl>
                                          <p:spTgt spid="80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1">
                                            <p:txEl>
                                              <p:pRg end="6" st="6"/>
                                            </p:txEl>
                                          </p:spTgt>
                                        </p:tgtEl>
                                        <p:attrNameLst>
                                          <p:attrName>style.visibility</p:attrName>
                                        </p:attrNameLst>
                                      </p:cBhvr>
                                      <p:to>
                                        <p:strVal val="visible"/>
                                      </p:to>
                                    </p:set>
                                    <p:animEffect filter="fade" transition="in">
                                      <p:cBhvr>
                                        <p:cTn dur="2000"/>
                                        <p:tgtEl>
                                          <p:spTgt spid="80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pic>
        <p:nvPicPr>
          <p:cNvPr id="807" name="Google Shape;807;p6"/>
          <p:cNvPicPr preferRelativeResize="0"/>
          <p:nvPr/>
        </p:nvPicPr>
        <p:blipFill rotWithShape="1">
          <a:blip r:embed="rId3">
            <a:alphaModFix/>
          </a:blip>
          <a:srcRect b="58194" l="0" r="0" t="13159"/>
          <a:stretch/>
        </p:blipFill>
        <p:spPr>
          <a:xfrm>
            <a:off x="2445846" y="2037704"/>
            <a:ext cx="6600848" cy="3105802"/>
          </a:xfrm>
          <a:custGeom>
            <a:rect b="b" l="l" r="r" t="t"/>
            <a:pathLst>
              <a:path extrusionOk="0" h="21433" w="20752">
                <a:moveTo>
                  <a:pt x="10606" y="9"/>
                </a:moveTo>
                <a:cubicBezTo>
                  <a:pt x="9647" y="90"/>
                  <a:pt x="8682" y="680"/>
                  <a:pt x="7798" y="1831"/>
                </a:cubicBezTo>
                <a:cubicBezTo>
                  <a:pt x="6605" y="3386"/>
                  <a:pt x="5698" y="5808"/>
                  <a:pt x="5232" y="8676"/>
                </a:cubicBezTo>
                <a:cubicBezTo>
                  <a:pt x="3308" y="6911"/>
                  <a:pt x="1096" y="8902"/>
                  <a:pt x="292" y="13126"/>
                </a:cubicBezTo>
                <a:cubicBezTo>
                  <a:pt x="-235" y="15893"/>
                  <a:pt x="-40" y="19071"/>
                  <a:pt x="802" y="21433"/>
                </a:cubicBezTo>
                <a:lnTo>
                  <a:pt x="20017" y="21433"/>
                </a:lnTo>
                <a:cubicBezTo>
                  <a:pt x="21365" y="16959"/>
                  <a:pt x="20806" y="10934"/>
                  <a:pt x="18768" y="7975"/>
                </a:cubicBezTo>
                <a:cubicBezTo>
                  <a:pt x="18044" y="6924"/>
                  <a:pt x="17196" y="6363"/>
                  <a:pt x="16328" y="6363"/>
                </a:cubicBezTo>
                <a:cubicBezTo>
                  <a:pt x="16202" y="6363"/>
                  <a:pt x="16078" y="6377"/>
                  <a:pt x="15954" y="6399"/>
                </a:cubicBezTo>
                <a:cubicBezTo>
                  <a:pt x="14801" y="2134"/>
                  <a:pt x="12715" y="-167"/>
                  <a:pt x="10606" y="9"/>
                </a:cubicBezTo>
                <a:close/>
              </a:path>
            </a:pathLst>
          </a:custGeom>
          <a:noFill/>
          <a:ln>
            <a:noFill/>
          </a:ln>
        </p:spPr>
      </p:pic>
      <p:sp>
        <p:nvSpPr>
          <p:cNvPr id="808" name="Google Shape;808;p6"/>
          <p:cNvSpPr txBox="1"/>
          <p:nvPr>
            <p:ph idx="4294967295" type="subTitle"/>
          </p:nvPr>
        </p:nvSpPr>
        <p:spPr>
          <a:xfrm>
            <a:off x="344882" y="1025779"/>
            <a:ext cx="4501468" cy="3000300"/>
          </a:xfrm>
          <a:prstGeom prst="rect">
            <a:avLst/>
          </a:prstGeom>
          <a:noFill/>
          <a:ln>
            <a:noFill/>
          </a:ln>
        </p:spPr>
        <p:txBody>
          <a:bodyPr anchorCtr="0" anchor="t" bIns="0" lIns="0" spcFirstLastPara="1" rIns="0" wrap="square" tIns="0">
            <a:noAutofit/>
          </a:bodyPr>
          <a:lstStyle/>
          <a:p>
            <a:pPr indent="-368300" lvl="0" marL="457200" marR="0" rtl="0" algn="l">
              <a:lnSpc>
                <a:spcPct val="115000"/>
              </a:lnSpc>
              <a:spcBef>
                <a:spcPts val="0"/>
              </a:spcBef>
              <a:spcAft>
                <a:spcPts val="0"/>
              </a:spcAft>
              <a:buClr>
                <a:schemeClr val="accent1"/>
              </a:buClr>
              <a:buSzPts val="2200"/>
              <a:buFont typeface="Space Grotesk"/>
              <a:buChar char="➢"/>
            </a:pPr>
            <a:r>
              <a:rPr b="1" i="0" lang="fr-FR" sz="1600" u="none" cap="none" strike="noStrike">
                <a:solidFill>
                  <a:schemeClr val="dk1"/>
                </a:solidFill>
                <a:latin typeface="Space Grotesk"/>
                <a:ea typeface="Space Grotesk"/>
                <a:cs typeface="Space Grotesk"/>
                <a:sym typeface="Space Grotesk"/>
              </a:rPr>
              <a:t>You are an entrepreneur,</a:t>
            </a:r>
            <a:endParaRPr b="1" i="0" sz="2200" u="none" cap="none" strike="noStrike">
              <a:solidFill>
                <a:schemeClr val="dk1"/>
              </a:solidFill>
              <a:latin typeface="Space Grotesk"/>
              <a:ea typeface="Space Grotesk"/>
              <a:cs typeface="Space Grotesk"/>
              <a:sym typeface="Space Grotesk"/>
            </a:endParaRPr>
          </a:p>
          <a:p>
            <a:pPr indent="-228600" lvl="0" marL="457200" marR="0" rtl="0" algn="l">
              <a:lnSpc>
                <a:spcPct val="115000"/>
              </a:lnSpc>
              <a:spcBef>
                <a:spcPts val="0"/>
              </a:spcBef>
              <a:spcAft>
                <a:spcPts val="0"/>
              </a:spcAft>
              <a:buClr>
                <a:schemeClr val="accent1"/>
              </a:buClr>
              <a:buSzPts val="2200"/>
              <a:buFont typeface="Space Grotesk Light"/>
              <a:buNone/>
            </a:pPr>
            <a:r>
              <a:t/>
            </a:r>
            <a:endParaRPr b="0" i="0" sz="1600" u="none" cap="none" strike="noStrike">
              <a:solidFill>
                <a:schemeClr val="dk1"/>
              </a:solidFill>
              <a:latin typeface="Space Grotesk"/>
              <a:ea typeface="Space Grotesk"/>
              <a:cs typeface="Space Grotesk"/>
              <a:sym typeface="Space Grotesk"/>
            </a:endParaRPr>
          </a:p>
          <a:p>
            <a:pPr indent="-368300" lvl="0" marL="457200" marR="0" rtl="0" algn="l">
              <a:lnSpc>
                <a:spcPct val="115000"/>
              </a:lnSpc>
              <a:spcBef>
                <a:spcPts val="0"/>
              </a:spcBef>
              <a:spcAft>
                <a:spcPts val="0"/>
              </a:spcAft>
              <a:buClr>
                <a:schemeClr val="accent1"/>
              </a:buClr>
              <a:buSzPts val="2200"/>
              <a:buFont typeface="Space Grotesk"/>
              <a:buChar char="➢"/>
            </a:pPr>
            <a:r>
              <a:rPr b="1" i="0" lang="fr-FR" sz="1600" u="none" cap="none" strike="noStrike">
                <a:solidFill>
                  <a:schemeClr val="dk1"/>
                </a:solidFill>
                <a:latin typeface="Space Grotesk"/>
                <a:ea typeface="Space Grotesk"/>
                <a:cs typeface="Space Grotesk"/>
                <a:sym typeface="Space Grotesk"/>
              </a:rPr>
              <a:t>You need to ‘hire’ an engineer to set up life on the moon! </a:t>
            </a:r>
            <a:endParaRPr b="1" i="0" sz="2200" u="none" cap="none" strike="noStrike">
              <a:solidFill>
                <a:schemeClr val="dk1"/>
              </a:solidFill>
              <a:latin typeface="Space Grotesk"/>
              <a:ea typeface="Space Grotesk"/>
              <a:cs typeface="Space Grotesk"/>
              <a:sym typeface="Space Grotesk"/>
            </a:endParaRPr>
          </a:p>
          <a:p>
            <a:pPr indent="-228600" lvl="0" marL="457200" marR="0" rtl="0" algn="l">
              <a:lnSpc>
                <a:spcPct val="115000"/>
              </a:lnSpc>
              <a:spcBef>
                <a:spcPts val="0"/>
              </a:spcBef>
              <a:spcAft>
                <a:spcPts val="0"/>
              </a:spcAft>
              <a:buClr>
                <a:schemeClr val="accent1"/>
              </a:buClr>
              <a:buSzPts val="2200"/>
              <a:buFont typeface="Space Grotesk Light"/>
              <a:buNone/>
            </a:pPr>
            <a:r>
              <a:t/>
            </a:r>
            <a:endParaRPr b="0" i="0" sz="1600" u="none" cap="none" strike="noStrike">
              <a:solidFill>
                <a:schemeClr val="dk1"/>
              </a:solidFill>
              <a:latin typeface="Space Grotesk"/>
              <a:ea typeface="Space Grotesk"/>
              <a:cs typeface="Space Grotesk"/>
              <a:sym typeface="Space Grotesk"/>
            </a:endParaRPr>
          </a:p>
          <a:p>
            <a:pPr indent="-368300" lvl="0" marL="457200" marR="0" rtl="0" algn="l">
              <a:lnSpc>
                <a:spcPct val="115000"/>
              </a:lnSpc>
              <a:spcBef>
                <a:spcPts val="0"/>
              </a:spcBef>
              <a:spcAft>
                <a:spcPts val="0"/>
              </a:spcAft>
              <a:buClr>
                <a:schemeClr val="accent1"/>
              </a:buClr>
              <a:buSzPts val="2200"/>
              <a:buFont typeface="Space Grotesk"/>
              <a:buChar char="➢"/>
            </a:pPr>
            <a:r>
              <a:rPr b="1" i="0" lang="fr-FR" sz="1600" u="none" cap="none" strike="noStrike">
                <a:solidFill>
                  <a:schemeClr val="dk1"/>
                </a:solidFill>
                <a:latin typeface="Space Grotesk"/>
                <a:ea typeface="Space Grotesk"/>
                <a:cs typeface="Space Grotesk"/>
                <a:sym typeface="Space Grotesk"/>
              </a:rPr>
              <a:t>It’s a big, challenging job that will make history. </a:t>
            </a:r>
            <a:endParaRPr b="1" i="0" sz="2200" u="none" cap="none" strike="noStrike">
              <a:solidFill>
                <a:schemeClr val="dk1"/>
              </a:solidFill>
              <a:latin typeface="Space Grotesk"/>
              <a:ea typeface="Space Grotesk"/>
              <a:cs typeface="Space Grotesk"/>
              <a:sym typeface="Space Grotesk"/>
            </a:endParaRPr>
          </a:p>
          <a:p>
            <a:pPr indent="-228600" lvl="0" marL="457200" marR="0" rtl="0" algn="l">
              <a:lnSpc>
                <a:spcPct val="115000"/>
              </a:lnSpc>
              <a:spcBef>
                <a:spcPts val="0"/>
              </a:spcBef>
              <a:spcAft>
                <a:spcPts val="0"/>
              </a:spcAft>
              <a:buClr>
                <a:schemeClr val="accent1"/>
              </a:buClr>
              <a:buSzPts val="2200"/>
              <a:buFont typeface="Space Grotesk Light"/>
              <a:buNone/>
            </a:pPr>
            <a:r>
              <a:t/>
            </a:r>
            <a:endParaRPr b="0" i="0" sz="1600" u="none" cap="none" strike="noStrike">
              <a:solidFill>
                <a:schemeClr val="dk1"/>
              </a:solidFill>
              <a:latin typeface="Space Grotesk"/>
              <a:ea typeface="Space Grotesk"/>
              <a:cs typeface="Space Grotesk"/>
              <a:sym typeface="Space Grotesk"/>
            </a:endParaRPr>
          </a:p>
          <a:p>
            <a:pPr indent="-368300" lvl="0" marL="457200" marR="0" rtl="0" algn="l">
              <a:lnSpc>
                <a:spcPct val="115000"/>
              </a:lnSpc>
              <a:spcBef>
                <a:spcPts val="0"/>
              </a:spcBef>
              <a:spcAft>
                <a:spcPts val="0"/>
              </a:spcAft>
              <a:buClr>
                <a:schemeClr val="accent1"/>
              </a:buClr>
              <a:buSzPts val="2200"/>
              <a:buFont typeface="Space Grotesk"/>
              <a:buChar char="➢"/>
            </a:pPr>
            <a:r>
              <a:rPr b="1" i="0" lang="fr-FR" sz="1600" u="none" cap="none" strike="noStrike">
                <a:solidFill>
                  <a:schemeClr val="dk1"/>
                </a:solidFill>
                <a:latin typeface="Space Grotesk"/>
                <a:ea typeface="Space Grotesk"/>
                <a:cs typeface="Space Grotesk"/>
                <a:sym typeface="Space Grotesk"/>
              </a:rPr>
              <a:t>It needs the right apprentice - someone with resilience, determination, engineering expertise and great people skills!</a:t>
            </a:r>
            <a:endParaRPr b="1" i="0" sz="2200" u="none" cap="none" strike="noStrike">
              <a:solidFill>
                <a:schemeClr val="dk1"/>
              </a:solidFill>
              <a:latin typeface="Space Grotesk"/>
              <a:ea typeface="Space Grotesk"/>
              <a:cs typeface="Space Grotesk"/>
              <a:sym typeface="Space Grotesk"/>
            </a:endParaRPr>
          </a:p>
          <a:p>
            <a:pPr indent="0" lvl="0" marL="0" marR="0" rtl="0" algn="l">
              <a:lnSpc>
                <a:spcPct val="115000"/>
              </a:lnSpc>
              <a:spcBef>
                <a:spcPts val="0"/>
              </a:spcBef>
              <a:spcAft>
                <a:spcPts val="0"/>
              </a:spcAft>
              <a:buClr>
                <a:schemeClr val="accent1"/>
              </a:buClr>
              <a:buSzPts val="2200"/>
              <a:buFont typeface="Space Grotesk Light"/>
              <a:buNone/>
            </a:pPr>
            <a:r>
              <a:t/>
            </a:r>
            <a:endParaRPr b="1" i="0" sz="1800" u="none" cap="none" strike="noStrike">
              <a:solidFill>
                <a:schemeClr val="dk1"/>
              </a:solidFill>
              <a:latin typeface="Space Grotesk Light"/>
              <a:ea typeface="Space Grotesk Light"/>
              <a:cs typeface="Space Grotesk Light"/>
              <a:sym typeface="Space Grotesk Light"/>
            </a:endParaRPr>
          </a:p>
        </p:txBody>
      </p:sp>
      <p:sp>
        <p:nvSpPr>
          <p:cNvPr id="809" name="Google Shape;809;p6"/>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pic>
        <p:nvPicPr>
          <p:cNvPr descr="http://starchild.gsfc.nasa.gov/Images/StarChild/solar_system_level1/moon.gif" id="810" name="Google Shape;810;p6"/>
          <p:cNvPicPr preferRelativeResize="0"/>
          <p:nvPr/>
        </p:nvPicPr>
        <p:blipFill rotWithShape="1">
          <a:blip r:embed="rId4">
            <a:alphaModFix/>
          </a:blip>
          <a:srcRect b="0" l="0" r="0" t="0"/>
          <a:stretch/>
        </p:blipFill>
        <p:spPr>
          <a:xfrm>
            <a:off x="6355878" y="0"/>
            <a:ext cx="2788122" cy="20716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
                                            <p:txEl>
                                              <p:pRg end="0" st="0"/>
                                            </p:txEl>
                                          </p:spTgt>
                                        </p:tgtEl>
                                        <p:attrNameLst>
                                          <p:attrName>style.visibility</p:attrName>
                                        </p:attrNameLst>
                                      </p:cBhvr>
                                      <p:to>
                                        <p:strVal val="visible"/>
                                      </p:to>
                                    </p:set>
                                    <p:animEffect filter="fade" transition="in">
                                      <p:cBhvr>
                                        <p:cTn dur="2000"/>
                                        <p:tgtEl>
                                          <p:spTgt spid="8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
                                            <p:txEl>
                                              <p:pRg end="1" st="1"/>
                                            </p:txEl>
                                          </p:spTgt>
                                        </p:tgtEl>
                                        <p:attrNameLst>
                                          <p:attrName>style.visibility</p:attrName>
                                        </p:attrNameLst>
                                      </p:cBhvr>
                                      <p:to>
                                        <p:strVal val="visible"/>
                                      </p:to>
                                    </p:set>
                                    <p:animEffect filter="fade" transition="in">
                                      <p:cBhvr>
                                        <p:cTn dur="2000"/>
                                        <p:tgtEl>
                                          <p:spTgt spid="8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
                                            <p:txEl>
                                              <p:pRg end="2" st="2"/>
                                            </p:txEl>
                                          </p:spTgt>
                                        </p:tgtEl>
                                        <p:attrNameLst>
                                          <p:attrName>style.visibility</p:attrName>
                                        </p:attrNameLst>
                                      </p:cBhvr>
                                      <p:to>
                                        <p:strVal val="visible"/>
                                      </p:to>
                                    </p:set>
                                    <p:animEffect filter="fade" transition="in">
                                      <p:cBhvr>
                                        <p:cTn dur="2000"/>
                                        <p:tgtEl>
                                          <p:spTgt spid="8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
                                            <p:txEl>
                                              <p:pRg end="3" st="3"/>
                                            </p:txEl>
                                          </p:spTgt>
                                        </p:tgtEl>
                                        <p:attrNameLst>
                                          <p:attrName>style.visibility</p:attrName>
                                        </p:attrNameLst>
                                      </p:cBhvr>
                                      <p:to>
                                        <p:strVal val="visible"/>
                                      </p:to>
                                    </p:set>
                                    <p:animEffect filter="fade" transition="in">
                                      <p:cBhvr>
                                        <p:cTn dur="2000"/>
                                        <p:tgtEl>
                                          <p:spTgt spid="8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
                                            <p:txEl>
                                              <p:pRg end="4" st="4"/>
                                            </p:txEl>
                                          </p:spTgt>
                                        </p:tgtEl>
                                        <p:attrNameLst>
                                          <p:attrName>style.visibility</p:attrName>
                                        </p:attrNameLst>
                                      </p:cBhvr>
                                      <p:to>
                                        <p:strVal val="visible"/>
                                      </p:to>
                                    </p:set>
                                    <p:animEffect filter="fade" transition="in">
                                      <p:cBhvr>
                                        <p:cTn dur="2000"/>
                                        <p:tgtEl>
                                          <p:spTgt spid="8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
                                            <p:txEl>
                                              <p:pRg end="5" st="5"/>
                                            </p:txEl>
                                          </p:spTgt>
                                        </p:tgtEl>
                                        <p:attrNameLst>
                                          <p:attrName>style.visibility</p:attrName>
                                        </p:attrNameLst>
                                      </p:cBhvr>
                                      <p:to>
                                        <p:strVal val="visible"/>
                                      </p:to>
                                    </p:set>
                                    <p:animEffect filter="fade" transition="in">
                                      <p:cBhvr>
                                        <p:cTn dur="2000"/>
                                        <p:tgtEl>
                                          <p:spTgt spid="80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
                                            <p:txEl>
                                              <p:pRg end="6" st="6"/>
                                            </p:txEl>
                                          </p:spTgt>
                                        </p:tgtEl>
                                        <p:attrNameLst>
                                          <p:attrName>style.visibility</p:attrName>
                                        </p:attrNameLst>
                                      </p:cBhvr>
                                      <p:to>
                                        <p:strVal val="visible"/>
                                      </p:to>
                                    </p:set>
                                    <p:animEffect filter="fade" transition="in">
                                      <p:cBhvr>
                                        <p:cTn dur="2000"/>
                                        <p:tgtEl>
                                          <p:spTgt spid="80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
                                            <p:txEl>
                                              <p:pRg end="7" st="7"/>
                                            </p:txEl>
                                          </p:spTgt>
                                        </p:tgtEl>
                                        <p:attrNameLst>
                                          <p:attrName>style.visibility</p:attrName>
                                        </p:attrNameLst>
                                      </p:cBhvr>
                                      <p:to>
                                        <p:strVal val="visible"/>
                                      </p:to>
                                    </p:set>
                                    <p:animEffect filter="fade" transition="in">
                                      <p:cBhvr>
                                        <p:cTn dur="2000"/>
                                        <p:tgtEl>
                                          <p:spTgt spid="80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7"/>
          <p:cNvSpPr txBox="1"/>
          <p:nvPr>
            <p:ph idx="4294967295"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latin typeface="Arial"/>
                <a:ea typeface="Arial"/>
                <a:cs typeface="Arial"/>
                <a:sym typeface="Arial"/>
              </a:rPr>
              <a:t>Choose your apprentice</a:t>
            </a:r>
            <a:endParaRPr/>
          </a:p>
        </p:txBody>
      </p:sp>
      <p:sp>
        <p:nvSpPr>
          <p:cNvPr id="816" name="Google Shape;816;p7"/>
          <p:cNvSpPr txBox="1"/>
          <p:nvPr>
            <p:ph idx="4294967295" type="body"/>
          </p:nvPr>
        </p:nvSpPr>
        <p:spPr>
          <a:xfrm>
            <a:off x="855300" y="1214429"/>
            <a:ext cx="6240900" cy="500065"/>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Font typeface="Arial"/>
              <a:buNone/>
            </a:pPr>
            <a:r>
              <a:t/>
            </a:r>
            <a:endParaRPr b="1">
              <a:latin typeface="Arial"/>
              <a:ea typeface="Arial"/>
              <a:cs typeface="Arial"/>
              <a:sym typeface="Arial"/>
            </a:endParaRPr>
          </a:p>
          <a:p>
            <a:pPr indent="-368300" lvl="0" marL="457200" rtl="0" algn="l">
              <a:lnSpc>
                <a:spcPct val="115000"/>
              </a:lnSpc>
              <a:spcBef>
                <a:spcPts val="0"/>
              </a:spcBef>
              <a:spcAft>
                <a:spcPts val="0"/>
              </a:spcAft>
              <a:buSzPts val="2200"/>
              <a:buFont typeface="Arial"/>
              <a:buNone/>
            </a:pPr>
            <a:r>
              <a:rPr b="1" lang="fr-FR">
                <a:latin typeface="Arial"/>
                <a:ea typeface="Arial"/>
                <a:cs typeface="Arial"/>
                <a:sym typeface="Arial"/>
              </a:rPr>
              <a:t>The apprentices…</a:t>
            </a:r>
            <a:endParaRPr/>
          </a:p>
          <a:p>
            <a:pPr indent="-368300" lvl="0" marL="457200" rtl="0" algn="l">
              <a:lnSpc>
                <a:spcPct val="115000"/>
              </a:lnSpc>
              <a:spcBef>
                <a:spcPts val="0"/>
              </a:spcBef>
              <a:spcAft>
                <a:spcPts val="0"/>
              </a:spcAft>
              <a:buSzPts val="2200"/>
              <a:buFont typeface="Arial"/>
              <a:buNone/>
            </a:pPr>
            <a:r>
              <a:t/>
            </a:r>
            <a:endParaRPr b="1">
              <a:latin typeface="Arial"/>
              <a:ea typeface="Arial"/>
              <a:cs typeface="Arial"/>
              <a:sym typeface="Arial"/>
            </a:endParaRPr>
          </a:p>
          <a:p>
            <a:pPr indent="-368300" lvl="0" marL="457200" rtl="0" algn="l">
              <a:lnSpc>
                <a:spcPct val="115000"/>
              </a:lnSpc>
              <a:spcBef>
                <a:spcPts val="0"/>
              </a:spcBef>
              <a:spcAft>
                <a:spcPts val="0"/>
              </a:spcAft>
              <a:buSzPts val="2200"/>
              <a:buFont typeface="Arial"/>
              <a:buNone/>
            </a:pPr>
            <a:r>
              <a:rPr b="1" lang="fr-FR">
                <a:latin typeface="Arial"/>
                <a:ea typeface="Arial"/>
                <a:cs typeface="Arial"/>
                <a:sym typeface="Arial"/>
              </a:rPr>
              <a:t>Fire one now so you have six remaining</a:t>
            </a:r>
            <a:endParaRPr/>
          </a:p>
          <a:p>
            <a:pPr indent="-368300" lvl="0" marL="457200" rtl="0" algn="l">
              <a:lnSpc>
                <a:spcPct val="115000"/>
              </a:lnSpc>
              <a:spcBef>
                <a:spcPts val="0"/>
              </a:spcBef>
              <a:spcAft>
                <a:spcPts val="0"/>
              </a:spcAft>
              <a:buSzPts val="2200"/>
              <a:buFont typeface="Arial"/>
              <a:buNone/>
            </a:pPr>
            <a:r>
              <a:t/>
            </a:r>
            <a:endParaRPr b="1">
              <a:latin typeface="Arial"/>
              <a:ea typeface="Arial"/>
              <a:cs typeface="Arial"/>
              <a:sym typeface="Arial"/>
            </a:endParaRPr>
          </a:p>
        </p:txBody>
      </p:sp>
      <p:graphicFrame>
        <p:nvGraphicFramePr>
          <p:cNvPr id="817" name="Google Shape;817;p7"/>
          <p:cNvGraphicFramePr/>
          <p:nvPr/>
        </p:nvGraphicFramePr>
        <p:xfrm>
          <a:off x="571472" y="3071816"/>
          <a:ext cx="3000000" cy="3000000"/>
        </p:xfrm>
        <a:graphic>
          <a:graphicData uri="http://schemas.openxmlformats.org/drawingml/2006/table">
            <a:tbl>
              <a:tblPr bandRow="1" firstRow="1">
                <a:noFill/>
                <a:tableStyleId>{A5840BA6-720E-4447-AC50-AFA7A56C367A}</a:tableStyleId>
              </a:tblPr>
              <a:tblGrid>
                <a:gridCol w="1141875"/>
                <a:gridCol w="1141875"/>
                <a:gridCol w="1141875"/>
                <a:gridCol w="1141875"/>
                <a:gridCol w="1141875"/>
                <a:gridCol w="1141875"/>
                <a:gridCol w="1141875"/>
              </a:tblGrid>
              <a:tr h="9715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solidFill>
                            <a:schemeClr val="dk1"/>
                          </a:solidFill>
                        </a:rPr>
                        <a:t>Ali</a:t>
                      </a:r>
                      <a:endParaRPr sz="1400" u="none" cap="none" strike="noStrike">
                        <a:solidFill>
                          <a:schemeClr val="dk1"/>
                        </a:solidFill>
                      </a:endParaRPr>
                    </a:p>
                  </a:txBody>
                  <a:tcPr marT="34275" marB="3427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solidFill>
                            <a:schemeClr val="dk1"/>
                          </a:solidFill>
                        </a:rPr>
                        <a:t>Patrick</a:t>
                      </a:r>
                      <a:endParaRPr sz="1400" u="none" cap="none" strike="noStrike">
                        <a:solidFill>
                          <a:schemeClr val="dk1"/>
                        </a:solidFill>
                      </a:endParaRPr>
                    </a:p>
                  </a:txBody>
                  <a:tcPr marT="34275" marB="3427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solidFill>
                            <a:schemeClr val="dk1"/>
                          </a:solidFill>
                        </a:rPr>
                        <a:t>Jamie</a:t>
                      </a:r>
                      <a:endParaRPr sz="1400" u="none" cap="none" strike="noStrike">
                        <a:solidFill>
                          <a:schemeClr val="dk1"/>
                        </a:solidFill>
                      </a:endParaRPr>
                    </a:p>
                  </a:txBody>
                  <a:tcPr marT="34275" marB="3427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solidFill>
                            <a:schemeClr val="dk1"/>
                          </a:solidFill>
                        </a:rPr>
                        <a:t>David</a:t>
                      </a:r>
                      <a:endParaRPr sz="1400" u="none" cap="none" strike="noStrike">
                        <a:solidFill>
                          <a:schemeClr val="dk1"/>
                        </a:solidFill>
                      </a:endParaRPr>
                    </a:p>
                  </a:txBody>
                  <a:tcPr marT="34275" marB="3427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solidFill>
                            <a:schemeClr val="dk1"/>
                          </a:solidFill>
                        </a:rPr>
                        <a:t>Adriana</a:t>
                      </a:r>
                      <a:endParaRPr sz="1400" u="none" cap="none" strike="noStrike">
                        <a:solidFill>
                          <a:schemeClr val="dk1"/>
                        </a:solidFill>
                      </a:endParaRPr>
                    </a:p>
                  </a:txBody>
                  <a:tcPr marT="34275" marB="3427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solidFill>
                            <a:schemeClr val="dk1"/>
                          </a:solidFill>
                        </a:rPr>
                        <a:t>Hannah</a:t>
                      </a:r>
                      <a:endParaRPr sz="1400" u="none" cap="none" strike="noStrike">
                        <a:solidFill>
                          <a:schemeClr val="dk1"/>
                        </a:solidFill>
                      </a:endParaRPr>
                    </a:p>
                  </a:txBody>
                  <a:tcPr marT="34275" marB="3427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solidFill>
                            <a:schemeClr val="dk1"/>
                          </a:solidFill>
                        </a:rPr>
                        <a:t>Amadou </a:t>
                      </a:r>
                      <a:endParaRPr sz="1400" u="none" cap="none" strike="noStrike">
                        <a:solidFill>
                          <a:schemeClr val="dk1"/>
                        </a:solidFill>
                      </a:endParaRPr>
                    </a:p>
                  </a:txBody>
                  <a:tcPr marT="34275" marB="3427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818" name="Google Shape;818;p7"/>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5"/>
                                        </p:tgtEl>
                                        <p:attrNameLst>
                                          <p:attrName>style.visibility</p:attrName>
                                        </p:attrNameLst>
                                      </p:cBhvr>
                                      <p:to>
                                        <p:strVal val="visible"/>
                                      </p:to>
                                    </p:set>
                                    <p:animEffect filter="fade" transition="in">
                                      <p:cBhvr>
                                        <p:cTn dur="2000"/>
                                        <p:tgtEl>
                                          <p:spTgt spid="8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7"/>
                                        </p:tgtEl>
                                        <p:attrNameLst>
                                          <p:attrName>style.visibility</p:attrName>
                                        </p:attrNameLst>
                                      </p:cBhvr>
                                      <p:to>
                                        <p:strVal val="visible"/>
                                      </p:to>
                                    </p:set>
                                    <p:anim calcmode="lin" valueType="num">
                                      <p:cBhvr additive="base">
                                        <p:cTn dur="500"/>
                                        <p:tgtEl>
                                          <p:spTgt spid="8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8"/>
          <p:cNvSpPr txBox="1"/>
          <p:nvPr>
            <p:ph idx="4294967295"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latin typeface="Arial"/>
                <a:ea typeface="Arial"/>
                <a:cs typeface="Arial"/>
                <a:sym typeface="Arial"/>
              </a:rPr>
              <a:t>Choose your apprentice</a:t>
            </a:r>
            <a:endParaRPr/>
          </a:p>
        </p:txBody>
      </p:sp>
      <p:sp>
        <p:nvSpPr>
          <p:cNvPr id="824" name="Google Shape;824;p8"/>
          <p:cNvSpPr txBox="1"/>
          <p:nvPr>
            <p:ph idx="4294967295" type="body"/>
          </p:nvPr>
        </p:nvSpPr>
        <p:spPr>
          <a:xfrm>
            <a:off x="855300" y="1285867"/>
            <a:ext cx="6240900" cy="428628"/>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Font typeface="Arial"/>
              <a:buNone/>
            </a:pPr>
            <a:r>
              <a:rPr b="1" lang="fr-FR">
                <a:latin typeface="Arial"/>
                <a:ea typeface="Arial"/>
                <a:cs typeface="Arial"/>
                <a:sym typeface="Arial"/>
              </a:rPr>
              <a:t>Fire one now so you have five remaining</a:t>
            </a:r>
            <a:endParaRPr/>
          </a:p>
        </p:txBody>
      </p:sp>
      <p:pic>
        <p:nvPicPr>
          <p:cNvPr id="825" name="Google Shape;825;p8"/>
          <p:cNvPicPr preferRelativeResize="0"/>
          <p:nvPr/>
        </p:nvPicPr>
        <p:blipFill rotWithShape="1">
          <a:blip r:embed="rId3">
            <a:alphaModFix/>
          </a:blip>
          <a:srcRect b="3122" l="10518" r="18839" t="3125"/>
          <a:stretch/>
        </p:blipFill>
        <p:spPr>
          <a:xfrm>
            <a:off x="1476375" y="2625329"/>
            <a:ext cx="1081088" cy="1620440"/>
          </a:xfrm>
          <a:prstGeom prst="rect">
            <a:avLst/>
          </a:prstGeom>
          <a:noFill/>
          <a:ln>
            <a:noFill/>
          </a:ln>
        </p:spPr>
      </p:pic>
      <p:pic>
        <p:nvPicPr>
          <p:cNvPr id="826" name="Google Shape;826;p8"/>
          <p:cNvPicPr preferRelativeResize="0"/>
          <p:nvPr/>
        </p:nvPicPr>
        <p:blipFill rotWithShape="1">
          <a:blip r:embed="rId4">
            <a:alphaModFix/>
          </a:blip>
          <a:srcRect b="0" l="9821" r="6695" t="0"/>
          <a:stretch/>
        </p:blipFill>
        <p:spPr>
          <a:xfrm>
            <a:off x="2700338" y="2653903"/>
            <a:ext cx="1143000" cy="1538288"/>
          </a:xfrm>
          <a:prstGeom prst="rect">
            <a:avLst/>
          </a:prstGeom>
          <a:noFill/>
          <a:ln>
            <a:noFill/>
          </a:ln>
        </p:spPr>
      </p:pic>
      <p:pic>
        <p:nvPicPr>
          <p:cNvPr id="827" name="Google Shape;827;p8"/>
          <p:cNvPicPr preferRelativeResize="0"/>
          <p:nvPr/>
        </p:nvPicPr>
        <p:blipFill rotWithShape="1">
          <a:blip r:embed="rId5">
            <a:alphaModFix/>
          </a:blip>
          <a:srcRect b="0" l="11249" r="0" t="0"/>
          <a:stretch/>
        </p:blipFill>
        <p:spPr>
          <a:xfrm>
            <a:off x="3924300" y="2733675"/>
            <a:ext cx="1150938" cy="1458516"/>
          </a:xfrm>
          <a:prstGeom prst="rect">
            <a:avLst/>
          </a:prstGeom>
          <a:noFill/>
          <a:ln>
            <a:noFill/>
          </a:ln>
        </p:spPr>
      </p:pic>
      <p:pic>
        <p:nvPicPr>
          <p:cNvPr id="828" name="Google Shape;828;p8"/>
          <p:cNvPicPr preferRelativeResize="0"/>
          <p:nvPr/>
        </p:nvPicPr>
        <p:blipFill rotWithShape="1">
          <a:blip r:embed="rId6">
            <a:alphaModFix/>
          </a:blip>
          <a:srcRect b="0" l="6239" r="0" t="0"/>
          <a:stretch/>
        </p:blipFill>
        <p:spPr>
          <a:xfrm>
            <a:off x="5214942" y="2857502"/>
            <a:ext cx="1082675" cy="1350169"/>
          </a:xfrm>
          <a:prstGeom prst="rect">
            <a:avLst/>
          </a:prstGeom>
          <a:noFill/>
          <a:ln>
            <a:noFill/>
          </a:ln>
        </p:spPr>
      </p:pic>
      <p:pic>
        <p:nvPicPr>
          <p:cNvPr id="829" name="Google Shape;829;p8"/>
          <p:cNvPicPr preferRelativeResize="0"/>
          <p:nvPr/>
        </p:nvPicPr>
        <p:blipFill rotWithShape="1">
          <a:blip r:embed="rId7">
            <a:alphaModFix/>
          </a:blip>
          <a:srcRect b="0" l="25000" r="0" t="0"/>
          <a:stretch/>
        </p:blipFill>
        <p:spPr>
          <a:xfrm>
            <a:off x="250825" y="2571751"/>
            <a:ext cx="1079500" cy="1612106"/>
          </a:xfrm>
          <a:prstGeom prst="rect">
            <a:avLst/>
          </a:prstGeom>
          <a:noFill/>
          <a:ln>
            <a:noFill/>
          </a:ln>
        </p:spPr>
      </p:pic>
      <p:pic>
        <p:nvPicPr>
          <p:cNvPr id="830" name="Google Shape;830;p8"/>
          <p:cNvPicPr preferRelativeResize="0"/>
          <p:nvPr/>
        </p:nvPicPr>
        <p:blipFill rotWithShape="1">
          <a:blip r:embed="rId8">
            <a:alphaModFix/>
          </a:blip>
          <a:srcRect b="0" l="33075" r="0" t="0"/>
          <a:stretch/>
        </p:blipFill>
        <p:spPr>
          <a:xfrm>
            <a:off x="7667625" y="2950369"/>
            <a:ext cx="1117600" cy="1250156"/>
          </a:xfrm>
          <a:prstGeom prst="rect">
            <a:avLst/>
          </a:prstGeom>
          <a:noFill/>
          <a:ln>
            <a:noFill/>
          </a:ln>
        </p:spPr>
      </p:pic>
      <p:pic>
        <p:nvPicPr>
          <p:cNvPr id="831" name="Google Shape;831;p8"/>
          <p:cNvPicPr preferRelativeResize="0"/>
          <p:nvPr/>
        </p:nvPicPr>
        <p:blipFill rotWithShape="1">
          <a:blip r:embed="rId9">
            <a:alphaModFix/>
          </a:blip>
          <a:srcRect b="0" l="36620" r="18867" t="0"/>
          <a:stretch/>
        </p:blipFill>
        <p:spPr>
          <a:xfrm>
            <a:off x="6396039" y="2895600"/>
            <a:ext cx="1152525" cy="1296591"/>
          </a:xfrm>
          <a:prstGeom prst="rect">
            <a:avLst/>
          </a:prstGeom>
          <a:noFill/>
          <a:ln>
            <a:noFill/>
          </a:ln>
        </p:spPr>
      </p:pic>
      <p:sp>
        <p:nvSpPr>
          <p:cNvPr id="832" name="Google Shape;832;p8"/>
          <p:cNvSpPr txBox="1"/>
          <p:nvPr/>
        </p:nvSpPr>
        <p:spPr>
          <a:xfrm>
            <a:off x="250825" y="1815704"/>
            <a:ext cx="970137"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Ali Abdul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833" name="Google Shape;833;p8"/>
          <p:cNvSpPr txBox="1"/>
          <p:nvPr/>
        </p:nvSpPr>
        <p:spPr>
          <a:xfrm>
            <a:off x="1476375"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Patrick Murphy</a:t>
            </a:r>
            <a:endParaRPr b="0" i="0" sz="1400" u="none" cap="none" strike="noStrike">
              <a:solidFill>
                <a:srgbClr val="000000"/>
              </a:solidFill>
              <a:latin typeface="Arial"/>
              <a:ea typeface="Arial"/>
              <a:cs typeface="Arial"/>
              <a:sym typeface="Arial"/>
            </a:endParaRPr>
          </a:p>
        </p:txBody>
      </p:sp>
      <p:sp>
        <p:nvSpPr>
          <p:cNvPr id="834" name="Google Shape;834;p8"/>
          <p:cNvSpPr txBox="1"/>
          <p:nvPr/>
        </p:nvSpPr>
        <p:spPr>
          <a:xfrm>
            <a:off x="2700338"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Jamie Small</a:t>
            </a:r>
            <a:endParaRPr b="0" i="0" sz="1400" u="none" cap="none" strike="noStrike">
              <a:solidFill>
                <a:srgbClr val="000000"/>
              </a:solidFill>
              <a:latin typeface="Arial"/>
              <a:ea typeface="Arial"/>
              <a:cs typeface="Arial"/>
              <a:sym typeface="Arial"/>
            </a:endParaRPr>
          </a:p>
        </p:txBody>
      </p:sp>
      <p:sp>
        <p:nvSpPr>
          <p:cNvPr id="835" name="Google Shape;835;p8"/>
          <p:cNvSpPr txBox="1"/>
          <p:nvPr/>
        </p:nvSpPr>
        <p:spPr>
          <a:xfrm>
            <a:off x="3924300"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David Campbell</a:t>
            </a:r>
            <a:endParaRPr b="0" i="0" sz="1400" u="none" cap="none" strike="noStrike">
              <a:solidFill>
                <a:srgbClr val="000000"/>
              </a:solidFill>
              <a:latin typeface="Arial"/>
              <a:ea typeface="Arial"/>
              <a:cs typeface="Arial"/>
              <a:sym typeface="Arial"/>
            </a:endParaRPr>
          </a:p>
        </p:txBody>
      </p:sp>
      <p:sp>
        <p:nvSpPr>
          <p:cNvPr id="836" name="Google Shape;836;p8"/>
          <p:cNvSpPr txBox="1"/>
          <p:nvPr/>
        </p:nvSpPr>
        <p:spPr>
          <a:xfrm>
            <a:off x="5148263"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Adriana Carboni</a:t>
            </a:r>
            <a:endParaRPr b="1" i="0" sz="1400" u="none" cap="none" strike="noStrike">
              <a:solidFill>
                <a:srgbClr val="000000"/>
              </a:solidFill>
              <a:latin typeface="Arial"/>
              <a:ea typeface="Arial"/>
              <a:cs typeface="Arial"/>
              <a:sym typeface="Arial"/>
            </a:endParaRPr>
          </a:p>
        </p:txBody>
      </p:sp>
      <p:sp>
        <p:nvSpPr>
          <p:cNvPr id="837" name="Google Shape;837;p8"/>
          <p:cNvSpPr txBox="1"/>
          <p:nvPr/>
        </p:nvSpPr>
        <p:spPr>
          <a:xfrm>
            <a:off x="6372225"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Hannah Mann</a:t>
            </a:r>
            <a:endParaRPr b="0" i="0" sz="1400" u="none" cap="none" strike="noStrike">
              <a:solidFill>
                <a:srgbClr val="000000"/>
              </a:solidFill>
              <a:latin typeface="Arial"/>
              <a:ea typeface="Arial"/>
              <a:cs typeface="Arial"/>
              <a:sym typeface="Arial"/>
            </a:endParaRPr>
          </a:p>
        </p:txBody>
      </p:sp>
      <p:sp>
        <p:nvSpPr>
          <p:cNvPr id="838" name="Google Shape;838;p8"/>
          <p:cNvSpPr txBox="1"/>
          <p:nvPr/>
        </p:nvSpPr>
        <p:spPr>
          <a:xfrm>
            <a:off x="7596188" y="1815704"/>
            <a:ext cx="1008062"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Amadou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Bailey</a:t>
            </a:r>
            <a:endParaRPr b="0" i="0" sz="1400" u="none" cap="none" strike="noStrike">
              <a:solidFill>
                <a:srgbClr val="000000"/>
              </a:solidFill>
              <a:latin typeface="Arial"/>
              <a:ea typeface="Arial"/>
              <a:cs typeface="Arial"/>
              <a:sym typeface="Arial"/>
            </a:endParaRPr>
          </a:p>
        </p:txBody>
      </p:sp>
      <p:cxnSp>
        <p:nvCxnSpPr>
          <p:cNvPr id="839" name="Google Shape;839;p8"/>
          <p:cNvCxnSpPr/>
          <p:nvPr/>
        </p:nvCxnSpPr>
        <p:spPr>
          <a:xfrm rot="5400000">
            <a:off x="619721" y="2437012"/>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840" name="Google Shape;840;p8"/>
          <p:cNvCxnSpPr/>
          <p:nvPr/>
        </p:nvCxnSpPr>
        <p:spPr>
          <a:xfrm rot="5400000">
            <a:off x="1845271" y="2435821"/>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841" name="Google Shape;841;p8"/>
          <p:cNvCxnSpPr/>
          <p:nvPr/>
        </p:nvCxnSpPr>
        <p:spPr>
          <a:xfrm rot="5400000">
            <a:off x="3142258" y="2435820"/>
            <a:ext cx="270272" cy="1588"/>
          </a:xfrm>
          <a:prstGeom prst="straightConnector1">
            <a:avLst/>
          </a:prstGeom>
          <a:noFill/>
          <a:ln cap="flat" cmpd="sng" w="9525">
            <a:solidFill>
              <a:schemeClr val="dk1"/>
            </a:solidFill>
            <a:prstDash val="solid"/>
            <a:round/>
            <a:headEnd len="sm" w="sm" type="none"/>
            <a:tailEnd len="med" w="med" type="stealth"/>
          </a:ln>
        </p:spPr>
      </p:cxnSp>
      <p:cxnSp>
        <p:nvCxnSpPr>
          <p:cNvPr id="842" name="Google Shape;842;p8"/>
          <p:cNvCxnSpPr/>
          <p:nvPr/>
        </p:nvCxnSpPr>
        <p:spPr>
          <a:xfrm rot="5400000">
            <a:off x="4293196" y="2435821"/>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843" name="Google Shape;843;p8"/>
          <p:cNvCxnSpPr/>
          <p:nvPr/>
        </p:nvCxnSpPr>
        <p:spPr>
          <a:xfrm rot="5400000">
            <a:off x="7966671" y="2435821"/>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844" name="Google Shape;844;p8"/>
          <p:cNvCxnSpPr/>
          <p:nvPr/>
        </p:nvCxnSpPr>
        <p:spPr>
          <a:xfrm rot="5400000">
            <a:off x="6814146" y="2435821"/>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845" name="Google Shape;845;p8"/>
          <p:cNvCxnSpPr/>
          <p:nvPr/>
        </p:nvCxnSpPr>
        <p:spPr>
          <a:xfrm rot="5400000">
            <a:off x="5590183" y="2435820"/>
            <a:ext cx="270272" cy="1588"/>
          </a:xfrm>
          <a:prstGeom prst="straightConnector1">
            <a:avLst/>
          </a:prstGeom>
          <a:noFill/>
          <a:ln cap="flat" cmpd="sng" w="9525">
            <a:solidFill>
              <a:schemeClr val="dk1"/>
            </a:solidFill>
            <a:prstDash val="solid"/>
            <a:round/>
            <a:headEnd len="sm" w="sm" type="none"/>
            <a:tailEnd len="med" w="med" type="stealth"/>
          </a:ln>
        </p:spPr>
      </p:cxnSp>
      <p:sp>
        <p:nvSpPr>
          <p:cNvPr id="846" name="Google Shape;846;p8"/>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2000"/>
                                        <p:tgtEl>
                                          <p:spTgt spid="8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0" st="0"/>
                                            </p:txEl>
                                          </p:spTgt>
                                        </p:tgtEl>
                                        <p:attrNameLst>
                                          <p:attrName>style.visibility</p:attrName>
                                        </p:attrNameLst>
                                      </p:cBhvr>
                                      <p:to>
                                        <p:strVal val="visible"/>
                                      </p:to>
                                    </p:set>
                                    <p:animEffect filter="fade" transition="in">
                                      <p:cBhvr>
                                        <p:cTn dur="2000"/>
                                        <p:tgtEl>
                                          <p:spTgt spid="8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
                                            <p:txEl>
                                              <p:pRg end="0" st="0"/>
                                            </p:txEl>
                                          </p:spTgt>
                                        </p:tgtEl>
                                        <p:attrNameLst>
                                          <p:attrName>style.visibility</p:attrName>
                                        </p:attrNameLst>
                                      </p:cBhvr>
                                      <p:to>
                                        <p:strVal val="visible"/>
                                      </p:to>
                                    </p:set>
                                    <p:animEffect filter="fade" transition="in">
                                      <p:cBhvr>
                                        <p:cTn dur="2000"/>
                                        <p:tgtEl>
                                          <p:spTgt spid="8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
                                            <p:txEl>
                                              <p:pRg end="1" st="1"/>
                                            </p:txEl>
                                          </p:spTgt>
                                        </p:tgtEl>
                                        <p:attrNameLst>
                                          <p:attrName>style.visibility</p:attrName>
                                        </p:attrNameLst>
                                      </p:cBhvr>
                                      <p:to>
                                        <p:strVal val="visible"/>
                                      </p:to>
                                    </p:set>
                                    <p:animEffect filter="fade" transition="in">
                                      <p:cBhvr>
                                        <p:cTn dur="2000"/>
                                        <p:tgtEl>
                                          <p:spTgt spid="8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
                                            <p:txEl>
                                              <p:pRg end="0" st="0"/>
                                            </p:txEl>
                                          </p:spTgt>
                                        </p:tgtEl>
                                        <p:attrNameLst>
                                          <p:attrName>style.visibility</p:attrName>
                                        </p:attrNameLst>
                                      </p:cBhvr>
                                      <p:to>
                                        <p:strVal val="visible"/>
                                      </p:to>
                                    </p:set>
                                    <p:animEffect filter="fade" transition="in">
                                      <p:cBhvr>
                                        <p:cTn dur="2000"/>
                                        <p:tgtEl>
                                          <p:spTgt spid="8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0" st="0"/>
                                            </p:txEl>
                                          </p:spTgt>
                                        </p:tgtEl>
                                        <p:attrNameLst>
                                          <p:attrName>style.visibility</p:attrName>
                                        </p:attrNameLst>
                                      </p:cBhvr>
                                      <p:to>
                                        <p:strVal val="visible"/>
                                      </p:to>
                                    </p:set>
                                    <p:animEffect filter="fade" transition="in">
                                      <p:cBhvr>
                                        <p:cTn dur="2000"/>
                                        <p:tgtEl>
                                          <p:spTgt spid="8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5">
                                            <p:txEl>
                                              <p:pRg end="0" st="0"/>
                                            </p:txEl>
                                          </p:spTgt>
                                        </p:tgtEl>
                                        <p:attrNameLst>
                                          <p:attrName>style.visibility</p:attrName>
                                        </p:attrNameLst>
                                      </p:cBhvr>
                                      <p:to>
                                        <p:strVal val="visible"/>
                                      </p:to>
                                    </p:set>
                                    <p:animEffect filter="fade" transition="in">
                                      <p:cBhvr>
                                        <p:cTn dur="2000"/>
                                        <p:tgtEl>
                                          <p:spTgt spid="8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6">
                                            <p:txEl>
                                              <p:pRg end="0" st="0"/>
                                            </p:txEl>
                                          </p:spTgt>
                                        </p:tgtEl>
                                        <p:attrNameLst>
                                          <p:attrName>style.visibility</p:attrName>
                                        </p:attrNameLst>
                                      </p:cBhvr>
                                      <p:to>
                                        <p:strVal val="visible"/>
                                      </p:to>
                                    </p:set>
                                    <p:animEffect filter="fade" transition="in">
                                      <p:cBhvr>
                                        <p:cTn dur="2000"/>
                                        <p:tgtEl>
                                          <p:spTgt spid="8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
                                            <p:txEl>
                                              <p:pRg end="0" st="0"/>
                                            </p:txEl>
                                          </p:spTgt>
                                        </p:tgtEl>
                                        <p:attrNameLst>
                                          <p:attrName>style.visibility</p:attrName>
                                        </p:attrNameLst>
                                      </p:cBhvr>
                                      <p:to>
                                        <p:strVal val="visible"/>
                                      </p:to>
                                    </p:set>
                                    <p:animEffect filter="fade" transition="in">
                                      <p:cBhvr>
                                        <p:cTn dur="2000"/>
                                        <p:tgtEl>
                                          <p:spTgt spid="8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8">
                                            <p:txEl>
                                              <p:pRg end="0" st="0"/>
                                            </p:txEl>
                                          </p:spTgt>
                                        </p:tgtEl>
                                        <p:attrNameLst>
                                          <p:attrName>style.visibility</p:attrName>
                                        </p:attrNameLst>
                                      </p:cBhvr>
                                      <p:to>
                                        <p:strVal val="visible"/>
                                      </p:to>
                                    </p:set>
                                    <p:animEffect filter="fade" transition="in">
                                      <p:cBhvr>
                                        <p:cTn dur="2000"/>
                                        <p:tgtEl>
                                          <p:spTgt spid="8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8">
                                            <p:txEl>
                                              <p:pRg end="1" st="1"/>
                                            </p:txEl>
                                          </p:spTgt>
                                        </p:tgtEl>
                                        <p:attrNameLst>
                                          <p:attrName>style.visibility</p:attrName>
                                        </p:attrNameLst>
                                      </p:cBhvr>
                                      <p:to>
                                        <p:strVal val="visible"/>
                                      </p:to>
                                    </p:set>
                                    <p:animEffect filter="fade" transition="in">
                                      <p:cBhvr>
                                        <p:cTn dur="2000"/>
                                        <p:tgtEl>
                                          <p:spTgt spid="8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
                                        </p:tgtEl>
                                        <p:attrNameLst>
                                          <p:attrName>style.visibility</p:attrName>
                                        </p:attrNameLst>
                                      </p:cBhvr>
                                      <p:to>
                                        <p:strVal val="visible"/>
                                      </p:to>
                                    </p:set>
                                    <p:animEffect filter="fade" transition="in">
                                      <p:cBhvr>
                                        <p:cTn dur="500"/>
                                        <p:tgtEl>
                                          <p:spTgt spid="8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500"/>
                                        <p:tgtEl>
                                          <p:spTgt spid="8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6"/>
                                        </p:tgtEl>
                                        <p:attrNameLst>
                                          <p:attrName>style.visibility</p:attrName>
                                        </p:attrNameLst>
                                      </p:cBhvr>
                                      <p:to>
                                        <p:strVal val="visible"/>
                                      </p:to>
                                    </p:set>
                                    <p:animEffect filter="fade" transition="in">
                                      <p:cBhvr>
                                        <p:cTn dur="500"/>
                                        <p:tgtEl>
                                          <p:spTgt spid="8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7"/>
                                        </p:tgtEl>
                                        <p:attrNameLst>
                                          <p:attrName>style.visibility</p:attrName>
                                        </p:attrNameLst>
                                      </p:cBhvr>
                                      <p:to>
                                        <p:strVal val="visible"/>
                                      </p:to>
                                    </p:set>
                                    <p:animEffect filter="fade" transition="in">
                                      <p:cBhvr>
                                        <p:cTn dur="500"/>
                                        <p:tgtEl>
                                          <p:spTgt spid="8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500"/>
                                        <p:tgtEl>
                                          <p:spTgt spid="8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500"/>
                                        <p:tgtEl>
                                          <p:spTgt spid="8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gtEl>
                                        <p:attrNameLst>
                                          <p:attrName>style.visibility</p:attrName>
                                        </p:attrNameLst>
                                      </p:cBhvr>
                                      <p:to>
                                        <p:strVal val="visible"/>
                                      </p:to>
                                    </p:set>
                                    <p:animEffect filter="fade" transition="in">
                                      <p:cBhvr>
                                        <p:cTn dur="500"/>
                                        <p:tgtEl>
                                          <p:spTgt spid="8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9"/>
          <p:cNvSpPr txBox="1"/>
          <p:nvPr>
            <p:ph idx="4294967295"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latin typeface="Arial"/>
                <a:ea typeface="Arial"/>
                <a:cs typeface="Arial"/>
                <a:sym typeface="Arial"/>
              </a:rPr>
              <a:t>Choose your apprentice</a:t>
            </a:r>
            <a:endParaRPr/>
          </a:p>
        </p:txBody>
      </p:sp>
      <p:sp>
        <p:nvSpPr>
          <p:cNvPr id="852" name="Google Shape;852;p9"/>
          <p:cNvSpPr txBox="1"/>
          <p:nvPr>
            <p:ph idx="4294967295" type="body"/>
          </p:nvPr>
        </p:nvSpPr>
        <p:spPr>
          <a:xfrm>
            <a:off x="357158" y="1285866"/>
            <a:ext cx="6739042" cy="3102059"/>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Font typeface="Arial"/>
              <a:buNone/>
            </a:pPr>
            <a:r>
              <a:rPr b="1" lang="fr-FR">
                <a:latin typeface="Arial"/>
                <a:ea typeface="Arial"/>
                <a:cs typeface="Arial"/>
                <a:sym typeface="Arial"/>
              </a:rPr>
              <a:t>Fire one now so you have four remaining</a:t>
            </a:r>
            <a:endParaRPr/>
          </a:p>
          <a:p>
            <a:pPr indent="-368300" lvl="0" marL="457200" rtl="0" algn="l">
              <a:lnSpc>
                <a:spcPct val="115000"/>
              </a:lnSpc>
              <a:spcBef>
                <a:spcPts val="0"/>
              </a:spcBef>
              <a:spcAft>
                <a:spcPts val="0"/>
              </a:spcAft>
              <a:buSzPts val="2200"/>
              <a:buFont typeface="Arial"/>
              <a:buNone/>
            </a:pPr>
            <a:r>
              <a:t/>
            </a:r>
            <a:endParaRPr>
              <a:latin typeface="Arial"/>
              <a:ea typeface="Arial"/>
              <a:cs typeface="Arial"/>
              <a:sym typeface="Arial"/>
            </a:endParaRPr>
          </a:p>
          <a:p>
            <a:pPr indent="-368300" lvl="0" marL="457200" rtl="0" algn="l">
              <a:lnSpc>
                <a:spcPct val="115000"/>
              </a:lnSpc>
              <a:spcBef>
                <a:spcPts val="0"/>
              </a:spcBef>
              <a:spcAft>
                <a:spcPts val="0"/>
              </a:spcAft>
              <a:buSzPts val="2200"/>
              <a:buFont typeface="Arial"/>
              <a:buNone/>
            </a:pPr>
            <a:r>
              <a:t/>
            </a:r>
            <a:endParaRPr>
              <a:latin typeface="Arial"/>
              <a:ea typeface="Arial"/>
              <a:cs typeface="Arial"/>
              <a:sym typeface="Arial"/>
            </a:endParaRPr>
          </a:p>
          <a:p>
            <a:pPr indent="-368300" lvl="0" marL="457200" rtl="0" algn="l">
              <a:lnSpc>
                <a:spcPct val="115000"/>
              </a:lnSpc>
              <a:spcBef>
                <a:spcPts val="0"/>
              </a:spcBef>
              <a:spcAft>
                <a:spcPts val="0"/>
              </a:spcAft>
              <a:buSzPts val="2200"/>
              <a:buFont typeface="Arial"/>
              <a:buNone/>
            </a:pPr>
            <a:r>
              <a:t/>
            </a:r>
            <a:endParaRPr>
              <a:latin typeface="Arial"/>
              <a:ea typeface="Arial"/>
              <a:cs typeface="Arial"/>
              <a:sym typeface="Arial"/>
            </a:endParaRPr>
          </a:p>
        </p:txBody>
      </p:sp>
      <p:pic>
        <p:nvPicPr>
          <p:cNvPr id="853" name="Google Shape;853;p9"/>
          <p:cNvPicPr preferRelativeResize="0"/>
          <p:nvPr/>
        </p:nvPicPr>
        <p:blipFill rotWithShape="1">
          <a:blip r:embed="rId3">
            <a:alphaModFix/>
          </a:blip>
          <a:srcRect b="3122" l="10518" r="18839" t="3125"/>
          <a:stretch/>
        </p:blipFill>
        <p:spPr>
          <a:xfrm>
            <a:off x="1476375" y="2625329"/>
            <a:ext cx="1081088" cy="1620440"/>
          </a:xfrm>
          <a:prstGeom prst="rect">
            <a:avLst/>
          </a:prstGeom>
          <a:noFill/>
          <a:ln>
            <a:noFill/>
          </a:ln>
        </p:spPr>
      </p:pic>
      <p:pic>
        <p:nvPicPr>
          <p:cNvPr id="854" name="Google Shape;854;p9"/>
          <p:cNvPicPr preferRelativeResize="0"/>
          <p:nvPr/>
        </p:nvPicPr>
        <p:blipFill rotWithShape="1">
          <a:blip r:embed="rId4">
            <a:alphaModFix/>
          </a:blip>
          <a:srcRect b="0" l="9821" r="6695" t="0"/>
          <a:stretch/>
        </p:blipFill>
        <p:spPr>
          <a:xfrm>
            <a:off x="2700338" y="2653903"/>
            <a:ext cx="1143000" cy="1538288"/>
          </a:xfrm>
          <a:prstGeom prst="rect">
            <a:avLst/>
          </a:prstGeom>
          <a:noFill/>
          <a:ln>
            <a:noFill/>
          </a:ln>
        </p:spPr>
      </p:pic>
      <p:pic>
        <p:nvPicPr>
          <p:cNvPr id="855" name="Google Shape;855;p9"/>
          <p:cNvPicPr preferRelativeResize="0"/>
          <p:nvPr/>
        </p:nvPicPr>
        <p:blipFill rotWithShape="1">
          <a:blip r:embed="rId5">
            <a:alphaModFix/>
          </a:blip>
          <a:srcRect b="0" l="11249" r="0" t="0"/>
          <a:stretch/>
        </p:blipFill>
        <p:spPr>
          <a:xfrm>
            <a:off x="3924300" y="2733675"/>
            <a:ext cx="1150938" cy="1458516"/>
          </a:xfrm>
          <a:prstGeom prst="rect">
            <a:avLst/>
          </a:prstGeom>
          <a:noFill/>
          <a:ln>
            <a:noFill/>
          </a:ln>
        </p:spPr>
      </p:pic>
      <p:pic>
        <p:nvPicPr>
          <p:cNvPr id="856" name="Google Shape;856;p9"/>
          <p:cNvPicPr preferRelativeResize="0"/>
          <p:nvPr/>
        </p:nvPicPr>
        <p:blipFill rotWithShape="1">
          <a:blip r:embed="rId6">
            <a:alphaModFix/>
          </a:blip>
          <a:srcRect b="0" l="6239" r="0" t="0"/>
          <a:stretch/>
        </p:blipFill>
        <p:spPr>
          <a:xfrm>
            <a:off x="5218114" y="2842023"/>
            <a:ext cx="1082675" cy="1350169"/>
          </a:xfrm>
          <a:prstGeom prst="rect">
            <a:avLst/>
          </a:prstGeom>
          <a:noFill/>
          <a:ln>
            <a:noFill/>
          </a:ln>
        </p:spPr>
      </p:pic>
      <p:pic>
        <p:nvPicPr>
          <p:cNvPr id="857" name="Google Shape;857;p9"/>
          <p:cNvPicPr preferRelativeResize="0"/>
          <p:nvPr/>
        </p:nvPicPr>
        <p:blipFill rotWithShape="1">
          <a:blip r:embed="rId7">
            <a:alphaModFix/>
          </a:blip>
          <a:srcRect b="0" l="25000" r="0" t="0"/>
          <a:stretch/>
        </p:blipFill>
        <p:spPr>
          <a:xfrm>
            <a:off x="250825" y="2571751"/>
            <a:ext cx="1079500" cy="1612106"/>
          </a:xfrm>
          <a:prstGeom prst="rect">
            <a:avLst/>
          </a:prstGeom>
          <a:noFill/>
          <a:ln>
            <a:noFill/>
          </a:ln>
        </p:spPr>
      </p:pic>
      <p:pic>
        <p:nvPicPr>
          <p:cNvPr id="858" name="Google Shape;858;p9"/>
          <p:cNvPicPr preferRelativeResize="0"/>
          <p:nvPr/>
        </p:nvPicPr>
        <p:blipFill rotWithShape="1">
          <a:blip r:embed="rId8">
            <a:alphaModFix/>
          </a:blip>
          <a:srcRect b="0" l="33075" r="0" t="0"/>
          <a:stretch/>
        </p:blipFill>
        <p:spPr>
          <a:xfrm>
            <a:off x="7667625" y="2950369"/>
            <a:ext cx="1117600" cy="1250156"/>
          </a:xfrm>
          <a:prstGeom prst="rect">
            <a:avLst/>
          </a:prstGeom>
          <a:noFill/>
          <a:ln>
            <a:noFill/>
          </a:ln>
        </p:spPr>
      </p:pic>
      <p:pic>
        <p:nvPicPr>
          <p:cNvPr id="859" name="Google Shape;859;p9"/>
          <p:cNvPicPr preferRelativeResize="0"/>
          <p:nvPr/>
        </p:nvPicPr>
        <p:blipFill rotWithShape="1">
          <a:blip r:embed="rId9">
            <a:alphaModFix/>
          </a:blip>
          <a:srcRect b="0" l="36620" r="18867" t="0"/>
          <a:stretch/>
        </p:blipFill>
        <p:spPr>
          <a:xfrm>
            <a:off x="6396039" y="2895600"/>
            <a:ext cx="1152525" cy="1296591"/>
          </a:xfrm>
          <a:prstGeom prst="rect">
            <a:avLst/>
          </a:prstGeom>
          <a:noFill/>
          <a:ln>
            <a:noFill/>
          </a:ln>
        </p:spPr>
      </p:pic>
      <p:sp>
        <p:nvSpPr>
          <p:cNvPr id="860" name="Google Shape;860;p9"/>
          <p:cNvSpPr txBox="1"/>
          <p:nvPr/>
        </p:nvSpPr>
        <p:spPr>
          <a:xfrm>
            <a:off x="250825" y="1815704"/>
            <a:ext cx="970137"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Ali Abdul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861" name="Google Shape;861;p9"/>
          <p:cNvSpPr txBox="1"/>
          <p:nvPr/>
        </p:nvSpPr>
        <p:spPr>
          <a:xfrm>
            <a:off x="1476375"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Patrick Murphy</a:t>
            </a:r>
            <a:endParaRPr b="0" i="0" sz="1400" u="none" cap="none" strike="noStrike">
              <a:solidFill>
                <a:srgbClr val="000000"/>
              </a:solidFill>
              <a:latin typeface="Arial"/>
              <a:ea typeface="Arial"/>
              <a:cs typeface="Arial"/>
              <a:sym typeface="Arial"/>
            </a:endParaRPr>
          </a:p>
        </p:txBody>
      </p:sp>
      <p:sp>
        <p:nvSpPr>
          <p:cNvPr id="862" name="Google Shape;862;p9"/>
          <p:cNvSpPr txBox="1"/>
          <p:nvPr/>
        </p:nvSpPr>
        <p:spPr>
          <a:xfrm>
            <a:off x="2700338"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Jamie Small</a:t>
            </a:r>
            <a:endParaRPr b="0" i="0" sz="1400" u="none" cap="none" strike="noStrike">
              <a:solidFill>
                <a:srgbClr val="000000"/>
              </a:solidFill>
              <a:latin typeface="Arial"/>
              <a:ea typeface="Arial"/>
              <a:cs typeface="Arial"/>
              <a:sym typeface="Arial"/>
            </a:endParaRPr>
          </a:p>
        </p:txBody>
      </p:sp>
      <p:sp>
        <p:nvSpPr>
          <p:cNvPr id="863" name="Google Shape;863;p9"/>
          <p:cNvSpPr txBox="1"/>
          <p:nvPr/>
        </p:nvSpPr>
        <p:spPr>
          <a:xfrm>
            <a:off x="3924300"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David Campbell</a:t>
            </a:r>
            <a:endParaRPr b="0" i="0" sz="1400" u="none" cap="none" strike="noStrike">
              <a:solidFill>
                <a:srgbClr val="000000"/>
              </a:solidFill>
              <a:latin typeface="Arial"/>
              <a:ea typeface="Arial"/>
              <a:cs typeface="Arial"/>
              <a:sym typeface="Arial"/>
            </a:endParaRPr>
          </a:p>
        </p:txBody>
      </p:sp>
      <p:sp>
        <p:nvSpPr>
          <p:cNvPr id="864" name="Google Shape;864;p9"/>
          <p:cNvSpPr txBox="1"/>
          <p:nvPr/>
        </p:nvSpPr>
        <p:spPr>
          <a:xfrm>
            <a:off x="5148263"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Adriana Carboni</a:t>
            </a:r>
            <a:endParaRPr b="1" i="0" sz="1400" u="none" cap="none" strike="noStrike">
              <a:solidFill>
                <a:srgbClr val="000000"/>
              </a:solidFill>
              <a:latin typeface="Arial"/>
              <a:ea typeface="Arial"/>
              <a:cs typeface="Arial"/>
              <a:sym typeface="Arial"/>
            </a:endParaRPr>
          </a:p>
        </p:txBody>
      </p:sp>
      <p:sp>
        <p:nvSpPr>
          <p:cNvPr id="865" name="Google Shape;865;p9"/>
          <p:cNvSpPr txBox="1"/>
          <p:nvPr/>
        </p:nvSpPr>
        <p:spPr>
          <a:xfrm>
            <a:off x="6372225"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Hannah Mann</a:t>
            </a:r>
            <a:endParaRPr b="0" i="0" sz="1400" u="none" cap="none" strike="noStrike">
              <a:solidFill>
                <a:srgbClr val="000000"/>
              </a:solidFill>
              <a:latin typeface="Arial"/>
              <a:ea typeface="Arial"/>
              <a:cs typeface="Arial"/>
              <a:sym typeface="Arial"/>
            </a:endParaRPr>
          </a:p>
        </p:txBody>
      </p:sp>
      <p:sp>
        <p:nvSpPr>
          <p:cNvPr id="866" name="Google Shape;866;p9"/>
          <p:cNvSpPr txBox="1"/>
          <p:nvPr/>
        </p:nvSpPr>
        <p:spPr>
          <a:xfrm>
            <a:off x="7596188" y="1815704"/>
            <a:ext cx="1008062"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Amadou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Bailey</a:t>
            </a:r>
            <a:endParaRPr b="0" i="0" sz="1400" u="none" cap="none" strike="noStrike">
              <a:solidFill>
                <a:srgbClr val="000000"/>
              </a:solidFill>
              <a:latin typeface="Arial"/>
              <a:ea typeface="Arial"/>
              <a:cs typeface="Arial"/>
              <a:sym typeface="Arial"/>
            </a:endParaRPr>
          </a:p>
        </p:txBody>
      </p:sp>
      <p:cxnSp>
        <p:nvCxnSpPr>
          <p:cNvPr id="867" name="Google Shape;867;p9"/>
          <p:cNvCxnSpPr/>
          <p:nvPr/>
        </p:nvCxnSpPr>
        <p:spPr>
          <a:xfrm rot="5400000">
            <a:off x="619721" y="2437012"/>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868" name="Google Shape;868;p9"/>
          <p:cNvCxnSpPr/>
          <p:nvPr/>
        </p:nvCxnSpPr>
        <p:spPr>
          <a:xfrm rot="5400000">
            <a:off x="1845271" y="2435821"/>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869" name="Google Shape;869;p9"/>
          <p:cNvCxnSpPr/>
          <p:nvPr/>
        </p:nvCxnSpPr>
        <p:spPr>
          <a:xfrm rot="5400000">
            <a:off x="3142258" y="2435820"/>
            <a:ext cx="270272" cy="1588"/>
          </a:xfrm>
          <a:prstGeom prst="straightConnector1">
            <a:avLst/>
          </a:prstGeom>
          <a:noFill/>
          <a:ln cap="flat" cmpd="sng" w="9525">
            <a:solidFill>
              <a:schemeClr val="dk1"/>
            </a:solidFill>
            <a:prstDash val="solid"/>
            <a:round/>
            <a:headEnd len="sm" w="sm" type="none"/>
            <a:tailEnd len="med" w="med" type="stealth"/>
          </a:ln>
        </p:spPr>
      </p:cxnSp>
      <p:cxnSp>
        <p:nvCxnSpPr>
          <p:cNvPr id="870" name="Google Shape;870;p9"/>
          <p:cNvCxnSpPr/>
          <p:nvPr/>
        </p:nvCxnSpPr>
        <p:spPr>
          <a:xfrm rot="5400000">
            <a:off x="4293196" y="2435821"/>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871" name="Google Shape;871;p9"/>
          <p:cNvCxnSpPr/>
          <p:nvPr/>
        </p:nvCxnSpPr>
        <p:spPr>
          <a:xfrm rot="5400000">
            <a:off x="7966671" y="2435821"/>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872" name="Google Shape;872;p9"/>
          <p:cNvCxnSpPr/>
          <p:nvPr/>
        </p:nvCxnSpPr>
        <p:spPr>
          <a:xfrm rot="5400000">
            <a:off x="6814146" y="2435821"/>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873" name="Google Shape;873;p9"/>
          <p:cNvCxnSpPr/>
          <p:nvPr/>
        </p:nvCxnSpPr>
        <p:spPr>
          <a:xfrm rot="5400000">
            <a:off x="5590183" y="2435820"/>
            <a:ext cx="270272" cy="1588"/>
          </a:xfrm>
          <a:prstGeom prst="straightConnector1">
            <a:avLst/>
          </a:prstGeom>
          <a:noFill/>
          <a:ln cap="flat" cmpd="sng" w="9525">
            <a:solidFill>
              <a:schemeClr val="dk1"/>
            </a:solidFill>
            <a:prstDash val="solid"/>
            <a:round/>
            <a:headEnd len="sm" w="sm" type="none"/>
            <a:tailEnd len="med" w="med" type="stealth"/>
          </a:ln>
        </p:spPr>
      </p:cxnSp>
      <p:sp>
        <p:nvSpPr>
          <p:cNvPr id="874" name="Google Shape;874;p9"/>
          <p:cNvSpPr txBox="1"/>
          <p:nvPr/>
        </p:nvSpPr>
        <p:spPr>
          <a:xfrm>
            <a:off x="250825" y="3543300"/>
            <a:ext cx="1225550"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Physically fit but wears glasses</a:t>
            </a:r>
            <a:endParaRPr b="0" i="0" sz="1400" u="none" cap="none" strike="noStrike">
              <a:solidFill>
                <a:srgbClr val="000000"/>
              </a:solidFill>
              <a:latin typeface="Arial"/>
              <a:ea typeface="Arial"/>
              <a:cs typeface="Arial"/>
              <a:sym typeface="Arial"/>
            </a:endParaRPr>
          </a:p>
        </p:txBody>
      </p:sp>
      <p:sp>
        <p:nvSpPr>
          <p:cNvPr id="875" name="Google Shape;875;p9"/>
          <p:cNvSpPr txBox="1"/>
          <p:nvPr/>
        </p:nvSpPr>
        <p:spPr>
          <a:xfrm>
            <a:off x="1476375" y="3543300"/>
            <a:ext cx="1223963"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Physically and mentally fit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876" name="Google Shape;876;p9"/>
          <p:cNvSpPr txBox="1"/>
          <p:nvPr/>
        </p:nvSpPr>
        <p:spPr>
          <a:xfrm>
            <a:off x="2700338" y="3543300"/>
            <a:ext cx="1223962"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Physically fit and mentally fit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877" name="Google Shape;877;p9"/>
          <p:cNvSpPr txBox="1"/>
          <p:nvPr/>
        </p:nvSpPr>
        <p:spPr>
          <a:xfrm>
            <a:off x="3924301" y="3543300"/>
            <a:ext cx="1223963"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Physically disabled, mentally fit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878" name="Google Shape;878;p9"/>
          <p:cNvSpPr txBox="1"/>
          <p:nvPr/>
        </p:nvSpPr>
        <p:spPr>
          <a:xfrm>
            <a:off x="5148263" y="3543300"/>
            <a:ext cx="1223962"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Physically and mentally fit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879" name="Google Shape;879;p9"/>
          <p:cNvSpPr txBox="1"/>
          <p:nvPr/>
        </p:nvSpPr>
        <p:spPr>
          <a:xfrm>
            <a:off x="7597776" y="3545682"/>
            <a:ext cx="1222375"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Physically fit but suffers anxiety</a:t>
            </a:r>
            <a:endParaRPr b="0" i="0" sz="1400" u="none" cap="none" strike="noStrike">
              <a:solidFill>
                <a:srgbClr val="000000"/>
              </a:solidFill>
              <a:latin typeface="Arial"/>
              <a:ea typeface="Arial"/>
              <a:cs typeface="Arial"/>
              <a:sym typeface="Arial"/>
            </a:endParaRPr>
          </a:p>
        </p:txBody>
      </p:sp>
      <p:sp>
        <p:nvSpPr>
          <p:cNvPr id="880" name="Google Shape;880;p9"/>
          <p:cNvSpPr txBox="1"/>
          <p:nvPr/>
        </p:nvSpPr>
        <p:spPr>
          <a:xfrm>
            <a:off x="6372226" y="3545682"/>
            <a:ext cx="1222375"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Pregnant, physically &amp; mentally fit</a:t>
            </a:r>
            <a:endParaRPr b="0" i="0" sz="1400" u="none" cap="none" strike="noStrike">
              <a:solidFill>
                <a:srgbClr val="000000"/>
              </a:solidFill>
              <a:latin typeface="Arial"/>
              <a:ea typeface="Arial"/>
              <a:cs typeface="Arial"/>
              <a:sym typeface="Arial"/>
            </a:endParaRPr>
          </a:p>
        </p:txBody>
      </p:sp>
      <p:sp>
        <p:nvSpPr>
          <p:cNvPr id="881" name="Google Shape;881;p9"/>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1"/>
                                        </p:tgtEl>
                                        <p:attrNameLst>
                                          <p:attrName>style.visibility</p:attrName>
                                        </p:attrNameLst>
                                      </p:cBhvr>
                                      <p:to>
                                        <p:strVal val="visible"/>
                                      </p:to>
                                    </p:set>
                                    <p:animEffect filter="fade" transition="in">
                                      <p:cBhvr>
                                        <p:cTn dur="500"/>
                                        <p:tgtEl>
                                          <p:spTgt spid="8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2">
                                            <p:txEl>
                                              <p:pRg end="0" st="0"/>
                                            </p:txEl>
                                          </p:spTgt>
                                        </p:tgtEl>
                                        <p:attrNameLst>
                                          <p:attrName>style.visibility</p:attrName>
                                        </p:attrNameLst>
                                      </p:cBhvr>
                                      <p:to>
                                        <p:strVal val="visible"/>
                                      </p:to>
                                    </p:set>
                                    <p:animEffect filter="fade" transition="in">
                                      <p:cBhvr>
                                        <p:cTn dur="2000"/>
                                        <p:tgtEl>
                                          <p:spTgt spid="8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2">
                                            <p:txEl>
                                              <p:pRg end="1" st="1"/>
                                            </p:txEl>
                                          </p:spTgt>
                                        </p:tgtEl>
                                        <p:attrNameLst>
                                          <p:attrName>style.visibility</p:attrName>
                                        </p:attrNameLst>
                                      </p:cBhvr>
                                      <p:to>
                                        <p:strVal val="visible"/>
                                      </p:to>
                                    </p:set>
                                    <p:animEffect filter="fade" transition="in">
                                      <p:cBhvr>
                                        <p:cTn dur="2000"/>
                                        <p:tgtEl>
                                          <p:spTgt spid="8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2">
                                            <p:txEl>
                                              <p:pRg end="2" st="2"/>
                                            </p:txEl>
                                          </p:spTgt>
                                        </p:tgtEl>
                                        <p:attrNameLst>
                                          <p:attrName>style.visibility</p:attrName>
                                        </p:attrNameLst>
                                      </p:cBhvr>
                                      <p:to>
                                        <p:strVal val="visible"/>
                                      </p:to>
                                    </p:set>
                                    <p:animEffect filter="fade" transition="in">
                                      <p:cBhvr>
                                        <p:cTn dur="2000"/>
                                        <p:tgtEl>
                                          <p:spTgt spid="8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2">
                                            <p:txEl>
                                              <p:pRg end="3" st="3"/>
                                            </p:txEl>
                                          </p:spTgt>
                                        </p:tgtEl>
                                        <p:attrNameLst>
                                          <p:attrName>style.visibility</p:attrName>
                                        </p:attrNameLst>
                                      </p:cBhvr>
                                      <p:to>
                                        <p:strVal val="visible"/>
                                      </p:to>
                                    </p:set>
                                    <p:animEffect filter="fade" transition="in">
                                      <p:cBhvr>
                                        <p:cTn dur="2000"/>
                                        <p:tgtEl>
                                          <p:spTgt spid="8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7"/>
                                        </p:tgtEl>
                                        <p:attrNameLst>
                                          <p:attrName>style.visibility</p:attrName>
                                        </p:attrNameLst>
                                      </p:cBhvr>
                                      <p:to>
                                        <p:strVal val="visible"/>
                                      </p:to>
                                    </p:set>
                                    <p:animEffect filter="fade" transition="in">
                                      <p:cBhvr>
                                        <p:cTn dur="2000"/>
                                        <p:tgtEl>
                                          <p:spTgt spid="8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3"/>
                                        </p:tgtEl>
                                        <p:attrNameLst>
                                          <p:attrName>style.visibility</p:attrName>
                                        </p:attrNameLst>
                                      </p:cBhvr>
                                      <p:to>
                                        <p:strVal val="visible"/>
                                      </p:to>
                                    </p:set>
                                    <p:animEffect filter="fade" transition="in">
                                      <p:cBhvr>
                                        <p:cTn dur="2000"/>
                                        <p:tgtEl>
                                          <p:spTgt spid="8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gtEl>
                                        <p:attrNameLst>
                                          <p:attrName>style.visibility</p:attrName>
                                        </p:attrNameLst>
                                      </p:cBhvr>
                                      <p:to>
                                        <p:strVal val="visible"/>
                                      </p:to>
                                    </p:set>
                                    <p:animEffect filter="fade" transition="in">
                                      <p:cBhvr>
                                        <p:cTn dur="2000"/>
                                        <p:tgtEl>
                                          <p:spTgt spid="8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gtEl>
                                        <p:attrNameLst>
                                          <p:attrName>style.visibility</p:attrName>
                                        </p:attrNameLst>
                                      </p:cBhvr>
                                      <p:to>
                                        <p:strVal val="visible"/>
                                      </p:to>
                                    </p:set>
                                    <p:animEffect filter="fade" transition="in">
                                      <p:cBhvr>
                                        <p:cTn dur="2000"/>
                                        <p:tgtEl>
                                          <p:spTgt spid="8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6"/>
                                        </p:tgtEl>
                                        <p:attrNameLst>
                                          <p:attrName>style.visibility</p:attrName>
                                        </p:attrNameLst>
                                      </p:cBhvr>
                                      <p:to>
                                        <p:strVal val="visible"/>
                                      </p:to>
                                    </p:set>
                                    <p:animEffect filter="fade" transition="in">
                                      <p:cBhvr>
                                        <p:cTn dur="2000"/>
                                        <p:tgtEl>
                                          <p:spTgt spid="8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2000"/>
                                        <p:tgtEl>
                                          <p:spTgt spid="8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2000"/>
                                        <p:tgtEl>
                                          <p:spTgt spid="8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xEl>
                                              <p:pRg end="0" st="0"/>
                                            </p:txEl>
                                          </p:spTgt>
                                        </p:tgtEl>
                                        <p:attrNameLst>
                                          <p:attrName>style.visibility</p:attrName>
                                        </p:attrNameLst>
                                      </p:cBhvr>
                                      <p:to>
                                        <p:strVal val="visible"/>
                                      </p:to>
                                    </p:set>
                                    <p:animEffect filter="fade" transition="in">
                                      <p:cBhvr>
                                        <p:cTn dur="2000"/>
                                        <p:tgtEl>
                                          <p:spTgt spid="8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5">
                                            <p:txEl>
                                              <p:pRg end="0" st="0"/>
                                            </p:txEl>
                                          </p:spTgt>
                                        </p:tgtEl>
                                        <p:attrNameLst>
                                          <p:attrName>style.visibility</p:attrName>
                                        </p:attrNameLst>
                                      </p:cBhvr>
                                      <p:to>
                                        <p:strVal val="visible"/>
                                      </p:to>
                                    </p:set>
                                    <p:animEffect filter="fade" transition="in">
                                      <p:cBhvr>
                                        <p:cTn dur="2000"/>
                                        <p:tgtEl>
                                          <p:spTgt spid="8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5">
                                            <p:txEl>
                                              <p:pRg end="1" st="1"/>
                                            </p:txEl>
                                          </p:spTgt>
                                        </p:tgtEl>
                                        <p:attrNameLst>
                                          <p:attrName>style.visibility</p:attrName>
                                        </p:attrNameLst>
                                      </p:cBhvr>
                                      <p:to>
                                        <p:strVal val="visible"/>
                                      </p:to>
                                    </p:set>
                                    <p:animEffect filter="fade" transition="in">
                                      <p:cBhvr>
                                        <p:cTn dur="2000"/>
                                        <p:tgtEl>
                                          <p:spTgt spid="8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6">
                                            <p:txEl>
                                              <p:pRg end="0" st="0"/>
                                            </p:txEl>
                                          </p:spTgt>
                                        </p:tgtEl>
                                        <p:attrNameLst>
                                          <p:attrName>style.visibility</p:attrName>
                                        </p:attrNameLst>
                                      </p:cBhvr>
                                      <p:to>
                                        <p:strVal val="visible"/>
                                      </p:to>
                                    </p:set>
                                    <p:animEffect filter="fade" transition="in">
                                      <p:cBhvr>
                                        <p:cTn dur="2000"/>
                                        <p:tgtEl>
                                          <p:spTgt spid="8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6">
                                            <p:txEl>
                                              <p:pRg end="1" st="1"/>
                                            </p:txEl>
                                          </p:spTgt>
                                        </p:tgtEl>
                                        <p:attrNameLst>
                                          <p:attrName>style.visibility</p:attrName>
                                        </p:attrNameLst>
                                      </p:cBhvr>
                                      <p:to>
                                        <p:strVal val="visible"/>
                                      </p:to>
                                    </p:set>
                                    <p:animEffect filter="fade" transition="in">
                                      <p:cBhvr>
                                        <p:cTn dur="2000"/>
                                        <p:tgtEl>
                                          <p:spTgt spid="8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7">
                                            <p:txEl>
                                              <p:pRg end="0" st="0"/>
                                            </p:txEl>
                                          </p:spTgt>
                                        </p:tgtEl>
                                        <p:attrNameLst>
                                          <p:attrName>style.visibility</p:attrName>
                                        </p:attrNameLst>
                                      </p:cBhvr>
                                      <p:to>
                                        <p:strVal val="visible"/>
                                      </p:to>
                                    </p:set>
                                    <p:animEffect filter="fade" transition="in">
                                      <p:cBhvr>
                                        <p:cTn dur="2000"/>
                                        <p:tgtEl>
                                          <p:spTgt spid="8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7">
                                            <p:txEl>
                                              <p:pRg end="1" st="1"/>
                                            </p:txEl>
                                          </p:spTgt>
                                        </p:tgtEl>
                                        <p:attrNameLst>
                                          <p:attrName>style.visibility</p:attrName>
                                        </p:attrNameLst>
                                      </p:cBhvr>
                                      <p:to>
                                        <p:strVal val="visible"/>
                                      </p:to>
                                    </p:set>
                                    <p:animEffect filter="fade" transition="in">
                                      <p:cBhvr>
                                        <p:cTn dur="2000"/>
                                        <p:tgtEl>
                                          <p:spTgt spid="8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0" st="0"/>
                                            </p:txEl>
                                          </p:spTgt>
                                        </p:tgtEl>
                                        <p:attrNameLst>
                                          <p:attrName>style.visibility</p:attrName>
                                        </p:attrNameLst>
                                      </p:cBhvr>
                                      <p:to>
                                        <p:strVal val="visible"/>
                                      </p:to>
                                    </p:set>
                                    <p:animEffect filter="fade" transition="in">
                                      <p:cBhvr>
                                        <p:cTn dur="2000"/>
                                        <p:tgtEl>
                                          <p:spTgt spid="8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 st="1"/>
                                            </p:txEl>
                                          </p:spTgt>
                                        </p:tgtEl>
                                        <p:attrNameLst>
                                          <p:attrName>style.visibility</p:attrName>
                                        </p:attrNameLst>
                                      </p:cBhvr>
                                      <p:to>
                                        <p:strVal val="visible"/>
                                      </p:to>
                                    </p:set>
                                    <p:animEffect filter="fade" transition="in">
                                      <p:cBhvr>
                                        <p:cTn dur="2000"/>
                                        <p:tgtEl>
                                          <p:spTgt spid="8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0">
                                            <p:txEl>
                                              <p:pRg end="0" st="0"/>
                                            </p:txEl>
                                          </p:spTgt>
                                        </p:tgtEl>
                                        <p:attrNameLst>
                                          <p:attrName>style.visibility</p:attrName>
                                        </p:attrNameLst>
                                      </p:cBhvr>
                                      <p:to>
                                        <p:strVal val="visible"/>
                                      </p:to>
                                    </p:set>
                                    <p:animEffect filter="fade" transition="in">
                                      <p:cBhvr>
                                        <p:cTn dur="2000"/>
                                        <p:tgtEl>
                                          <p:spTgt spid="8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9">
                                            <p:txEl>
                                              <p:pRg end="0" st="0"/>
                                            </p:txEl>
                                          </p:spTgt>
                                        </p:tgtEl>
                                        <p:attrNameLst>
                                          <p:attrName>style.visibility</p:attrName>
                                        </p:attrNameLst>
                                      </p:cBhvr>
                                      <p:to>
                                        <p:strVal val="visible"/>
                                      </p:to>
                                    </p:set>
                                    <p:animEffect filter="fade" transition="in">
                                      <p:cBhvr>
                                        <p:cTn dur="2000"/>
                                        <p:tgtEl>
                                          <p:spTgt spid="87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0"/>
          <p:cNvSpPr txBox="1"/>
          <p:nvPr>
            <p:ph idx="4294967295"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latin typeface="Arial"/>
                <a:ea typeface="Arial"/>
                <a:cs typeface="Arial"/>
                <a:sym typeface="Arial"/>
              </a:rPr>
              <a:t>Choose your apprentice</a:t>
            </a:r>
            <a:endParaRPr/>
          </a:p>
        </p:txBody>
      </p:sp>
      <p:sp>
        <p:nvSpPr>
          <p:cNvPr id="887" name="Google Shape;887;p10"/>
          <p:cNvSpPr txBox="1"/>
          <p:nvPr>
            <p:ph idx="4294967295" type="body"/>
          </p:nvPr>
        </p:nvSpPr>
        <p:spPr>
          <a:xfrm>
            <a:off x="855300" y="1285866"/>
            <a:ext cx="6240900" cy="3102059"/>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Font typeface="Arial"/>
              <a:buNone/>
            </a:pPr>
            <a:r>
              <a:rPr b="1" lang="fr-FR">
                <a:latin typeface="Arial"/>
                <a:ea typeface="Arial"/>
                <a:cs typeface="Arial"/>
                <a:sym typeface="Arial"/>
              </a:rPr>
              <a:t>Fire one now so you have three remaining</a:t>
            </a:r>
            <a:endParaRPr/>
          </a:p>
          <a:p>
            <a:pPr indent="-368300" lvl="0" marL="457200" rtl="0" algn="l">
              <a:lnSpc>
                <a:spcPct val="115000"/>
              </a:lnSpc>
              <a:spcBef>
                <a:spcPts val="0"/>
              </a:spcBef>
              <a:spcAft>
                <a:spcPts val="0"/>
              </a:spcAft>
              <a:buSzPts val="2200"/>
              <a:buFont typeface="Arial"/>
              <a:buNone/>
            </a:pPr>
            <a:r>
              <a:t/>
            </a:r>
            <a:endParaRPr b="1">
              <a:latin typeface="Arial"/>
              <a:ea typeface="Arial"/>
              <a:cs typeface="Arial"/>
              <a:sym typeface="Arial"/>
            </a:endParaRPr>
          </a:p>
        </p:txBody>
      </p:sp>
      <p:pic>
        <p:nvPicPr>
          <p:cNvPr id="888" name="Google Shape;888;p10"/>
          <p:cNvPicPr preferRelativeResize="0"/>
          <p:nvPr/>
        </p:nvPicPr>
        <p:blipFill rotWithShape="1">
          <a:blip r:embed="rId3">
            <a:alphaModFix/>
          </a:blip>
          <a:srcRect b="3122" l="10518" r="18839" t="3125"/>
          <a:stretch/>
        </p:blipFill>
        <p:spPr>
          <a:xfrm>
            <a:off x="1476375" y="2625329"/>
            <a:ext cx="1081088" cy="1620440"/>
          </a:xfrm>
          <a:prstGeom prst="rect">
            <a:avLst/>
          </a:prstGeom>
          <a:noFill/>
          <a:ln>
            <a:noFill/>
          </a:ln>
        </p:spPr>
      </p:pic>
      <p:pic>
        <p:nvPicPr>
          <p:cNvPr id="889" name="Google Shape;889;p10"/>
          <p:cNvPicPr preferRelativeResize="0"/>
          <p:nvPr/>
        </p:nvPicPr>
        <p:blipFill rotWithShape="1">
          <a:blip r:embed="rId4">
            <a:alphaModFix/>
          </a:blip>
          <a:srcRect b="0" l="9821" r="6695" t="0"/>
          <a:stretch/>
        </p:blipFill>
        <p:spPr>
          <a:xfrm>
            <a:off x="2700338" y="2653903"/>
            <a:ext cx="1143000" cy="1538288"/>
          </a:xfrm>
          <a:prstGeom prst="rect">
            <a:avLst/>
          </a:prstGeom>
          <a:noFill/>
          <a:ln>
            <a:noFill/>
          </a:ln>
        </p:spPr>
      </p:pic>
      <p:pic>
        <p:nvPicPr>
          <p:cNvPr id="890" name="Google Shape;890;p10"/>
          <p:cNvPicPr preferRelativeResize="0"/>
          <p:nvPr/>
        </p:nvPicPr>
        <p:blipFill rotWithShape="1">
          <a:blip r:embed="rId5">
            <a:alphaModFix/>
          </a:blip>
          <a:srcRect b="0" l="11249" r="0" t="0"/>
          <a:stretch/>
        </p:blipFill>
        <p:spPr>
          <a:xfrm>
            <a:off x="3924300" y="2733675"/>
            <a:ext cx="1150938" cy="1458516"/>
          </a:xfrm>
          <a:prstGeom prst="rect">
            <a:avLst/>
          </a:prstGeom>
          <a:noFill/>
          <a:ln>
            <a:noFill/>
          </a:ln>
        </p:spPr>
      </p:pic>
      <p:pic>
        <p:nvPicPr>
          <p:cNvPr id="891" name="Google Shape;891;p10"/>
          <p:cNvPicPr preferRelativeResize="0"/>
          <p:nvPr/>
        </p:nvPicPr>
        <p:blipFill rotWithShape="1">
          <a:blip r:embed="rId6">
            <a:alphaModFix/>
          </a:blip>
          <a:srcRect b="0" l="6239" r="0" t="0"/>
          <a:stretch/>
        </p:blipFill>
        <p:spPr>
          <a:xfrm>
            <a:off x="5218114" y="2842023"/>
            <a:ext cx="1082675" cy="1350169"/>
          </a:xfrm>
          <a:prstGeom prst="rect">
            <a:avLst/>
          </a:prstGeom>
          <a:noFill/>
          <a:ln>
            <a:noFill/>
          </a:ln>
        </p:spPr>
      </p:pic>
      <p:pic>
        <p:nvPicPr>
          <p:cNvPr id="892" name="Google Shape;892;p10"/>
          <p:cNvPicPr preferRelativeResize="0"/>
          <p:nvPr/>
        </p:nvPicPr>
        <p:blipFill rotWithShape="1">
          <a:blip r:embed="rId7">
            <a:alphaModFix/>
          </a:blip>
          <a:srcRect b="0" l="25000" r="0" t="0"/>
          <a:stretch/>
        </p:blipFill>
        <p:spPr>
          <a:xfrm>
            <a:off x="250825" y="2571751"/>
            <a:ext cx="1079500" cy="1612106"/>
          </a:xfrm>
          <a:prstGeom prst="rect">
            <a:avLst/>
          </a:prstGeom>
          <a:noFill/>
          <a:ln>
            <a:noFill/>
          </a:ln>
        </p:spPr>
      </p:pic>
      <p:pic>
        <p:nvPicPr>
          <p:cNvPr id="893" name="Google Shape;893;p10"/>
          <p:cNvPicPr preferRelativeResize="0"/>
          <p:nvPr/>
        </p:nvPicPr>
        <p:blipFill rotWithShape="1">
          <a:blip r:embed="rId8">
            <a:alphaModFix/>
          </a:blip>
          <a:srcRect b="0" l="33075" r="0" t="0"/>
          <a:stretch/>
        </p:blipFill>
        <p:spPr>
          <a:xfrm>
            <a:off x="7667625" y="2950369"/>
            <a:ext cx="1117600" cy="1250156"/>
          </a:xfrm>
          <a:prstGeom prst="rect">
            <a:avLst/>
          </a:prstGeom>
          <a:noFill/>
          <a:ln>
            <a:noFill/>
          </a:ln>
        </p:spPr>
      </p:pic>
      <p:pic>
        <p:nvPicPr>
          <p:cNvPr id="894" name="Google Shape;894;p10"/>
          <p:cNvPicPr preferRelativeResize="0"/>
          <p:nvPr/>
        </p:nvPicPr>
        <p:blipFill rotWithShape="1">
          <a:blip r:embed="rId9">
            <a:alphaModFix/>
          </a:blip>
          <a:srcRect b="0" l="36620" r="18867" t="0"/>
          <a:stretch/>
        </p:blipFill>
        <p:spPr>
          <a:xfrm>
            <a:off x="6396039" y="2895600"/>
            <a:ext cx="1152525" cy="1296591"/>
          </a:xfrm>
          <a:prstGeom prst="rect">
            <a:avLst/>
          </a:prstGeom>
          <a:noFill/>
          <a:ln>
            <a:noFill/>
          </a:ln>
        </p:spPr>
      </p:pic>
      <p:sp>
        <p:nvSpPr>
          <p:cNvPr id="895" name="Google Shape;895;p10"/>
          <p:cNvSpPr txBox="1"/>
          <p:nvPr/>
        </p:nvSpPr>
        <p:spPr>
          <a:xfrm>
            <a:off x="250825" y="1815704"/>
            <a:ext cx="970137"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Ali Abdul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896" name="Google Shape;896;p10"/>
          <p:cNvSpPr txBox="1"/>
          <p:nvPr/>
        </p:nvSpPr>
        <p:spPr>
          <a:xfrm>
            <a:off x="1476375"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Patrick Murphy</a:t>
            </a:r>
            <a:endParaRPr b="0" i="0" sz="1400" u="none" cap="none" strike="noStrike">
              <a:solidFill>
                <a:srgbClr val="000000"/>
              </a:solidFill>
              <a:latin typeface="Arial"/>
              <a:ea typeface="Arial"/>
              <a:cs typeface="Arial"/>
              <a:sym typeface="Arial"/>
            </a:endParaRPr>
          </a:p>
        </p:txBody>
      </p:sp>
      <p:sp>
        <p:nvSpPr>
          <p:cNvPr id="897" name="Google Shape;897;p10"/>
          <p:cNvSpPr txBox="1"/>
          <p:nvPr/>
        </p:nvSpPr>
        <p:spPr>
          <a:xfrm>
            <a:off x="2700338"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Jamie Small</a:t>
            </a:r>
            <a:endParaRPr b="0" i="0" sz="1400" u="none" cap="none" strike="noStrike">
              <a:solidFill>
                <a:srgbClr val="000000"/>
              </a:solidFill>
              <a:latin typeface="Arial"/>
              <a:ea typeface="Arial"/>
              <a:cs typeface="Arial"/>
              <a:sym typeface="Arial"/>
            </a:endParaRPr>
          </a:p>
        </p:txBody>
      </p:sp>
      <p:sp>
        <p:nvSpPr>
          <p:cNvPr id="898" name="Google Shape;898;p10"/>
          <p:cNvSpPr txBox="1"/>
          <p:nvPr/>
        </p:nvSpPr>
        <p:spPr>
          <a:xfrm>
            <a:off x="3924300"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David Campbell</a:t>
            </a:r>
            <a:endParaRPr b="0" i="0" sz="1400" u="none" cap="none" strike="noStrike">
              <a:solidFill>
                <a:srgbClr val="000000"/>
              </a:solidFill>
              <a:latin typeface="Arial"/>
              <a:ea typeface="Arial"/>
              <a:cs typeface="Arial"/>
              <a:sym typeface="Arial"/>
            </a:endParaRPr>
          </a:p>
        </p:txBody>
      </p:sp>
      <p:sp>
        <p:nvSpPr>
          <p:cNvPr id="899" name="Google Shape;899;p10"/>
          <p:cNvSpPr txBox="1"/>
          <p:nvPr/>
        </p:nvSpPr>
        <p:spPr>
          <a:xfrm>
            <a:off x="5148263"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Adriana Carboni</a:t>
            </a:r>
            <a:endParaRPr b="1" i="0" sz="1400" u="none" cap="none" strike="noStrike">
              <a:solidFill>
                <a:srgbClr val="000000"/>
              </a:solidFill>
              <a:latin typeface="Arial"/>
              <a:ea typeface="Arial"/>
              <a:cs typeface="Arial"/>
              <a:sym typeface="Arial"/>
            </a:endParaRPr>
          </a:p>
        </p:txBody>
      </p:sp>
      <p:sp>
        <p:nvSpPr>
          <p:cNvPr id="900" name="Google Shape;900;p10"/>
          <p:cNvSpPr txBox="1"/>
          <p:nvPr/>
        </p:nvSpPr>
        <p:spPr>
          <a:xfrm>
            <a:off x="6372225" y="1815704"/>
            <a:ext cx="1079500"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Hannah Mann</a:t>
            </a:r>
            <a:endParaRPr b="0" i="0" sz="1400" u="none" cap="none" strike="noStrike">
              <a:solidFill>
                <a:srgbClr val="000000"/>
              </a:solidFill>
              <a:latin typeface="Arial"/>
              <a:ea typeface="Arial"/>
              <a:cs typeface="Arial"/>
              <a:sym typeface="Arial"/>
            </a:endParaRPr>
          </a:p>
        </p:txBody>
      </p:sp>
      <p:sp>
        <p:nvSpPr>
          <p:cNvPr id="901" name="Google Shape;901;p10"/>
          <p:cNvSpPr txBox="1"/>
          <p:nvPr/>
        </p:nvSpPr>
        <p:spPr>
          <a:xfrm>
            <a:off x="7596188" y="1815704"/>
            <a:ext cx="1008062" cy="52322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lang="fr-FR"/>
              <a:t>Amadou</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Bailey</a:t>
            </a:r>
            <a:endParaRPr b="0" i="0" sz="1400" u="none" cap="none" strike="noStrike">
              <a:solidFill>
                <a:srgbClr val="000000"/>
              </a:solidFill>
              <a:latin typeface="Arial"/>
              <a:ea typeface="Arial"/>
              <a:cs typeface="Arial"/>
              <a:sym typeface="Arial"/>
            </a:endParaRPr>
          </a:p>
        </p:txBody>
      </p:sp>
      <p:cxnSp>
        <p:nvCxnSpPr>
          <p:cNvPr id="902" name="Google Shape;902;p10"/>
          <p:cNvCxnSpPr/>
          <p:nvPr/>
        </p:nvCxnSpPr>
        <p:spPr>
          <a:xfrm rot="5400000">
            <a:off x="619721" y="2437012"/>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903" name="Google Shape;903;p10"/>
          <p:cNvCxnSpPr/>
          <p:nvPr/>
        </p:nvCxnSpPr>
        <p:spPr>
          <a:xfrm rot="5400000">
            <a:off x="1845271" y="2435821"/>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904" name="Google Shape;904;p10"/>
          <p:cNvCxnSpPr/>
          <p:nvPr/>
        </p:nvCxnSpPr>
        <p:spPr>
          <a:xfrm rot="5400000">
            <a:off x="3142258" y="2435820"/>
            <a:ext cx="270272" cy="1588"/>
          </a:xfrm>
          <a:prstGeom prst="straightConnector1">
            <a:avLst/>
          </a:prstGeom>
          <a:noFill/>
          <a:ln cap="flat" cmpd="sng" w="9525">
            <a:solidFill>
              <a:schemeClr val="dk1"/>
            </a:solidFill>
            <a:prstDash val="solid"/>
            <a:round/>
            <a:headEnd len="sm" w="sm" type="none"/>
            <a:tailEnd len="med" w="med" type="stealth"/>
          </a:ln>
        </p:spPr>
      </p:cxnSp>
      <p:cxnSp>
        <p:nvCxnSpPr>
          <p:cNvPr id="905" name="Google Shape;905;p10"/>
          <p:cNvCxnSpPr/>
          <p:nvPr/>
        </p:nvCxnSpPr>
        <p:spPr>
          <a:xfrm rot="5400000">
            <a:off x="4293196" y="2435821"/>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906" name="Google Shape;906;p10"/>
          <p:cNvCxnSpPr/>
          <p:nvPr/>
        </p:nvCxnSpPr>
        <p:spPr>
          <a:xfrm rot="5400000">
            <a:off x="7966671" y="2435821"/>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907" name="Google Shape;907;p10"/>
          <p:cNvCxnSpPr/>
          <p:nvPr/>
        </p:nvCxnSpPr>
        <p:spPr>
          <a:xfrm rot="5400000">
            <a:off x="6814146" y="2435821"/>
            <a:ext cx="270272" cy="1587"/>
          </a:xfrm>
          <a:prstGeom prst="straightConnector1">
            <a:avLst/>
          </a:prstGeom>
          <a:noFill/>
          <a:ln cap="flat" cmpd="sng" w="9525">
            <a:solidFill>
              <a:schemeClr val="dk1"/>
            </a:solidFill>
            <a:prstDash val="solid"/>
            <a:round/>
            <a:headEnd len="sm" w="sm" type="none"/>
            <a:tailEnd len="med" w="med" type="stealth"/>
          </a:ln>
        </p:spPr>
      </p:cxnSp>
      <p:cxnSp>
        <p:nvCxnSpPr>
          <p:cNvPr id="908" name="Google Shape;908;p10"/>
          <p:cNvCxnSpPr/>
          <p:nvPr/>
        </p:nvCxnSpPr>
        <p:spPr>
          <a:xfrm rot="5400000">
            <a:off x="5590183" y="2435820"/>
            <a:ext cx="270272" cy="1588"/>
          </a:xfrm>
          <a:prstGeom prst="straightConnector1">
            <a:avLst/>
          </a:prstGeom>
          <a:noFill/>
          <a:ln cap="flat" cmpd="sng" w="9525">
            <a:solidFill>
              <a:schemeClr val="dk1"/>
            </a:solidFill>
            <a:prstDash val="solid"/>
            <a:round/>
            <a:headEnd len="sm" w="sm" type="none"/>
            <a:tailEnd len="med" w="med" type="stealth"/>
          </a:ln>
        </p:spPr>
      </p:cxnSp>
      <p:sp>
        <p:nvSpPr>
          <p:cNvPr id="909" name="Google Shape;909;p10"/>
          <p:cNvSpPr txBox="1"/>
          <p:nvPr/>
        </p:nvSpPr>
        <p:spPr>
          <a:xfrm>
            <a:off x="250825" y="3543300"/>
            <a:ext cx="1225550"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Ex-Army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910" name="Google Shape;910;p10"/>
          <p:cNvSpPr txBox="1"/>
          <p:nvPr/>
        </p:nvSpPr>
        <p:spPr>
          <a:xfrm>
            <a:off x="1476375" y="3543300"/>
            <a:ext cx="1223963"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Entrepren-eur / business man</a:t>
            </a:r>
            <a:endParaRPr b="0" i="0" sz="1400" u="none" cap="none" strike="noStrike">
              <a:solidFill>
                <a:srgbClr val="000000"/>
              </a:solidFill>
              <a:latin typeface="Arial"/>
              <a:ea typeface="Arial"/>
              <a:cs typeface="Arial"/>
              <a:sym typeface="Arial"/>
            </a:endParaRPr>
          </a:p>
        </p:txBody>
      </p:sp>
      <p:sp>
        <p:nvSpPr>
          <p:cNvPr id="911" name="Google Shape;911;p10"/>
          <p:cNvSpPr txBox="1"/>
          <p:nvPr/>
        </p:nvSpPr>
        <p:spPr>
          <a:xfrm>
            <a:off x="2700338" y="3543300"/>
            <a:ext cx="1223962"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Firewoman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912" name="Google Shape;912;p10"/>
          <p:cNvSpPr txBox="1"/>
          <p:nvPr/>
        </p:nvSpPr>
        <p:spPr>
          <a:xfrm>
            <a:off x="3924301" y="3543300"/>
            <a:ext cx="1223963" cy="1046440"/>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fr-FR" sz="1500" u="none" cap="none" strike="noStrike">
                <a:solidFill>
                  <a:schemeClr val="lt1"/>
                </a:solidFill>
                <a:latin typeface="Arial"/>
                <a:ea typeface="Arial"/>
                <a:cs typeface="Arial"/>
                <a:sym typeface="Arial"/>
              </a:rPr>
              <a:t>Doctor of engineering</a:t>
            </a:r>
            <a:endParaRPr b="0" i="0" sz="1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913" name="Google Shape;913;p10"/>
          <p:cNvSpPr txBox="1"/>
          <p:nvPr/>
        </p:nvSpPr>
        <p:spPr>
          <a:xfrm>
            <a:off x="5148263" y="3543300"/>
            <a:ext cx="1223962"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Engineer and project manager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914" name="Google Shape;914;p10"/>
          <p:cNvSpPr txBox="1"/>
          <p:nvPr/>
        </p:nvSpPr>
        <p:spPr>
          <a:xfrm>
            <a:off x="7597776" y="3545682"/>
            <a:ext cx="1222375"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Engineer graduate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915" name="Google Shape;915;p10"/>
          <p:cNvSpPr txBox="1"/>
          <p:nvPr/>
        </p:nvSpPr>
        <p:spPr>
          <a:xfrm>
            <a:off x="6372226" y="3545682"/>
            <a:ext cx="1222375" cy="1077218"/>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lt1"/>
                </a:solidFill>
                <a:latin typeface="Arial"/>
                <a:ea typeface="Arial"/>
                <a:cs typeface="Arial"/>
                <a:sym typeface="Arial"/>
              </a:rPr>
              <a:t>Army </a:t>
            </a:r>
            <a:r>
              <a:rPr b="0" i="0" lang="fr-FR" sz="1500" u="none" cap="none" strike="noStrike">
                <a:solidFill>
                  <a:schemeClr val="lt1"/>
                </a:solidFill>
                <a:latin typeface="Arial"/>
                <a:ea typeface="Arial"/>
                <a:cs typeface="Arial"/>
                <a:sym typeface="Arial"/>
              </a:rPr>
              <a:t>engineering</a:t>
            </a:r>
            <a:r>
              <a:rPr b="0" i="0" lang="fr-FR" sz="1600" u="none" cap="none" strike="noStrike">
                <a:solidFill>
                  <a:schemeClr val="lt1"/>
                </a:solidFill>
                <a:latin typeface="Arial"/>
                <a:ea typeface="Arial"/>
                <a:cs typeface="Arial"/>
                <a:sym typeface="Arial"/>
              </a:rPr>
              <a:t> officer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916" name="Google Shape;916;p10"/>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2000"/>
                                        <p:tgtEl>
                                          <p:spTgt spid="8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
                                            <p:txEl>
                                              <p:pRg end="0" st="0"/>
                                            </p:txEl>
                                          </p:spTgt>
                                        </p:tgtEl>
                                        <p:attrNameLst>
                                          <p:attrName>style.visibility</p:attrName>
                                        </p:attrNameLst>
                                      </p:cBhvr>
                                      <p:to>
                                        <p:strVal val="visible"/>
                                      </p:to>
                                    </p:set>
                                    <p:animEffect filter="fade" transition="in">
                                      <p:cBhvr>
                                        <p:cTn dur="2000"/>
                                        <p:tgtEl>
                                          <p:spTgt spid="8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
                                            <p:txEl>
                                              <p:pRg end="1" st="1"/>
                                            </p:txEl>
                                          </p:spTgt>
                                        </p:tgtEl>
                                        <p:attrNameLst>
                                          <p:attrName>style.visibility</p:attrName>
                                        </p:attrNameLst>
                                      </p:cBhvr>
                                      <p:to>
                                        <p:strVal val="visible"/>
                                      </p:to>
                                    </p:set>
                                    <p:animEffect filter="fade" transition="in">
                                      <p:cBhvr>
                                        <p:cTn dur="2000"/>
                                        <p:tgtEl>
                                          <p:spTgt spid="8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2"/>
                                        </p:tgtEl>
                                        <p:attrNameLst>
                                          <p:attrName>style.visibility</p:attrName>
                                        </p:attrNameLst>
                                      </p:cBhvr>
                                      <p:to>
                                        <p:strVal val="visible"/>
                                      </p:to>
                                    </p:set>
                                    <p:animEffect filter="fade" transition="in">
                                      <p:cBhvr>
                                        <p:cTn dur="2000"/>
                                        <p:tgtEl>
                                          <p:spTgt spid="8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2000"/>
                                        <p:tgtEl>
                                          <p:spTgt spid="8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2000"/>
                                        <p:tgtEl>
                                          <p:spTgt spid="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2000"/>
                                        <p:tgtEl>
                                          <p:spTgt spid="8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gtEl>
                                        <p:attrNameLst>
                                          <p:attrName>style.visibility</p:attrName>
                                        </p:attrNameLst>
                                      </p:cBhvr>
                                      <p:to>
                                        <p:strVal val="visible"/>
                                      </p:to>
                                    </p:set>
                                    <p:animEffect filter="fade" transition="in">
                                      <p:cBhvr>
                                        <p:cTn dur="2000"/>
                                        <p:tgtEl>
                                          <p:spTgt spid="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
                                        </p:tgtEl>
                                        <p:attrNameLst>
                                          <p:attrName>style.visibility</p:attrName>
                                        </p:attrNameLst>
                                      </p:cBhvr>
                                      <p:to>
                                        <p:strVal val="visible"/>
                                      </p:to>
                                    </p:set>
                                    <p:animEffect filter="fade" transition="in">
                                      <p:cBhvr>
                                        <p:cTn dur="2000"/>
                                        <p:tgtEl>
                                          <p:spTgt spid="8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gtEl>
                                        <p:attrNameLst>
                                          <p:attrName>style.visibility</p:attrName>
                                        </p:attrNameLst>
                                      </p:cBhvr>
                                      <p:to>
                                        <p:strVal val="visible"/>
                                      </p:to>
                                    </p:set>
                                    <p:animEffect filter="fade" transition="in">
                                      <p:cBhvr>
                                        <p:cTn dur="2000"/>
                                        <p:tgtEl>
                                          <p:spTgt spid="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xEl>
                                              <p:pRg end="0" st="0"/>
                                            </p:txEl>
                                          </p:spTgt>
                                        </p:tgtEl>
                                        <p:attrNameLst>
                                          <p:attrName>style.visibility</p:attrName>
                                        </p:attrNameLst>
                                      </p:cBhvr>
                                      <p:to>
                                        <p:strVal val="visible"/>
                                      </p:to>
                                    </p:set>
                                    <p:animEffect filter="fade" transition="in">
                                      <p:cBhvr>
                                        <p:cTn dur="2000"/>
                                        <p:tgtEl>
                                          <p:spTgt spid="9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xEl>
                                              <p:pRg end="1" st="1"/>
                                            </p:txEl>
                                          </p:spTgt>
                                        </p:tgtEl>
                                        <p:attrNameLst>
                                          <p:attrName>style.visibility</p:attrName>
                                        </p:attrNameLst>
                                      </p:cBhvr>
                                      <p:to>
                                        <p:strVal val="visible"/>
                                      </p:to>
                                    </p:set>
                                    <p:animEffect filter="fade" transition="in">
                                      <p:cBhvr>
                                        <p:cTn dur="2000"/>
                                        <p:tgtEl>
                                          <p:spTgt spid="9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xEl>
                                              <p:pRg end="2" st="2"/>
                                            </p:txEl>
                                          </p:spTgt>
                                        </p:tgtEl>
                                        <p:attrNameLst>
                                          <p:attrName>style.visibility</p:attrName>
                                        </p:attrNameLst>
                                      </p:cBhvr>
                                      <p:to>
                                        <p:strVal val="visible"/>
                                      </p:to>
                                    </p:set>
                                    <p:animEffect filter="fade" transition="in">
                                      <p:cBhvr>
                                        <p:cTn dur="2000"/>
                                        <p:tgtEl>
                                          <p:spTgt spid="9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xEl>
                                              <p:pRg end="3" st="3"/>
                                            </p:txEl>
                                          </p:spTgt>
                                        </p:tgtEl>
                                        <p:attrNameLst>
                                          <p:attrName>style.visibility</p:attrName>
                                        </p:attrNameLst>
                                      </p:cBhvr>
                                      <p:to>
                                        <p:strVal val="visible"/>
                                      </p:to>
                                    </p:set>
                                    <p:animEffect filter="fade" transition="in">
                                      <p:cBhvr>
                                        <p:cTn dur="2000"/>
                                        <p:tgtEl>
                                          <p:spTgt spid="9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0">
                                            <p:txEl>
                                              <p:pRg end="0" st="0"/>
                                            </p:txEl>
                                          </p:spTgt>
                                        </p:tgtEl>
                                        <p:attrNameLst>
                                          <p:attrName>style.visibility</p:attrName>
                                        </p:attrNameLst>
                                      </p:cBhvr>
                                      <p:to>
                                        <p:strVal val="visible"/>
                                      </p:to>
                                    </p:set>
                                    <p:animEffect filter="fade" transition="in">
                                      <p:cBhvr>
                                        <p:cTn dur="2000"/>
                                        <p:tgtEl>
                                          <p:spTgt spid="9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0" st="0"/>
                                            </p:txEl>
                                          </p:spTgt>
                                        </p:tgtEl>
                                        <p:attrNameLst>
                                          <p:attrName>style.visibility</p:attrName>
                                        </p:attrNameLst>
                                      </p:cBhvr>
                                      <p:to>
                                        <p:strVal val="visible"/>
                                      </p:to>
                                    </p:set>
                                    <p:animEffect filter="fade" transition="in">
                                      <p:cBhvr>
                                        <p:cTn dur="2000"/>
                                        <p:tgtEl>
                                          <p:spTgt spid="9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1" st="1"/>
                                            </p:txEl>
                                          </p:spTgt>
                                        </p:tgtEl>
                                        <p:attrNameLst>
                                          <p:attrName>style.visibility</p:attrName>
                                        </p:attrNameLst>
                                      </p:cBhvr>
                                      <p:to>
                                        <p:strVal val="visible"/>
                                      </p:to>
                                    </p:set>
                                    <p:animEffect filter="fade" transition="in">
                                      <p:cBhvr>
                                        <p:cTn dur="2000"/>
                                        <p:tgtEl>
                                          <p:spTgt spid="9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2" st="2"/>
                                            </p:txEl>
                                          </p:spTgt>
                                        </p:tgtEl>
                                        <p:attrNameLst>
                                          <p:attrName>style.visibility</p:attrName>
                                        </p:attrNameLst>
                                      </p:cBhvr>
                                      <p:to>
                                        <p:strVal val="visible"/>
                                      </p:to>
                                    </p:set>
                                    <p:animEffect filter="fade" transition="in">
                                      <p:cBhvr>
                                        <p:cTn dur="2000"/>
                                        <p:tgtEl>
                                          <p:spTgt spid="9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3" st="3"/>
                                            </p:txEl>
                                          </p:spTgt>
                                        </p:tgtEl>
                                        <p:attrNameLst>
                                          <p:attrName>style.visibility</p:attrName>
                                        </p:attrNameLst>
                                      </p:cBhvr>
                                      <p:to>
                                        <p:strVal val="visible"/>
                                      </p:to>
                                    </p:set>
                                    <p:animEffect filter="fade" transition="in">
                                      <p:cBhvr>
                                        <p:cTn dur="2000"/>
                                        <p:tgtEl>
                                          <p:spTgt spid="9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xEl>
                                              <p:pRg end="0" st="0"/>
                                            </p:txEl>
                                          </p:spTgt>
                                        </p:tgtEl>
                                        <p:attrNameLst>
                                          <p:attrName>style.visibility</p:attrName>
                                        </p:attrNameLst>
                                      </p:cBhvr>
                                      <p:to>
                                        <p:strVal val="visible"/>
                                      </p:to>
                                    </p:set>
                                    <p:animEffect filter="fade" transition="in">
                                      <p:cBhvr>
                                        <p:cTn dur="2000"/>
                                        <p:tgtEl>
                                          <p:spTgt spid="9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xEl>
                                              <p:pRg end="1" st="1"/>
                                            </p:txEl>
                                          </p:spTgt>
                                        </p:tgtEl>
                                        <p:attrNameLst>
                                          <p:attrName>style.visibility</p:attrName>
                                        </p:attrNameLst>
                                      </p:cBhvr>
                                      <p:to>
                                        <p:strVal val="visible"/>
                                      </p:to>
                                    </p:set>
                                    <p:animEffect filter="fade" transition="in">
                                      <p:cBhvr>
                                        <p:cTn dur="2000"/>
                                        <p:tgtEl>
                                          <p:spTgt spid="9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xEl>
                                              <p:pRg end="2" st="2"/>
                                            </p:txEl>
                                          </p:spTgt>
                                        </p:tgtEl>
                                        <p:attrNameLst>
                                          <p:attrName>style.visibility</p:attrName>
                                        </p:attrNameLst>
                                      </p:cBhvr>
                                      <p:to>
                                        <p:strVal val="visible"/>
                                      </p:to>
                                    </p:set>
                                    <p:animEffect filter="fade" transition="in">
                                      <p:cBhvr>
                                        <p:cTn dur="2000"/>
                                        <p:tgtEl>
                                          <p:spTgt spid="9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3">
                                            <p:txEl>
                                              <p:pRg end="0" st="0"/>
                                            </p:txEl>
                                          </p:spTgt>
                                        </p:tgtEl>
                                        <p:attrNameLst>
                                          <p:attrName>style.visibility</p:attrName>
                                        </p:attrNameLst>
                                      </p:cBhvr>
                                      <p:to>
                                        <p:strVal val="visible"/>
                                      </p:to>
                                    </p:set>
                                    <p:animEffect filter="fade" transition="in">
                                      <p:cBhvr>
                                        <p:cTn dur="2000"/>
                                        <p:tgtEl>
                                          <p:spTgt spid="9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3">
                                            <p:txEl>
                                              <p:pRg end="1" st="1"/>
                                            </p:txEl>
                                          </p:spTgt>
                                        </p:tgtEl>
                                        <p:attrNameLst>
                                          <p:attrName>style.visibility</p:attrName>
                                        </p:attrNameLst>
                                      </p:cBhvr>
                                      <p:to>
                                        <p:strVal val="visible"/>
                                      </p:to>
                                    </p:set>
                                    <p:animEffect filter="fade" transition="in">
                                      <p:cBhvr>
                                        <p:cTn dur="2000"/>
                                        <p:tgtEl>
                                          <p:spTgt spid="9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5">
                                            <p:txEl>
                                              <p:pRg end="0" st="0"/>
                                            </p:txEl>
                                          </p:spTgt>
                                        </p:tgtEl>
                                        <p:attrNameLst>
                                          <p:attrName>style.visibility</p:attrName>
                                        </p:attrNameLst>
                                      </p:cBhvr>
                                      <p:to>
                                        <p:strVal val="visible"/>
                                      </p:to>
                                    </p:set>
                                    <p:animEffect filter="fade" transition="in">
                                      <p:cBhvr>
                                        <p:cTn dur="2000"/>
                                        <p:tgtEl>
                                          <p:spTgt spid="9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5">
                                            <p:txEl>
                                              <p:pRg end="1" st="1"/>
                                            </p:txEl>
                                          </p:spTgt>
                                        </p:tgtEl>
                                        <p:attrNameLst>
                                          <p:attrName>style.visibility</p:attrName>
                                        </p:attrNameLst>
                                      </p:cBhvr>
                                      <p:to>
                                        <p:strVal val="visible"/>
                                      </p:to>
                                    </p:set>
                                    <p:animEffect filter="fade" transition="in">
                                      <p:cBhvr>
                                        <p:cTn dur="2000"/>
                                        <p:tgtEl>
                                          <p:spTgt spid="9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0" st="0"/>
                                            </p:txEl>
                                          </p:spTgt>
                                        </p:tgtEl>
                                        <p:attrNameLst>
                                          <p:attrName>style.visibility</p:attrName>
                                        </p:attrNameLst>
                                      </p:cBhvr>
                                      <p:to>
                                        <p:strVal val="visible"/>
                                      </p:to>
                                    </p:set>
                                    <p:animEffect filter="fade" transition="in">
                                      <p:cBhvr>
                                        <p:cTn dur="2000"/>
                                        <p:tgtEl>
                                          <p:spTgt spid="9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1" st="1"/>
                                            </p:txEl>
                                          </p:spTgt>
                                        </p:tgtEl>
                                        <p:attrNameLst>
                                          <p:attrName>style.visibility</p:attrName>
                                        </p:attrNameLst>
                                      </p:cBhvr>
                                      <p:to>
                                        <p:strVal val="visible"/>
                                      </p:to>
                                    </p:set>
                                    <p:animEffect filter="fade" transition="in">
                                      <p:cBhvr>
                                        <p:cTn dur="2000"/>
                                        <p:tgtEl>
                                          <p:spTgt spid="9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2" st="2"/>
                                            </p:txEl>
                                          </p:spTgt>
                                        </p:tgtEl>
                                        <p:attrNameLst>
                                          <p:attrName>style.visibility</p:attrName>
                                        </p:attrNameLst>
                                      </p:cBhvr>
                                      <p:to>
                                        <p:strVal val="visible"/>
                                      </p:to>
                                    </p:set>
                                    <p:animEffect filter="fade" transition="in">
                                      <p:cBhvr>
                                        <p:cTn dur="2000"/>
                                        <p:tgtEl>
                                          <p:spTgt spid="91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1"/>
          <p:cNvSpPr txBox="1"/>
          <p:nvPr>
            <p:ph idx="1" type="body"/>
          </p:nvPr>
        </p:nvSpPr>
        <p:spPr>
          <a:xfrm>
            <a:off x="855300" y="1500180"/>
            <a:ext cx="7074286" cy="2989445"/>
          </a:xfrm>
          <a:prstGeom prst="rect">
            <a:avLst/>
          </a:prstGeom>
          <a:noFill/>
          <a:ln>
            <a:noFill/>
          </a:ln>
        </p:spPr>
        <p:txBody>
          <a:bodyPr anchorCtr="0" anchor="t" bIns="0" lIns="0" spcFirstLastPara="1" rIns="0" wrap="square" tIns="0">
            <a:noAutofit/>
          </a:bodyPr>
          <a:lstStyle/>
          <a:p>
            <a:pPr indent="-355600" lvl="0" marL="457200" rtl="0" algn="l">
              <a:lnSpc>
                <a:spcPct val="115000"/>
              </a:lnSpc>
              <a:spcBef>
                <a:spcPts val="0"/>
              </a:spcBef>
              <a:spcAft>
                <a:spcPts val="0"/>
              </a:spcAft>
              <a:buSzPts val="2000"/>
              <a:buFont typeface="Space Grotesk"/>
              <a:buChar char="➢"/>
            </a:pPr>
            <a:r>
              <a:rPr b="1" lang="fr-FR" sz="1800">
                <a:latin typeface="Palatino Linotype"/>
                <a:ea typeface="Palatino Linotype"/>
                <a:cs typeface="Palatino Linotype"/>
                <a:sym typeface="Palatino Linotype"/>
              </a:rPr>
              <a:t>What choice did you make?</a:t>
            </a:r>
            <a:endParaRPr b="1">
              <a:latin typeface="Space Grotesk"/>
              <a:ea typeface="Space Grotesk"/>
              <a:cs typeface="Space Grotesk"/>
              <a:sym typeface="Space Grotesk"/>
            </a:endParaRPr>
          </a:p>
          <a:p>
            <a:pPr indent="-355600" lvl="0" marL="457200" rtl="0" algn="l">
              <a:lnSpc>
                <a:spcPct val="115000"/>
              </a:lnSpc>
              <a:spcBef>
                <a:spcPts val="0"/>
              </a:spcBef>
              <a:spcAft>
                <a:spcPts val="0"/>
              </a:spcAft>
              <a:buSzPts val="2000"/>
              <a:buNone/>
            </a:pPr>
            <a:r>
              <a:t/>
            </a:r>
            <a:endParaRPr b="1" sz="1800">
              <a:latin typeface="Palatino Linotype"/>
              <a:ea typeface="Palatino Linotype"/>
              <a:cs typeface="Palatino Linotype"/>
              <a:sym typeface="Palatino Linotype"/>
            </a:endParaRPr>
          </a:p>
          <a:p>
            <a:pPr indent="-355600" lvl="0" marL="457200" rtl="0" algn="l">
              <a:lnSpc>
                <a:spcPct val="115000"/>
              </a:lnSpc>
              <a:spcBef>
                <a:spcPts val="0"/>
              </a:spcBef>
              <a:spcAft>
                <a:spcPts val="0"/>
              </a:spcAft>
              <a:buSzPts val="2000"/>
              <a:buFont typeface="Space Grotesk"/>
              <a:buChar char="➢"/>
            </a:pPr>
            <a:r>
              <a:rPr b="1" lang="fr-FR" sz="1800">
                <a:latin typeface="Palatino Linotype"/>
                <a:ea typeface="Palatino Linotype"/>
                <a:cs typeface="Palatino Linotype"/>
                <a:sym typeface="Palatino Linotype"/>
              </a:rPr>
              <a:t>Would you have made a different decision if you had the qualifications information first?</a:t>
            </a:r>
            <a:endParaRPr b="1">
              <a:latin typeface="Space Grotesk"/>
              <a:ea typeface="Space Grotesk"/>
              <a:cs typeface="Space Grotesk"/>
              <a:sym typeface="Space Grotesk"/>
            </a:endParaRPr>
          </a:p>
          <a:p>
            <a:pPr indent="-228600" lvl="0" marL="457200" rtl="0" algn="l">
              <a:lnSpc>
                <a:spcPct val="115000"/>
              </a:lnSpc>
              <a:spcBef>
                <a:spcPts val="0"/>
              </a:spcBef>
              <a:spcAft>
                <a:spcPts val="0"/>
              </a:spcAft>
              <a:buSzPts val="2000"/>
              <a:buNone/>
            </a:pPr>
            <a:r>
              <a:t/>
            </a:r>
            <a:endParaRPr b="1" sz="1800">
              <a:latin typeface="Palatino Linotype"/>
              <a:ea typeface="Palatino Linotype"/>
              <a:cs typeface="Palatino Linotype"/>
              <a:sym typeface="Palatino Linotype"/>
            </a:endParaRPr>
          </a:p>
          <a:p>
            <a:pPr indent="-355600" lvl="0" marL="457200" rtl="0" algn="l">
              <a:lnSpc>
                <a:spcPct val="115000"/>
              </a:lnSpc>
              <a:spcBef>
                <a:spcPts val="0"/>
              </a:spcBef>
              <a:spcAft>
                <a:spcPts val="0"/>
              </a:spcAft>
              <a:buSzPts val="2000"/>
              <a:buFont typeface="Space Grotesk"/>
              <a:buChar char="➢"/>
            </a:pPr>
            <a:r>
              <a:rPr b="1" lang="fr-FR" sz="1800">
                <a:latin typeface="Palatino Linotype"/>
                <a:ea typeface="Palatino Linotype"/>
                <a:cs typeface="Palatino Linotype"/>
                <a:sym typeface="Palatino Linotype"/>
              </a:rPr>
              <a:t>What is wrong with judging people with such little information?</a:t>
            </a:r>
            <a:endParaRPr b="1">
              <a:latin typeface="Space Grotesk"/>
              <a:ea typeface="Space Grotesk"/>
              <a:cs typeface="Space Grotesk"/>
              <a:sym typeface="Space Grotesk"/>
            </a:endParaRPr>
          </a:p>
          <a:p>
            <a:pPr indent="0" lvl="0" marL="0" rtl="0" algn="l">
              <a:lnSpc>
                <a:spcPct val="115000"/>
              </a:lnSpc>
              <a:spcBef>
                <a:spcPts val="0"/>
              </a:spcBef>
              <a:spcAft>
                <a:spcPts val="0"/>
              </a:spcAft>
              <a:buClr>
                <a:schemeClr val="dk1"/>
              </a:buClr>
              <a:buSzPts val="1100"/>
              <a:buFont typeface="Arial"/>
              <a:buNone/>
            </a:pPr>
            <a:r>
              <a:t/>
            </a:r>
            <a:endParaRPr b="1">
              <a:latin typeface="Palatino Linotype"/>
              <a:ea typeface="Palatino Linotype"/>
              <a:cs typeface="Palatino Linotype"/>
              <a:sym typeface="Palatino Linotype"/>
            </a:endParaRPr>
          </a:p>
        </p:txBody>
      </p:sp>
      <p:sp>
        <p:nvSpPr>
          <p:cNvPr id="922" name="Google Shape;922;p11"/>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grpSp>
        <p:nvGrpSpPr>
          <p:cNvPr id="923" name="Google Shape;923;p11"/>
          <p:cNvGrpSpPr/>
          <p:nvPr/>
        </p:nvGrpSpPr>
        <p:grpSpPr>
          <a:xfrm>
            <a:off x="5429258" y="857238"/>
            <a:ext cx="2214579" cy="1143008"/>
            <a:chOff x="7000306" y="4442411"/>
            <a:chExt cx="720224" cy="683463"/>
          </a:xfrm>
        </p:grpSpPr>
        <p:sp>
          <p:nvSpPr>
            <p:cNvPr id="924" name="Google Shape;924;p11"/>
            <p:cNvSpPr/>
            <p:nvPr/>
          </p:nvSpPr>
          <p:spPr>
            <a:xfrm>
              <a:off x="7360523" y="4580400"/>
              <a:ext cx="360007" cy="280995"/>
            </a:xfrm>
            <a:custGeom>
              <a:rect b="b" l="l" r="r" t="t"/>
              <a:pathLst>
                <a:path extrusionOk="0" h="548" w="701">
                  <a:moveTo>
                    <a:pt x="332" y="529"/>
                  </a:moveTo>
                  <a:cubicBezTo>
                    <a:pt x="382" y="547"/>
                    <a:pt x="438" y="548"/>
                    <a:pt x="493" y="531"/>
                  </a:cubicBezTo>
                  <a:cubicBezTo>
                    <a:pt x="627" y="487"/>
                    <a:pt x="701" y="342"/>
                    <a:pt x="657" y="208"/>
                  </a:cubicBezTo>
                  <a:cubicBezTo>
                    <a:pt x="614" y="74"/>
                    <a:pt x="469" y="0"/>
                    <a:pt x="335" y="44"/>
                  </a:cubicBezTo>
                  <a:cubicBezTo>
                    <a:pt x="280" y="62"/>
                    <a:pt x="236" y="96"/>
                    <a:pt x="205" y="140"/>
                  </a:cubicBezTo>
                  <a:cubicBezTo>
                    <a:pt x="0" y="422"/>
                    <a:pt x="0" y="422"/>
                    <a:pt x="0" y="422"/>
                  </a:cubicBezTo>
                  <a:lnTo>
                    <a:pt x="332" y="529"/>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925" name="Google Shape;925;p11"/>
            <p:cNvSpPr/>
            <p:nvPr/>
          </p:nvSpPr>
          <p:spPr>
            <a:xfrm>
              <a:off x="7359894" y="4796791"/>
              <a:ext cx="281006" cy="329083"/>
            </a:xfrm>
            <a:custGeom>
              <a:rect b="b" l="l" r="r" t="t"/>
              <a:pathLst>
                <a:path extrusionOk="0" h="642" w="547">
                  <a:moveTo>
                    <a:pt x="1" y="348"/>
                  </a:moveTo>
                  <a:cubicBezTo>
                    <a:pt x="0" y="402"/>
                    <a:pt x="16" y="456"/>
                    <a:pt x="50" y="502"/>
                  </a:cubicBezTo>
                  <a:cubicBezTo>
                    <a:pt x="133" y="617"/>
                    <a:pt x="293" y="642"/>
                    <a:pt x="407" y="559"/>
                  </a:cubicBezTo>
                  <a:cubicBezTo>
                    <a:pt x="522" y="476"/>
                    <a:pt x="547" y="316"/>
                    <a:pt x="464" y="201"/>
                  </a:cubicBezTo>
                  <a:cubicBezTo>
                    <a:pt x="430" y="155"/>
                    <a:pt x="384" y="123"/>
                    <a:pt x="333" y="107"/>
                  </a:cubicBezTo>
                  <a:cubicBezTo>
                    <a:pt x="1" y="0"/>
                    <a:pt x="1" y="0"/>
                    <a:pt x="1" y="0"/>
                  </a:cubicBezTo>
                  <a:lnTo>
                    <a:pt x="1" y="348"/>
                  </a:ln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926" name="Google Shape;926;p11"/>
            <p:cNvSpPr/>
            <p:nvPr/>
          </p:nvSpPr>
          <p:spPr>
            <a:xfrm>
              <a:off x="7079935" y="4796791"/>
              <a:ext cx="281006" cy="329083"/>
            </a:xfrm>
            <a:custGeom>
              <a:rect b="b" l="l" r="r" t="t"/>
              <a:pathLst>
                <a:path extrusionOk="0" h="642" w="547">
                  <a:moveTo>
                    <a:pt x="214" y="107"/>
                  </a:moveTo>
                  <a:cubicBezTo>
                    <a:pt x="163" y="123"/>
                    <a:pt x="117" y="155"/>
                    <a:pt x="83" y="201"/>
                  </a:cubicBezTo>
                  <a:cubicBezTo>
                    <a:pt x="0" y="316"/>
                    <a:pt x="25" y="476"/>
                    <a:pt x="140" y="559"/>
                  </a:cubicBezTo>
                  <a:cubicBezTo>
                    <a:pt x="254" y="642"/>
                    <a:pt x="414" y="617"/>
                    <a:pt x="497" y="502"/>
                  </a:cubicBezTo>
                  <a:cubicBezTo>
                    <a:pt x="531" y="456"/>
                    <a:pt x="547" y="402"/>
                    <a:pt x="546" y="348"/>
                  </a:cubicBezTo>
                  <a:cubicBezTo>
                    <a:pt x="546" y="0"/>
                    <a:pt x="546" y="0"/>
                    <a:pt x="546" y="0"/>
                  </a:cubicBezTo>
                  <a:lnTo>
                    <a:pt x="214" y="107"/>
                  </a:ln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927" name="Google Shape;927;p11"/>
            <p:cNvSpPr/>
            <p:nvPr/>
          </p:nvSpPr>
          <p:spPr>
            <a:xfrm>
              <a:off x="7000306" y="4580400"/>
              <a:ext cx="360216" cy="280995"/>
            </a:xfrm>
            <a:custGeom>
              <a:rect b="b" l="l" r="r" t="t"/>
              <a:pathLst>
                <a:path extrusionOk="0" h="548" w="701">
                  <a:moveTo>
                    <a:pt x="496" y="140"/>
                  </a:moveTo>
                  <a:cubicBezTo>
                    <a:pt x="465" y="96"/>
                    <a:pt x="421" y="62"/>
                    <a:pt x="366" y="44"/>
                  </a:cubicBezTo>
                  <a:cubicBezTo>
                    <a:pt x="232" y="0"/>
                    <a:pt x="87" y="74"/>
                    <a:pt x="44" y="208"/>
                  </a:cubicBezTo>
                  <a:cubicBezTo>
                    <a:pt x="0" y="342"/>
                    <a:pt x="74" y="487"/>
                    <a:pt x="208" y="531"/>
                  </a:cubicBezTo>
                  <a:cubicBezTo>
                    <a:pt x="263" y="548"/>
                    <a:pt x="319" y="547"/>
                    <a:pt x="369" y="529"/>
                  </a:cubicBezTo>
                  <a:cubicBezTo>
                    <a:pt x="701" y="422"/>
                    <a:pt x="701" y="422"/>
                    <a:pt x="701" y="422"/>
                  </a:cubicBezTo>
                  <a:lnTo>
                    <a:pt x="496" y="140"/>
                  </a:ln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928" name="Google Shape;928;p11"/>
            <p:cNvSpPr/>
            <p:nvPr/>
          </p:nvSpPr>
          <p:spPr>
            <a:xfrm>
              <a:off x="7228925" y="4442411"/>
              <a:ext cx="262985" cy="354379"/>
            </a:xfrm>
            <a:custGeom>
              <a:rect b="b" l="l" r="r" t="t"/>
              <a:pathLst>
                <a:path extrusionOk="0" h="691" w="512">
                  <a:moveTo>
                    <a:pt x="461" y="409"/>
                  </a:moveTo>
                  <a:cubicBezTo>
                    <a:pt x="493" y="366"/>
                    <a:pt x="512" y="313"/>
                    <a:pt x="512" y="255"/>
                  </a:cubicBezTo>
                  <a:cubicBezTo>
                    <a:pt x="512" y="114"/>
                    <a:pt x="397" y="0"/>
                    <a:pt x="256" y="0"/>
                  </a:cubicBezTo>
                  <a:cubicBezTo>
                    <a:pt x="115" y="0"/>
                    <a:pt x="0" y="114"/>
                    <a:pt x="0" y="255"/>
                  </a:cubicBezTo>
                  <a:cubicBezTo>
                    <a:pt x="0" y="313"/>
                    <a:pt x="19" y="366"/>
                    <a:pt x="51" y="409"/>
                  </a:cubicBezTo>
                  <a:cubicBezTo>
                    <a:pt x="256" y="691"/>
                    <a:pt x="256" y="691"/>
                    <a:pt x="256" y="691"/>
                  </a:cubicBezTo>
                  <a:lnTo>
                    <a:pt x="461" y="409"/>
                  </a:ln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0" st="0"/>
                                            </p:txEl>
                                          </p:spTgt>
                                        </p:tgtEl>
                                        <p:attrNameLst>
                                          <p:attrName>style.visibility</p:attrName>
                                        </p:attrNameLst>
                                      </p:cBhvr>
                                      <p:to>
                                        <p:strVal val="visible"/>
                                      </p:to>
                                    </p:set>
                                    <p:animEffect filter="fade" transition="in">
                                      <p:cBhvr>
                                        <p:cTn dur="2000"/>
                                        <p:tgtEl>
                                          <p:spTgt spid="9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1" st="1"/>
                                            </p:txEl>
                                          </p:spTgt>
                                        </p:tgtEl>
                                        <p:attrNameLst>
                                          <p:attrName>style.visibility</p:attrName>
                                        </p:attrNameLst>
                                      </p:cBhvr>
                                      <p:to>
                                        <p:strVal val="visible"/>
                                      </p:to>
                                    </p:set>
                                    <p:animEffect filter="fade" transition="in">
                                      <p:cBhvr>
                                        <p:cTn dur="2000"/>
                                        <p:tgtEl>
                                          <p:spTgt spid="9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2" st="2"/>
                                            </p:txEl>
                                          </p:spTgt>
                                        </p:tgtEl>
                                        <p:attrNameLst>
                                          <p:attrName>style.visibility</p:attrName>
                                        </p:attrNameLst>
                                      </p:cBhvr>
                                      <p:to>
                                        <p:strVal val="visible"/>
                                      </p:to>
                                    </p:set>
                                    <p:animEffect filter="fade" transition="in">
                                      <p:cBhvr>
                                        <p:cTn dur="2000"/>
                                        <p:tgtEl>
                                          <p:spTgt spid="9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3" st="3"/>
                                            </p:txEl>
                                          </p:spTgt>
                                        </p:tgtEl>
                                        <p:attrNameLst>
                                          <p:attrName>style.visibility</p:attrName>
                                        </p:attrNameLst>
                                      </p:cBhvr>
                                      <p:to>
                                        <p:strVal val="visible"/>
                                      </p:to>
                                    </p:set>
                                    <p:animEffect filter="fade" transition="in">
                                      <p:cBhvr>
                                        <p:cTn dur="2000"/>
                                        <p:tgtEl>
                                          <p:spTgt spid="9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4" st="4"/>
                                            </p:txEl>
                                          </p:spTgt>
                                        </p:tgtEl>
                                        <p:attrNameLst>
                                          <p:attrName>style.visibility</p:attrName>
                                        </p:attrNameLst>
                                      </p:cBhvr>
                                      <p:to>
                                        <p:strVal val="visible"/>
                                      </p:to>
                                    </p:set>
                                    <p:animEffect filter="fade" transition="in">
                                      <p:cBhvr>
                                        <p:cTn dur="2000"/>
                                        <p:tgtEl>
                                          <p:spTgt spid="9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5" st="5"/>
                                            </p:txEl>
                                          </p:spTgt>
                                        </p:tgtEl>
                                        <p:attrNameLst>
                                          <p:attrName>style.visibility</p:attrName>
                                        </p:attrNameLst>
                                      </p:cBhvr>
                                      <p:to>
                                        <p:strVal val="visible"/>
                                      </p:to>
                                    </p:set>
                                    <p:animEffect filter="fade" transition="in">
                                      <p:cBhvr>
                                        <p:cTn dur="2000"/>
                                        <p:tgtEl>
                                          <p:spTgt spid="92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2"/>
          <p:cNvSpPr txBox="1"/>
          <p:nvPr>
            <p:ph idx="1" type="body"/>
          </p:nvPr>
        </p:nvSpPr>
        <p:spPr>
          <a:xfrm>
            <a:off x="855300" y="1553825"/>
            <a:ext cx="6074154" cy="2935800"/>
          </a:xfrm>
          <a:prstGeom prst="rect">
            <a:avLst/>
          </a:prstGeom>
          <a:noFill/>
          <a:ln>
            <a:noFill/>
          </a:ln>
        </p:spPr>
        <p:txBody>
          <a:bodyPr anchorCtr="0" anchor="t" bIns="0" lIns="0" spcFirstLastPara="1" rIns="0" wrap="square" tIns="0">
            <a:noAutofit/>
          </a:bodyPr>
          <a:lstStyle/>
          <a:p>
            <a:pPr indent="-355600" lvl="0" marL="457200" rtl="0" algn="l">
              <a:lnSpc>
                <a:spcPct val="115000"/>
              </a:lnSpc>
              <a:spcBef>
                <a:spcPts val="0"/>
              </a:spcBef>
              <a:spcAft>
                <a:spcPts val="0"/>
              </a:spcAft>
              <a:buSzPts val="2000"/>
              <a:buChar char="➢"/>
            </a:pPr>
            <a:r>
              <a:rPr lang="fr-FR">
                <a:latin typeface="Palatino Linotype"/>
                <a:ea typeface="Palatino Linotype"/>
                <a:cs typeface="Palatino Linotype"/>
                <a:sym typeface="Palatino Linotype"/>
              </a:rPr>
              <a:t>What do you think influenced your decisions? </a:t>
            </a:r>
            <a:endParaRPr/>
          </a:p>
          <a:p>
            <a:pPr indent="-228600" lvl="0" marL="457200" rtl="0" algn="l">
              <a:lnSpc>
                <a:spcPct val="115000"/>
              </a:lnSpc>
              <a:spcBef>
                <a:spcPts val="0"/>
              </a:spcBef>
              <a:spcAft>
                <a:spcPts val="0"/>
              </a:spcAft>
              <a:buSzPts val="2000"/>
              <a:buNone/>
            </a:pPr>
            <a:r>
              <a:t/>
            </a:r>
            <a:endParaRPr>
              <a:latin typeface="Palatino Linotype"/>
              <a:ea typeface="Palatino Linotype"/>
              <a:cs typeface="Palatino Linotype"/>
              <a:sym typeface="Palatino Linotype"/>
            </a:endParaRPr>
          </a:p>
          <a:p>
            <a:pPr indent="0" lvl="0" marL="0" rtl="0" algn="l">
              <a:lnSpc>
                <a:spcPct val="115000"/>
              </a:lnSpc>
              <a:spcBef>
                <a:spcPts val="0"/>
              </a:spcBef>
              <a:spcAft>
                <a:spcPts val="0"/>
              </a:spcAft>
              <a:buSzPts val="2000"/>
              <a:buNone/>
            </a:pPr>
            <a:r>
              <a:t/>
            </a:r>
            <a:endParaRPr>
              <a:latin typeface="Palatino Linotype"/>
              <a:ea typeface="Palatino Linotype"/>
              <a:cs typeface="Palatino Linotype"/>
              <a:sym typeface="Palatino Linotype"/>
            </a:endParaRPr>
          </a:p>
          <a:p>
            <a:pPr indent="-355600" lvl="0" marL="457200" rtl="0" algn="l">
              <a:lnSpc>
                <a:spcPct val="115000"/>
              </a:lnSpc>
              <a:spcBef>
                <a:spcPts val="0"/>
              </a:spcBef>
              <a:spcAft>
                <a:spcPts val="0"/>
              </a:spcAft>
              <a:buSzPts val="2000"/>
              <a:buChar char="➢"/>
            </a:pPr>
            <a:r>
              <a:rPr lang="fr-FR">
                <a:latin typeface="Palatino Linotype"/>
                <a:ea typeface="Palatino Linotype"/>
                <a:cs typeface="Palatino Linotype"/>
                <a:sym typeface="Palatino Linotype"/>
              </a:rPr>
              <a:t>Do you think people often judge people like this in our everyday life?</a:t>
            </a:r>
            <a:endParaRPr/>
          </a:p>
          <a:p>
            <a:pPr indent="-228600" lvl="0" marL="457200" rtl="0" algn="l">
              <a:lnSpc>
                <a:spcPct val="115000"/>
              </a:lnSpc>
              <a:spcBef>
                <a:spcPts val="0"/>
              </a:spcBef>
              <a:spcAft>
                <a:spcPts val="0"/>
              </a:spcAft>
              <a:buSzPts val="2000"/>
              <a:buNone/>
            </a:pPr>
            <a:r>
              <a:t/>
            </a:r>
            <a:endParaRPr>
              <a:latin typeface="Palatino Linotype"/>
              <a:ea typeface="Palatino Linotype"/>
              <a:cs typeface="Palatino Linotype"/>
              <a:sym typeface="Palatino Linotype"/>
            </a:endParaRPr>
          </a:p>
          <a:p>
            <a:pPr indent="-228600" lvl="0" marL="457200" rtl="0" algn="l">
              <a:lnSpc>
                <a:spcPct val="115000"/>
              </a:lnSpc>
              <a:spcBef>
                <a:spcPts val="0"/>
              </a:spcBef>
              <a:spcAft>
                <a:spcPts val="0"/>
              </a:spcAft>
              <a:buSzPts val="2000"/>
              <a:buNone/>
            </a:pPr>
            <a:r>
              <a:t/>
            </a:r>
            <a:endParaRPr/>
          </a:p>
        </p:txBody>
      </p:sp>
      <p:sp>
        <p:nvSpPr>
          <p:cNvPr id="934" name="Google Shape;934;p12"/>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0" st="0"/>
                                            </p:txEl>
                                          </p:spTgt>
                                        </p:tgtEl>
                                        <p:attrNameLst>
                                          <p:attrName>style.visibility</p:attrName>
                                        </p:attrNameLst>
                                      </p:cBhvr>
                                      <p:to>
                                        <p:strVal val="visible"/>
                                      </p:to>
                                    </p:set>
                                    <p:animEffect filter="fade" transition="in">
                                      <p:cBhvr>
                                        <p:cTn dur="2000"/>
                                        <p:tgtEl>
                                          <p:spTgt spid="9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1" st="1"/>
                                            </p:txEl>
                                          </p:spTgt>
                                        </p:tgtEl>
                                        <p:attrNameLst>
                                          <p:attrName>style.visibility</p:attrName>
                                        </p:attrNameLst>
                                      </p:cBhvr>
                                      <p:to>
                                        <p:strVal val="visible"/>
                                      </p:to>
                                    </p:set>
                                    <p:animEffect filter="fade" transition="in">
                                      <p:cBhvr>
                                        <p:cTn dur="2000"/>
                                        <p:tgtEl>
                                          <p:spTgt spid="9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2" st="2"/>
                                            </p:txEl>
                                          </p:spTgt>
                                        </p:tgtEl>
                                        <p:attrNameLst>
                                          <p:attrName>style.visibility</p:attrName>
                                        </p:attrNameLst>
                                      </p:cBhvr>
                                      <p:to>
                                        <p:strVal val="visible"/>
                                      </p:to>
                                    </p:set>
                                    <p:animEffect filter="fade" transition="in">
                                      <p:cBhvr>
                                        <p:cTn dur="2000"/>
                                        <p:tgtEl>
                                          <p:spTgt spid="9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3" st="3"/>
                                            </p:txEl>
                                          </p:spTgt>
                                        </p:tgtEl>
                                        <p:attrNameLst>
                                          <p:attrName>style.visibility</p:attrName>
                                        </p:attrNameLst>
                                      </p:cBhvr>
                                      <p:to>
                                        <p:strVal val="visible"/>
                                      </p:to>
                                    </p:set>
                                    <p:animEffect filter="fade" transition="in">
                                      <p:cBhvr>
                                        <p:cTn dur="2000"/>
                                        <p:tgtEl>
                                          <p:spTgt spid="9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4" st="4"/>
                                            </p:txEl>
                                          </p:spTgt>
                                        </p:tgtEl>
                                        <p:attrNameLst>
                                          <p:attrName>style.visibility</p:attrName>
                                        </p:attrNameLst>
                                      </p:cBhvr>
                                      <p:to>
                                        <p:strVal val="visible"/>
                                      </p:to>
                                    </p:set>
                                    <p:animEffect filter="fade" transition="in">
                                      <p:cBhvr>
                                        <p:cTn dur="2000"/>
                                        <p:tgtEl>
                                          <p:spTgt spid="9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5" st="5"/>
                                            </p:txEl>
                                          </p:spTgt>
                                        </p:tgtEl>
                                        <p:attrNameLst>
                                          <p:attrName>style.visibility</p:attrName>
                                        </p:attrNameLst>
                                      </p:cBhvr>
                                      <p:to>
                                        <p:strVal val="visible"/>
                                      </p:to>
                                    </p:set>
                                    <p:animEffect filter="fade" transition="in">
                                      <p:cBhvr>
                                        <p:cTn dur="2000"/>
                                        <p:tgtEl>
                                          <p:spTgt spid="93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13"/>
          <p:cNvSpPr txBox="1"/>
          <p:nvPr>
            <p:ph type="ctrTitle"/>
          </p:nvPr>
        </p:nvSpPr>
        <p:spPr>
          <a:xfrm>
            <a:off x="1735675" y="1991825"/>
            <a:ext cx="5672700" cy="1159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SzPts val="5800"/>
              <a:buNone/>
            </a:pPr>
            <a:br>
              <a:rPr lang="fr-FR" sz="3600">
                <a:latin typeface="Palatino Linotype"/>
                <a:ea typeface="Palatino Linotype"/>
                <a:cs typeface="Palatino Linotype"/>
                <a:sym typeface="Palatino Linotype"/>
              </a:rPr>
            </a:br>
            <a:r>
              <a:rPr lang="fr-FR" sz="3600"/>
              <a:t> What is the difference between stereotypes, prejudice, and discrimination?</a:t>
            </a:r>
            <a:br>
              <a:rPr lang="fr-FR" sz="3600"/>
            </a:br>
            <a:endParaRPr sz="3600">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39"/>
                                        </p:tgtEl>
                                        <p:attrNameLst>
                                          <p:attrName>style.visibility</p:attrName>
                                        </p:attrNameLst>
                                      </p:cBhvr>
                                      <p:to>
                                        <p:strVal val="visible"/>
                                      </p:to>
                                    </p:set>
                                    <p:anim calcmode="lin" valueType="num">
                                      <p:cBhvr additive="base">
                                        <p:cTn dur="500"/>
                                        <p:tgtEl>
                                          <p:spTgt spid="93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15"/>
          <p:cNvSpPr txBox="1"/>
          <p:nvPr>
            <p:ph type="ctrTitle"/>
          </p:nvPr>
        </p:nvSpPr>
        <p:spPr>
          <a:xfrm>
            <a:off x="571472" y="-214332"/>
            <a:ext cx="7143800" cy="2071701"/>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4800"/>
              <a:buNone/>
            </a:pPr>
            <a:br>
              <a:rPr lang="fr-FR" sz="2000"/>
            </a:br>
            <a:r>
              <a:rPr b="1" lang="fr-FR"/>
              <a:t> </a:t>
            </a:r>
            <a:br>
              <a:rPr b="1" lang="fr-FR"/>
            </a:br>
            <a:br>
              <a:rPr b="1" lang="fr-FR"/>
            </a:br>
            <a:br>
              <a:rPr b="1" lang="fr-FR"/>
            </a:br>
            <a:br>
              <a:rPr lang="fr-FR"/>
            </a:br>
            <a:br>
              <a:rPr lang="fr-FR"/>
            </a:br>
            <a:r>
              <a:rPr b="1" lang="fr-FR" sz="1600"/>
              <a:t>Prejudice: </a:t>
            </a:r>
            <a:br>
              <a:rPr lang="fr-FR" sz="1600"/>
            </a:br>
            <a:r>
              <a:rPr lang="fr-FR" sz="1600"/>
              <a:t> Preconceived judgment or opinion</a:t>
            </a:r>
            <a:br>
              <a:rPr lang="fr-FR" sz="1600"/>
            </a:br>
            <a:r>
              <a:rPr lang="fr-FR" sz="1600"/>
              <a:t>An adverse opinion formed without sufficient knowledge.</a:t>
            </a:r>
            <a:br>
              <a:rPr lang="fr-FR" sz="1600"/>
            </a:br>
            <a:br>
              <a:rPr lang="fr-FR" sz="1600"/>
            </a:br>
            <a:r>
              <a:rPr b="1" lang="fr-FR" sz="1600"/>
              <a:t> A</a:t>
            </a:r>
            <a:r>
              <a:rPr lang="fr-FR" sz="1600"/>
              <a:t>n irrational </a:t>
            </a:r>
            <a:r>
              <a:rPr b="1" lang="fr-FR" sz="1600"/>
              <a:t>attitude</a:t>
            </a:r>
            <a:r>
              <a:rPr lang="fr-FR" sz="1600"/>
              <a:t> of </a:t>
            </a:r>
            <a:r>
              <a:rPr lang="fr-FR" sz="1600" u="sng">
                <a:solidFill>
                  <a:schemeClr val="hlink"/>
                </a:solidFill>
                <a:hlinkClick r:id="rId3"/>
              </a:rPr>
              <a:t>hostility</a:t>
            </a:r>
            <a:r>
              <a:rPr lang="fr-FR" sz="1600"/>
              <a:t> directed against an individual, a group, a race, or their supposed characteristics</a:t>
            </a:r>
            <a:endParaRPr sz="1600"/>
          </a:p>
        </p:txBody>
      </p:sp>
      <p:sp>
        <p:nvSpPr>
          <p:cNvPr id="945" name="Google Shape;945;p15"/>
          <p:cNvSpPr txBox="1"/>
          <p:nvPr>
            <p:ph idx="1" type="subTitle"/>
          </p:nvPr>
        </p:nvSpPr>
        <p:spPr>
          <a:xfrm>
            <a:off x="500034" y="2214560"/>
            <a:ext cx="7011366" cy="1143008"/>
          </a:xfrm>
          <a:prstGeom prst="rect">
            <a:avLst/>
          </a:prstGeom>
          <a:noFill/>
          <a:ln>
            <a:noFill/>
          </a:ln>
        </p:spPr>
        <p:txBody>
          <a:bodyPr anchorCtr="0" anchor="t" bIns="0" lIns="0" spcFirstLastPara="1" rIns="0" wrap="square" tIns="0">
            <a:noAutofit/>
          </a:bodyPr>
          <a:lstStyle/>
          <a:p>
            <a:pPr indent="-368300" lvl="0" marL="457200" rtl="0" algn="ctr">
              <a:lnSpc>
                <a:spcPct val="115000"/>
              </a:lnSpc>
              <a:spcBef>
                <a:spcPts val="0"/>
              </a:spcBef>
              <a:spcAft>
                <a:spcPts val="0"/>
              </a:spcAft>
              <a:buSzPts val="2200"/>
              <a:buNone/>
            </a:pPr>
            <a:r>
              <a:rPr b="1" lang="fr-FR" sz="1600"/>
              <a:t>Discrimination:</a:t>
            </a:r>
            <a:endParaRPr b="1" sz="1600"/>
          </a:p>
          <a:p>
            <a:pPr indent="-368300" lvl="0" marL="457200" rtl="0" algn="ctr">
              <a:lnSpc>
                <a:spcPct val="115000"/>
              </a:lnSpc>
              <a:spcBef>
                <a:spcPts val="0"/>
              </a:spcBef>
              <a:spcAft>
                <a:spcPts val="0"/>
              </a:spcAft>
              <a:buSzPts val="2200"/>
              <a:buNone/>
            </a:pPr>
            <a:r>
              <a:rPr lang="fr-FR" sz="1600"/>
              <a:t>Refers to behavior. It can be direct, indirect or structural and often results from stereotypes or prejudicial attitudes.</a:t>
            </a:r>
            <a:endParaRPr/>
          </a:p>
          <a:p>
            <a:pPr indent="-368300" lvl="0" marL="457200" rtl="0" algn="ctr">
              <a:lnSpc>
                <a:spcPct val="115000"/>
              </a:lnSpc>
              <a:spcBef>
                <a:spcPts val="0"/>
              </a:spcBef>
              <a:spcAft>
                <a:spcPts val="0"/>
              </a:spcAft>
              <a:buSzPts val="2200"/>
              <a:buNone/>
            </a:pPr>
            <a:r>
              <a:t/>
            </a:r>
            <a:endParaRPr sz="1600"/>
          </a:p>
          <a:p>
            <a:pPr indent="-368300" lvl="0" marL="457200" rtl="0" algn="ctr">
              <a:lnSpc>
                <a:spcPct val="115000"/>
              </a:lnSpc>
              <a:spcBef>
                <a:spcPts val="0"/>
              </a:spcBef>
              <a:spcAft>
                <a:spcPts val="0"/>
              </a:spcAft>
              <a:buSzPts val="2200"/>
              <a:buNone/>
            </a:pPr>
            <a:r>
              <a:t/>
            </a:r>
            <a:endParaRPr sz="1600"/>
          </a:p>
          <a:p>
            <a:pPr indent="-368300" lvl="0" marL="457200" rtl="0" algn="ctr">
              <a:lnSpc>
                <a:spcPct val="115000"/>
              </a:lnSpc>
              <a:spcBef>
                <a:spcPts val="0"/>
              </a:spcBef>
              <a:spcAft>
                <a:spcPts val="0"/>
              </a:spcAft>
              <a:buSzPts val="2200"/>
              <a:buNone/>
            </a:pPr>
            <a:r>
              <a:rPr b="1" lang="fr-FR" sz="1600"/>
              <a:t>Stereotype: </a:t>
            </a:r>
            <a:endParaRPr b="1"/>
          </a:p>
          <a:p>
            <a:pPr indent="-368300" lvl="0" marL="457200" rtl="0" algn="ctr">
              <a:lnSpc>
                <a:spcPct val="115000"/>
              </a:lnSpc>
              <a:spcBef>
                <a:spcPts val="0"/>
              </a:spcBef>
              <a:spcAft>
                <a:spcPts val="0"/>
              </a:spcAft>
              <a:buSzPts val="2200"/>
              <a:buNone/>
            </a:pPr>
            <a:r>
              <a:rPr lang="fr-FR" sz="1600"/>
              <a:t>A widely held but fixed and oversimplified image or idea of a particular type of person or thing.</a:t>
            </a:r>
            <a:endParaRPr/>
          </a:p>
          <a:p>
            <a:pPr indent="-368300" lvl="0" marL="457200" rtl="0" algn="l">
              <a:lnSpc>
                <a:spcPct val="115000"/>
              </a:lnSpc>
              <a:spcBef>
                <a:spcPts val="0"/>
              </a:spcBef>
              <a:spcAft>
                <a:spcPts val="0"/>
              </a:spcAft>
              <a:buSzPts val="2200"/>
              <a:buNone/>
            </a:pPr>
            <a:r>
              <a:t/>
            </a:r>
            <a:endParaRPr/>
          </a:p>
          <a:p>
            <a:pPr indent="-368300" lvl="0" marL="457200" rtl="0" algn="l">
              <a:lnSpc>
                <a:spcPct val="115000"/>
              </a:lnSpc>
              <a:spcBef>
                <a:spcPts val="0"/>
              </a:spcBef>
              <a:spcAft>
                <a:spcPts val="0"/>
              </a:spcAft>
              <a:buSzPts val="2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gtEl>
                                        <p:attrNameLst>
                                          <p:attrName>style.visibility</p:attrName>
                                        </p:attrNameLst>
                                      </p:cBhvr>
                                      <p:to>
                                        <p:strVal val="visible"/>
                                      </p:to>
                                    </p:set>
                                    <p:animEffect filter="fade" transition="in">
                                      <p:cBhvr>
                                        <p:cTn dur="2000"/>
                                        <p:tgtEl>
                                          <p:spTgt spid="9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xEl>
                                              <p:pRg end="0" st="0"/>
                                            </p:txEl>
                                          </p:spTgt>
                                        </p:tgtEl>
                                        <p:attrNameLst>
                                          <p:attrName>style.visibility</p:attrName>
                                        </p:attrNameLst>
                                      </p:cBhvr>
                                      <p:to>
                                        <p:strVal val="visible"/>
                                      </p:to>
                                    </p:set>
                                    <p:animEffect filter="fade" transition="in">
                                      <p:cBhvr>
                                        <p:cTn dur="2000"/>
                                        <p:tgtEl>
                                          <p:spTgt spid="9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xEl>
                                              <p:pRg end="1" st="1"/>
                                            </p:txEl>
                                          </p:spTgt>
                                        </p:tgtEl>
                                        <p:attrNameLst>
                                          <p:attrName>style.visibility</p:attrName>
                                        </p:attrNameLst>
                                      </p:cBhvr>
                                      <p:to>
                                        <p:strVal val="visible"/>
                                      </p:to>
                                    </p:set>
                                    <p:animEffect filter="fade" transition="in">
                                      <p:cBhvr>
                                        <p:cTn dur="2000"/>
                                        <p:tgtEl>
                                          <p:spTgt spid="9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xEl>
                                              <p:pRg end="2" st="2"/>
                                            </p:txEl>
                                          </p:spTgt>
                                        </p:tgtEl>
                                        <p:attrNameLst>
                                          <p:attrName>style.visibility</p:attrName>
                                        </p:attrNameLst>
                                      </p:cBhvr>
                                      <p:to>
                                        <p:strVal val="visible"/>
                                      </p:to>
                                    </p:set>
                                    <p:animEffect filter="fade" transition="in">
                                      <p:cBhvr>
                                        <p:cTn dur="2000"/>
                                        <p:tgtEl>
                                          <p:spTgt spid="9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xEl>
                                              <p:pRg end="3" st="3"/>
                                            </p:txEl>
                                          </p:spTgt>
                                        </p:tgtEl>
                                        <p:attrNameLst>
                                          <p:attrName>style.visibility</p:attrName>
                                        </p:attrNameLst>
                                      </p:cBhvr>
                                      <p:to>
                                        <p:strVal val="visible"/>
                                      </p:to>
                                    </p:set>
                                    <p:animEffect filter="fade" transition="in">
                                      <p:cBhvr>
                                        <p:cTn dur="2000"/>
                                        <p:tgtEl>
                                          <p:spTgt spid="9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xEl>
                                              <p:pRg end="4" st="4"/>
                                            </p:txEl>
                                          </p:spTgt>
                                        </p:tgtEl>
                                        <p:attrNameLst>
                                          <p:attrName>style.visibility</p:attrName>
                                        </p:attrNameLst>
                                      </p:cBhvr>
                                      <p:to>
                                        <p:strVal val="visible"/>
                                      </p:to>
                                    </p:set>
                                    <p:animEffect filter="fade" transition="in">
                                      <p:cBhvr>
                                        <p:cTn dur="2000"/>
                                        <p:tgtEl>
                                          <p:spTgt spid="9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xEl>
                                              <p:pRg end="5" st="5"/>
                                            </p:txEl>
                                          </p:spTgt>
                                        </p:tgtEl>
                                        <p:attrNameLst>
                                          <p:attrName>style.visibility</p:attrName>
                                        </p:attrNameLst>
                                      </p:cBhvr>
                                      <p:to>
                                        <p:strVal val="visible"/>
                                      </p:to>
                                    </p:set>
                                    <p:animEffect filter="fade" transition="in">
                                      <p:cBhvr>
                                        <p:cTn dur="2000"/>
                                        <p:tgtEl>
                                          <p:spTgt spid="9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xEl>
                                              <p:pRg end="6" st="6"/>
                                            </p:txEl>
                                          </p:spTgt>
                                        </p:tgtEl>
                                        <p:attrNameLst>
                                          <p:attrName>style.visibility</p:attrName>
                                        </p:attrNameLst>
                                      </p:cBhvr>
                                      <p:to>
                                        <p:strVal val="visible"/>
                                      </p:to>
                                    </p:set>
                                    <p:animEffect filter="fade" transition="in">
                                      <p:cBhvr>
                                        <p:cTn dur="2000"/>
                                        <p:tgtEl>
                                          <p:spTgt spid="94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xEl>
                                              <p:pRg end="7" st="7"/>
                                            </p:txEl>
                                          </p:spTgt>
                                        </p:tgtEl>
                                        <p:attrNameLst>
                                          <p:attrName>style.visibility</p:attrName>
                                        </p:attrNameLst>
                                      </p:cBhvr>
                                      <p:to>
                                        <p:strVal val="visible"/>
                                      </p:to>
                                    </p:set>
                                    <p:animEffect filter="fade" transition="in">
                                      <p:cBhvr>
                                        <p:cTn dur="2000"/>
                                        <p:tgtEl>
                                          <p:spTgt spid="945">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63"/>
          <p:cNvSpPr txBox="1"/>
          <p:nvPr>
            <p:ph type="ctrTitle"/>
          </p:nvPr>
        </p:nvSpPr>
        <p:spPr>
          <a:xfrm>
            <a:off x="1632600" y="1673063"/>
            <a:ext cx="5878800" cy="13038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4800"/>
              <a:buNone/>
            </a:pPr>
            <a:r>
              <a:t/>
            </a:r>
            <a:endParaRPr/>
          </a:p>
        </p:txBody>
      </p:sp>
      <p:sp>
        <p:nvSpPr>
          <p:cNvPr id="951" name="Google Shape;951;p63"/>
          <p:cNvSpPr txBox="1"/>
          <p:nvPr>
            <p:ph idx="1" type="subTitle"/>
          </p:nvPr>
        </p:nvSpPr>
        <p:spPr>
          <a:xfrm>
            <a:off x="1632600" y="3073838"/>
            <a:ext cx="5878800" cy="396600"/>
          </a:xfrm>
          <a:prstGeom prst="rect">
            <a:avLst/>
          </a:prstGeom>
          <a:noFill/>
          <a:ln>
            <a:noFill/>
          </a:ln>
        </p:spPr>
        <p:txBody>
          <a:bodyPr anchorCtr="0" anchor="t" bIns="0" lIns="0" spcFirstLastPara="1" rIns="0" wrap="square" tIns="0">
            <a:noAutofit/>
          </a:bodyPr>
          <a:lstStyle/>
          <a:p>
            <a:pPr indent="-368300" lvl="0" marL="457200" rtl="0" algn="ctr">
              <a:lnSpc>
                <a:spcPct val="115000"/>
              </a:lnSpc>
              <a:spcBef>
                <a:spcPts val="0"/>
              </a:spcBef>
              <a:spcAft>
                <a:spcPts val="0"/>
              </a:spcAft>
              <a:buSzPts val="2200"/>
              <a:buNone/>
            </a:pPr>
            <a:r>
              <a:t/>
            </a:r>
            <a:endParaRPr/>
          </a:p>
        </p:txBody>
      </p:sp>
      <p:sp>
        <p:nvSpPr>
          <p:cNvPr id="952" name="Google Shape;952;p63"/>
          <p:cNvSpPr/>
          <p:nvPr/>
        </p:nvSpPr>
        <p:spPr>
          <a:xfrm>
            <a:off x="237744" y="593563"/>
            <a:ext cx="5374299" cy="1127574"/>
          </a:xfrm>
          <a:prstGeom prst="rect">
            <a:avLst/>
          </a:prstGeom>
          <a:solidFill>
            <a:schemeClr val="accent1"/>
          </a:solidFill>
          <a:ln>
            <a:noFill/>
          </a:ln>
          <a:effectLst>
            <a:outerShdw blurRad="149987" algn="ctr" dir="8460000" dist="250190">
              <a:srgbClr val="000000">
                <a:alpha val="2705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Stereotype: Cognitive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Categorization and labelling of individulas </a:t>
            </a:r>
            <a:endParaRPr b="0" i="0" sz="1400" u="none" cap="none" strike="noStrike">
              <a:solidFill>
                <a:srgbClr val="000000"/>
              </a:solidFill>
              <a:latin typeface="Arial"/>
              <a:ea typeface="Arial"/>
              <a:cs typeface="Arial"/>
              <a:sym typeface="Arial"/>
            </a:endParaRPr>
          </a:p>
        </p:txBody>
      </p:sp>
      <p:sp>
        <p:nvSpPr>
          <p:cNvPr id="953" name="Google Shape;953;p63"/>
          <p:cNvSpPr/>
          <p:nvPr/>
        </p:nvSpPr>
        <p:spPr>
          <a:xfrm>
            <a:off x="2453245" y="2219688"/>
            <a:ext cx="5486400" cy="930419"/>
          </a:xfrm>
          <a:prstGeom prst="rect">
            <a:avLst/>
          </a:prstGeom>
          <a:solidFill>
            <a:schemeClr val="accent6"/>
          </a:solidFill>
          <a:ln>
            <a:noFill/>
          </a:ln>
          <a:effectLst>
            <a:outerShdw blurRad="149987" algn="ctr" dir="8460000" dist="250190">
              <a:srgbClr val="000000">
                <a:alpha val="2705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Prejudice: Affective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Attidude (like or dislike) towards labelled individuals. </a:t>
            </a:r>
            <a:endParaRPr b="0" i="0" sz="1400" u="none" cap="none" strike="noStrike">
              <a:solidFill>
                <a:srgbClr val="000000"/>
              </a:solidFill>
              <a:latin typeface="Arial"/>
              <a:ea typeface="Arial"/>
              <a:cs typeface="Arial"/>
              <a:sym typeface="Arial"/>
            </a:endParaRPr>
          </a:p>
        </p:txBody>
      </p:sp>
      <p:sp>
        <p:nvSpPr>
          <p:cNvPr id="954" name="Google Shape;954;p63"/>
          <p:cNvSpPr/>
          <p:nvPr/>
        </p:nvSpPr>
        <p:spPr>
          <a:xfrm>
            <a:off x="4572000" y="3648658"/>
            <a:ext cx="4411456" cy="1007104"/>
          </a:xfrm>
          <a:prstGeom prst="rect">
            <a:avLst/>
          </a:prstGeom>
          <a:solidFill>
            <a:srgbClr val="7030A0"/>
          </a:solidFill>
          <a:ln>
            <a:noFill/>
          </a:ln>
          <a:effectLst>
            <a:outerShdw blurRad="149987" algn="ctr" dir="8460000" dist="250190">
              <a:srgbClr val="000000">
                <a:alpha val="2705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Discrimination: Behavioral</a:t>
            </a:r>
            <a:endParaRPr b="0" i="0" sz="14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Eventually behavior towards individuals</a:t>
            </a:r>
            <a:endParaRPr b="0" i="0" sz="1400" u="none" cap="none" strike="noStrike">
              <a:solidFill>
                <a:schemeClr val="lt1"/>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2"/>
                                        </p:tgtEl>
                                        <p:attrNameLst>
                                          <p:attrName>style.visibility</p:attrName>
                                        </p:attrNameLst>
                                      </p:cBhvr>
                                      <p:to>
                                        <p:strVal val="visible"/>
                                      </p:to>
                                    </p:set>
                                    <p:animEffect filter="fade" transition="in">
                                      <p:cBhvr>
                                        <p:cTn dur="500"/>
                                        <p:tgtEl>
                                          <p:spTgt spid="9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3"/>
                                        </p:tgtEl>
                                        <p:attrNameLst>
                                          <p:attrName>style.visibility</p:attrName>
                                        </p:attrNameLst>
                                      </p:cBhvr>
                                      <p:to>
                                        <p:strVal val="visible"/>
                                      </p:to>
                                    </p:set>
                                    <p:animEffect filter="fade" transition="in">
                                      <p:cBhvr>
                                        <p:cTn dur="500"/>
                                        <p:tgtEl>
                                          <p:spTgt spid="9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4"/>
                                        </p:tgtEl>
                                        <p:attrNameLst>
                                          <p:attrName>style.visibility</p:attrName>
                                        </p:attrNameLst>
                                      </p:cBhvr>
                                      <p:to>
                                        <p:strVal val="visible"/>
                                      </p:to>
                                    </p:set>
                                    <p:animEffect filter="fade" transition="in">
                                      <p:cBhvr>
                                        <p:cTn dur="500"/>
                                        <p:tgtEl>
                                          <p:spTgt spid="9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64"/>
          <p:cNvSpPr txBox="1"/>
          <p:nvPr>
            <p:ph type="ctrTitle"/>
          </p:nvPr>
        </p:nvSpPr>
        <p:spPr>
          <a:xfrm>
            <a:off x="0" y="207231"/>
            <a:ext cx="5878800" cy="13038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4800"/>
              <a:buNone/>
            </a:pPr>
            <a:r>
              <a:rPr lang="fr-FR"/>
              <a:t>Guess Prejudice or stereotype</a:t>
            </a:r>
            <a:endParaRPr/>
          </a:p>
        </p:txBody>
      </p:sp>
      <p:sp>
        <p:nvSpPr>
          <p:cNvPr id="960" name="Google Shape;960;p64"/>
          <p:cNvSpPr txBox="1"/>
          <p:nvPr>
            <p:ph idx="1" type="subTitle"/>
          </p:nvPr>
        </p:nvSpPr>
        <p:spPr>
          <a:xfrm>
            <a:off x="-935570" y="2732040"/>
            <a:ext cx="5878800" cy="396600"/>
          </a:xfrm>
          <a:prstGeom prst="rect">
            <a:avLst/>
          </a:prstGeom>
          <a:noFill/>
          <a:ln>
            <a:noFill/>
          </a:ln>
        </p:spPr>
        <p:txBody>
          <a:bodyPr anchorCtr="0" anchor="t" bIns="0" lIns="0" spcFirstLastPara="1" rIns="0" wrap="square" tIns="0">
            <a:noAutofit/>
          </a:bodyPr>
          <a:lstStyle/>
          <a:p>
            <a:pPr indent="-368300" lvl="0" marL="457200" rtl="0" algn="ctr">
              <a:lnSpc>
                <a:spcPct val="115000"/>
              </a:lnSpc>
              <a:spcBef>
                <a:spcPts val="0"/>
              </a:spcBef>
              <a:spcAft>
                <a:spcPts val="0"/>
              </a:spcAft>
              <a:buSzPts val="2200"/>
              <a:buNone/>
            </a:pPr>
            <a:r>
              <a:rPr lang="fr-FR" sz="1600"/>
              <a:t>All baby boys wear blue</a:t>
            </a:r>
            <a:endParaRPr sz="1600"/>
          </a:p>
        </p:txBody>
      </p:sp>
      <p:sp>
        <p:nvSpPr>
          <p:cNvPr id="961" name="Google Shape;961;p64"/>
          <p:cNvSpPr txBox="1"/>
          <p:nvPr/>
        </p:nvSpPr>
        <p:spPr>
          <a:xfrm>
            <a:off x="727911" y="3324692"/>
            <a:ext cx="292481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dk1"/>
                </a:solidFill>
                <a:latin typeface="Space Grotesk Light"/>
                <a:ea typeface="Space Grotesk Light"/>
                <a:cs typeface="Space Grotesk Light"/>
                <a:sym typeface="Space Grotesk Light"/>
              </a:rPr>
              <a:t>Women enjoy shopping</a:t>
            </a:r>
            <a:endParaRPr b="0" i="0" sz="1400" u="none" cap="none" strike="noStrike">
              <a:solidFill>
                <a:srgbClr val="000000"/>
              </a:solidFill>
              <a:latin typeface="Arial"/>
              <a:ea typeface="Arial"/>
              <a:cs typeface="Arial"/>
              <a:sym typeface="Arial"/>
            </a:endParaRPr>
          </a:p>
        </p:txBody>
      </p:sp>
      <p:sp>
        <p:nvSpPr>
          <p:cNvPr id="962" name="Google Shape;962;p64"/>
          <p:cNvSpPr txBox="1"/>
          <p:nvPr/>
        </p:nvSpPr>
        <p:spPr>
          <a:xfrm>
            <a:off x="782625" y="2042527"/>
            <a:ext cx="318836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dk1"/>
                </a:solidFill>
                <a:latin typeface="Space Grotesk Light"/>
                <a:ea typeface="Space Grotesk Light"/>
                <a:cs typeface="Space Grotesk Light"/>
                <a:sym typeface="Space Grotesk Light"/>
              </a:rPr>
              <a:t>I disrespect boys who wear pink</a:t>
            </a:r>
            <a:endParaRPr b="0" i="0" sz="1600" u="none" cap="none" strike="noStrike">
              <a:solidFill>
                <a:schemeClr val="dk1"/>
              </a:solidFill>
              <a:latin typeface="Space Grotesk Light"/>
              <a:ea typeface="Space Grotesk Light"/>
              <a:cs typeface="Space Grotesk Light"/>
              <a:sym typeface="Space Grotesk Light"/>
            </a:endParaRPr>
          </a:p>
        </p:txBody>
      </p:sp>
      <p:sp>
        <p:nvSpPr>
          <p:cNvPr id="963" name="Google Shape;963;p64"/>
          <p:cNvSpPr txBox="1"/>
          <p:nvPr/>
        </p:nvSpPr>
        <p:spPr>
          <a:xfrm>
            <a:off x="782625" y="3898552"/>
            <a:ext cx="313365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dk1"/>
                </a:solidFill>
                <a:latin typeface="Space Grotesk Light"/>
                <a:ea typeface="Space Grotesk Light"/>
                <a:cs typeface="Space Grotesk Light"/>
                <a:sym typeface="Space Grotesk Light"/>
              </a:rPr>
              <a:t>I disrespect girls who play with a gun </a:t>
            </a:r>
            <a:endParaRPr b="0" i="0" sz="1400" u="none" cap="none" strike="noStrike">
              <a:solidFill>
                <a:srgbClr val="000000"/>
              </a:solidFill>
              <a:latin typeface="Arial"/>
              <a:ea typeface="Arial"/>
              <a:cs typeface="Arial"/>
              <a:sym typeface="Arial"/>
            </a:endParaRPr>
          </a:p>
        </p:txBody>
      </p:sp>
      <p:sp>
        <p:nvSpPr>
          <p:cNvPr id="964" name="Google Shape;964;p64"/>
          <p:cNvSpPr txBox="1"/>
          <p:nvPr/>
        </p:nvSpPr>
        <p:spPr>
          <a:xfrm>
            <a:off x="782625" y="1669266"/>
            <a:ext cx="244241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chemeClr val="dk1"/>
                </a:solidFill>
                <a:latin typeface="Space Grotesk Light"/>
                <a:ea typeface="Space Grotesk Light"/>
                <a:cs typeface="Space Grotesk Light"/>
                <a:sym typeface="Space Grotesk Light"/>
              </a:rPr>
              <a:t>Elderly people are wise</a:t>
            </a:r>
            <a:endParaRPr b="0" i="0" sz="1600" u="none" cap="none" strike="noStrike">
              <a:solidFill>
                <a:schemeClr val="dk1"/>
              </a:solidFill>
              <a:latin typeface="Space Grotesk Light"/>
              <a:ea typeface="Space Grotesk Light"/>
              <a:cs typeface="Space Grotesk Light"/>
              <a:sym typeface="Space Grotesk Light"/>
            </a:endParaRPr>
          </a:p>
        </p:txBody>
      </p:sp>
      <p:sp>
        <p:nvSpPr>
          <p:cNvPr id="965" name="Google Shape;965;p64"/>
          <p:cNvSpPr txBox="1"/>
          <p:nvPr/>
        </p:nvSpPr>
        <p:spPr>
          <a:xfrm>
            <a:off x="4056743" y="1669266"/>
            <a:ext cx="73297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sp>
        <p:nvSpPr>
          <p:cNvPr id="966" name="Google Shape;966;p64"/>
          <p:cNvSpPr txBox="1"/>
          <p:nvPr/>
        </p:nvSpPr>
        <p:spPr>
          <a:xfrm>
            <a:off x="3824514" y="2235251"/>
            <a:ext cx="9652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P</a:t>
            </a:r>
            <a:endParaRPr b="0" i="0" sz="1400" u="none" cap="none" strike="noStrike">
              <a:solidFill>
                <a:srgbClr val="000000"/>
              </a:solidFill>
              <a:latin typeface="Arial"/>
              <a:ea typeface="Arial"/>
              <a:cs typeface="Arial"/>
              <a:sym typeface="Arial"/>
            </a:endParaRPr>
          </a:p>
        </p:txBody>
      </p:sp>
      <p:sp>
        <p:nvSpPr>
          <p:cNvPr id="967" name="Google Shape;967;p64"/>
          <p:cNvSpPr txBox="1"/>
          <p:nvPr/>
        </p:nvSpPr>
        <p:spPr>
          <a:xfrm>
            <a:off x="3592286" y="2859314"/>
            <a:ext cx="72571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sp>
        <p:nvSpPr>
          <p:cNvPr id="968" name="Google Shape;968;p64"/>
          <p:cNvSpPr txBox="1"/>
          <p:nvPr/>
        </p:nvSpPr>
        <p:spPr>
          <a:xfrm>
            <a:off x="3468914" y="3444089"/>
            <a:ext cx="6604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sp>
        <p:nvSpPr>
          <p:cNvPr id="969" name="Google Shape;969;p64"/>
          <p:cNvSpPr txBox="1"/>
          <p:nvPr/>
        </p:nvSpPr>
        <p:spPr>
          <a:xfrm>
            <a:off x="3652730" y="4064000"/>
            <a:ext cx="91927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P</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9"/>
                                        </p:tgtEl>
                                        <p:attrNameLst>
                                          <p:attrName>style.visibility</p:attrName>
                                        </p:attrNameLst>
                                      </p:cBhvr>
                                      <p:to>
                                        <p:strVal val="visible"/>
                                      </p:to>
                                    </p:set>
                                    <p:anim calcmode="lin" valueType="num">
                                      <p:cBhvr additive="base">
                                        <p:cTn dur="500"/>
                                        <p:tgtEl>
                                          <p:spTgt spid="95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4"/>
                                        </p:tgtEl>
                                        <p:attrNameLst>
                                          <p:attrName>style.visibility</p:attrName>
                                        </p:attrNameLst>
                                      </p:cBhvr>
                                      <p:to>
                                        <p:strVal val="visible"/>
                                      </p:to>
                                    </p:set>
                                    <p:animEffect filter="fade" transition="in">
                                      <p:cBhvr>
                                        <p:cTn dur="500"/>
                                        <p:tgtEl>
                                          <p:spTgt spid="9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2"/>
                                        </p:tgtEl>
                                        <p:attrNameLst>
                                          <p:attrName>style.visibility</p:attrName>
                                        </p:attrNameLst>
                                      </p:cBhvr>
                                      <p:to>
                                        <p:strVal val="visible"/>
                                      </p:to>
                                    </p:set>
                                    <p:animEffect filter="fade" transition="in">
                                      <p:cBhvr>
                                        <p:cTn dur="500"/>
                                        <p:tgtEl>
                                          <p:spTgt spid="9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0">
                                            <p:txEl>
                                              <p:pRg end="0" st="0"/>
                                            </p:txEl>
                                          </p:spTgt>
                                        </p:tgtEl>
                                        <p:attrNameLst>
                                          <p:attrName>style.visibility</p:attrName>
                                        </p:attrNameLst>
                                      </p:cBhvr>
                                      <p:to>
                                        <p:strVal val="visible"/>
                                      </p:to>
                                    </p:set>
                                    <p:animEffect filter="fade" transition="in">
                                      <p:cBhvr>
                                        <p:cTn dur="500"/>
                                        <p:tgtEl>
                                          <p:spTgt spid="9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500"/>
                                        <p:tgtEl>
                                          <p:spTgt spid="9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3"/>
                                        </p:tgtEl>
                                        <p:attrNameLst>
                                          <p:attrName>style.visibility</p:attrName>
                                        </p:attrNameLst>
                                      </p:cBhvr>
                                      <p:to>
                                        <p:strVal val="visible"/>
                                      </p:to>
                                    </p:set>
                                    <p:animEffect filter="fade" transition="in">
                                      <p:cBhvr>
                                        <p:cTn dur="500"/>
                                        <p:tgtEl>
                                          <p:spTgt spid="9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gtEl>
                                        <p:attrNameLst>
                                          <p:attrName>style.visibility</p:attrName>
                                        </p:attrNameLst>
                                      </p:cBhvr>
                                      <p:to>
                                        <p:strVal val="visible"/>
                                      </p:to>
                                    </p:set>
                                    <p:animEffect filter="fade" transition="in">
                                      <p:cBhvr>
                                        <p:cTn dur="1000"/>
                                        <p:tgtEl>
                                          <p:spTgt spid="9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6"/>
                                        </p:tgtEl>
                                        <p:attrNameLst>
                                          <p:attrName>style.visibility</p:attrName>
                                        </p:attrNameLst>
                                      </p:cBhvr>
                                      <p:to>
                                        <p:strVal val="visible"/>
                                      </p:to>
                                    </p:set>
                                    <p:animEffect filter="fade" transition="in">
                                      <p:cBhvr>
                                        <p:cTn dur="1000"/>
                                        <p:tgtEl>
                                          <p:spTgt spid="9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gtEl>
                                        <p:attrNameLst>
                                          <p:attrName>style.visibility</p:attrName>
                                        </p:attrNameLst>
                                      </p:cBhvr>
                                      <p:to>
                                        <p:strVal val="visible"/>
                                      </p:to>
                                    </p:set>
                                    <p:animEffect filter="fade" transition="in">
                                      <p:cBhvr>
                                        <p:cTn dur="1000"/>
                                        <p:tgtEl>
                                          <p:spTgt spid="9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gtEl>
                                        <p:attrNameLst>
                                          <p:attrName>style.visibility</p:attrName>
                                        </p:attrNameLst>
                                      </p:cBhvr>
                                      <p:to>
                                        <p:strVal val="visible"/>
                                      </p:to>
                                    </p:set>
                                    <p:animEffect filter="fade" transition="in">
                                      <p:cBhvr>
                                        <p:cTn dur="1000"/>
                                        <p:tgtEl>
                                          <p:spTgt spid="9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9"/>
                                        </p:tgtEl>
                                        <p:attrNameLst>
                                          <p:attrName>style.visibility</p:attrName>
                                        </p:attrNameLst>
                                      </p:cBhvr>
                                      <p:to>
                                        <p:strVal val="visible"/>
                                      </p:to>
                                    </p:set>
                                    <p:animEffect filter="fade" transition="in">
                                      <p:cBhvr>
                                        <p:cTn dur="1000"/>
                                        <p:tgtEl>
                                          <p:spTgt spid="9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6"/>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t>The cycle of prejudice</a:t>
            </a:r>
            <a:endParaRPr/>
          </a:p>
        </p:txBody>
      </p:sp>
      <p:sp>
        <p:nvSpPr>
          <p:cNvPr id="975" name="Google Shape;975;p16"/>
          <p:cNvSpPr txBox="1"/>
          <p:nvPr/>
        </p:nvSpPr>
        <p:spPr>
          <a:xfrm>
            <a:off x="1714480" y="2928940"/>
            <a:ext cx="171451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Stereotypes</a:t>
            </a:r>
            <a:endParaRPr b="0" i="0" sz="1600" u="none" cap="none" strike="noStrike">
              <a:solidFill>
                <a:srgbClr val="000000"/>
              </a:solidFill>
              <a:latin typeface="Batang"/>
              <a:ea typeface="Batang"/>
              <a:cs typeface="Batang"/>
              <a:sym typeface="Batang"/>
            </a:endParaRPr>
          </a:p>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They are </a:t>
            </a:r>
            <a:endParaRPr b="0" i="0" sz="1600" u="none" cap="none" strike="noStrike">
              <a:solidFill>
                <a:srgbClr val="000000"/>
              </a:solidFill>
              <a:latin typeface="Batang"/>
              <a:ea typeface="Batang"/>
              <a:cs typeface="Batang"/>
              <a:sym typeface="Batang"/>
            </a:endParaRPr>
          </a:p>
        </p:txBody>
      </p:sp>
      <p:sp>
        <p:nvSpPr>
          <p:cNvPr id="976" name="Google Shape;976;p16"/>
          <p:cNvSpPr/>
          <p:nvPr/>
        </p:nvSpPr>
        <p:spPr>
          <a:xfrm>
            <a:off x="1714480" y="2500312"/>
            <a:ext cx="1785950" cy="1419236"/>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7" name="Google Shape;977;p16"/>
          <p:cNvSpPr txBox="1"/>
          <p:nvPr/>
        </p:nvSpPr>
        <p:spPr>
          <a:xfrm>
            <a:off x="4072071" y="1533498"/>
            <a:ext cx="171451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Prejudice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They can’t </a:t>
            </a:r>
            <a:endParaRPr b="0" i="0" sz="1600" u="none" cap="none" strike="noStrike">
              <a:solidFill>
                <a:srgbClr val="000000"/>
              </a:solidFill>
              <a:latin typeface="Batang"/>
              <a:ea typeface="Batang"/>
              <a:cs typeface="Batang"/>
              <a:sym typeface="Batang"/>
            </a:endParaRPr>
          </a:p>
        </p:txBody>
      </p:sp>
      <p:sp>
        <p:nvSpPr>
          <p:cNvPr id="978" name="Google Shape;978;p16"/>
          <p:cNvSpPr/>
          <p:nvPr/>
        </p:nvSpPr>
        <p:spPr>
          <a:xfrm>
            <a:off x="3980645" y="1223194"/>
            <a:ext cx="1847864" cy="1347798"/>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9" name="Google Shape;979;p16"/>
          <p:cNvSpPr txBox="1"/>
          <p:nvPr/>
        </p:nvSpPr>
        <p:spPr>
          <a:xfrm>
            <a:off x="4786316" y="3627160"/>
            <a:ext cx="171451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Discrimination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We won’t</a:t>
            </a:r>
            <a:endParaRPr b="0" i="0" sz="1600" u="none" cap="none" strike="noStrike">
              <a:solidFill>
                <a:srgbClr val="000000"/>
              </a:solidFill>
              <a:latin typeface="Batang"/>
              <a:ea typeface="Batang"/>
              <a:cs typeface="Batang"/>
              <a:sym typeface="Batang"/>
            </a:endParaRPr>
          </a:p>
        </p:txBody>
      </p:sp>
      <p:sp>
        <p:nvSpPr>
          <p:cNvPr id="980" name="Google Shape;980;p16"/>
          <p:cNvSpPr/>
          <p:nvPr/>
        </p:nvSpPr>
        <p:spPr>
          <a:xfrm>
            <a:off x="4607721" y="3286024"/>
            <a:ext cx="2071702" cy="1143008"/>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81" name="Google Shape;981;p16"/>
          <p:cNvCxnSpPr/>
          <p:nvPr/>
        </p:nvCxnSpPr>
        <p:spPr>
          <a:xfrm flipH="1" rot="-5400000">
            <a:off x="5457637" y="2565273"/>
            <a:ext cx="1271100" cy="430800"/>
          </a:xfrm>
          <a:prstGeom prst="curvedConnector3">
            <a:avLst>
              <a:gd fmla="val 50000" name="adj1"/>
            </a:avLst>
          </a:prstGeom>
          <a:noFill/>
          <a:ln cap="flat" cmpd="sng" w="9525">
            <a:solidFill>
              <a:srgbClr val="5582C5"/>
            </a:solidFill>
            <a:prstDash val="solid"/>
            <a:round/>
            <a:headEnd len="sm" w="sm" type="none"/>
            <a:tailEnd len="med" w="med" type="stealth"/>
          </a:ln>
        </p:spPr>
      </p:cxnSp>
      <p:cxnSp>
        <p:nvCxnSpPr>
          <p:cNvPr id="982" name="Google Shape;982;p16"/>
          <p:cNvCxnSpPr/>
          <p:nvPr/>
        </p:nvCxnSpPr>
        <p:spPr>
          <a:xfrm rot="10800000">
            <a:off x="3071700" y="3857636"/>
            <a:ext cx="1500300" cy="354300"/>
          </a:xfrm>
          <a:prstGeom prst="curvedConnector3">
            <a:avLst>
              <a:gd fmla="val 49999" name="adj1"/>
            </a:avLst>
          </a:prstGeom>
          <a:noFill/>
          <a:ln cap="flat" cmpd="sng" w="9525">
            <a:solidFill>
              <a:srgbClr val="5582C5"/>
            </a:solidFill>
            <a:prstDash val="solid"/>
            <a:round/>
            <a:headEnd len="sm" w="sm" type="none"/>
            <a:tailEnd len="med" w="med" type="stealth"/>
          </a:ln>
        </p:spPr>
      </p:cxnSp>
      <p:cxnSp>
        <p:nvCxnSpPr>
          <p:cNvPr id="983" name="Google Shape;983;p16"/>
          <p:cNvCxnSpPr/>
          <p:nvPr/>
        </p:nvCxnSpPr>
        <p:spPr>
          <a:xfrm flipH="1" rot="10800000">
            <a:off x="2958207" y="1830614"/>
            <a:ext cx="857400" cy="714300"/>
          </a:xfrm>
          <a:prstGeom prst="curvedConnector3">
            <a:avLst>
              <a:gd fmla="val 49992" name="adj1"/>
            </a:avLst>
          </a:prstGeom>
          <a:noFill/>
          <a:ln cap="flat" cmpd="sng" w="9525">
            <a:solidFill>
              <a:srgbClr val="5582C5"/>
            </a:solidFill>
            <a:prstDash val="solid"/>
            <a:round/>
            <a:headEnd len="sm" w="sm"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4"/>
                                        </p:tgtEl>
                                        <p:attrNameLst>
                                          <p:attrName>style.visibility</p:attrName>
                                        </p:attrNameLst>
                                      </p:cBhvr>
                                      <p:to>
                                        <p:strVal val="visible"/>
                                      </p:to>
                                    </p:set>
                                    <p:animEffect filter="fade" transition="in">
                                      <p:cBhvr>
                                        <p:cTn dur="500"/>
                                        <p:tgtEl>
                                          <p:spTgt spid="9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6"/>
                                        </p:tgtEl>
                                        <p:attrNameLst>
                                          <p:attrName>style.visibility</p:attrName>
                                        </p:attrNameLst>
                                      </p:cBhvr>
                                      <p:to>
                                        <p:strVal val="visible"/>
                                      </p:to>
                                    </p:set>
                                    <p:animEffect filter="fade" transition="in">
                                      <p:cBhvr>
                                        <p:cTn dur="2000"/>
                                        <p:tgtEl>
                                          <p:spTgt spid="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3"/>
                                        </p:tgtEl>
                                        <p:attrNameLst>
                                          <p:attrName>style.visibility</p:attrName>
                                        </p:attrNameLst>
                                      </p:cBhvr>
                                      <p:to>
                                        <p:strVal val="visible"/>
                                      </p:to>
                                    </p:set>
                                    <p:animEffect filter="fade" transition="in">
                                      <p:cBhvr>
                                        <p:cTn dur="2000"/>
                                        <p:tgtEl>
                                          <p:spTgt spid="9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gtEl>
                                        <p:attrNameLst>
                                          <p:attrName>style.visibility</p:attrName>
                                        </p:attrNameLst>
                                      </p:cBhvr>
                                      <p:to>
                                        <p:strVal val="visible"/>
                                      </p:to>
                                    </p:set>
                                    <p:animEffect filter="fade" transition="in">
                                      <p:cBhvr>
                                        <p:cTn dur="2000"/>
                                        <p:tgtEl>
                                          <p:spTgt spid="9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1"/>
                                        </p:tgtEl>
                                        <p:attrNameLst>
                                          <p:attrName>style.visibility</p:attrName>
                                        </p:attrNameLst>
                                      </p:cBhvr>
                                      <p:to>
                                        <p:strVal val="visible"/>
                                      </p:to>
                                    </p:set>
                                    <p:animEffect filter="fade" transition="in">
                                      <p:cBhvr>
                                        <p:cTn dur="2000"/>
                                        <p:tgtEl>
                                          <p:spTgt spid="9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0"/>
                                        </p:tgtEl>
                                        <p:attrNameLst>
                                          <p:attrName>style.visibility</p:attrName>
                                        </p:attrNameLst>
                                      </p:cBhvr>
                                      <p:to>
                                        <p:strVal val="visible"/>
                                      </p:to>
                                    </p:set>
                                    <p:animEffect filter="fade" transition="in">
                                      <p:cBhvr>
                                        <p:cTn dur="2000"/>
                                        <p:tgtEl>
                                          <p:spTgt spid="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2"/>
                                        </p:tgtEl>
                                        <p:attrNameLst>
                                          <p:attrName>style.visibility</p:attrName>
                                        </p:attrNameLst>
                                      </p:cBhvr>
                                      <p:to>
                                        <p:strVal val="visible"/>
                                      </p:to>
                                    </p:set>
                                    <p:animEffect filter="fade" transition="in">
                                      <p:cBhvr>
                                        <p:cTn dur="2000"/>
                                        <p:tgtEl>
                                          <p:spTgt spid="9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17"/>
          <p:cNvSpPr txBox="1"/>
          <p:nvPr>
            <p:ph type="ctrTitle"/>
          </p:nvPr>
        </p:nvSpPr>
        <p:spPr>
          <a:xfrm>
            <a:off x="1632600" y="285734"/>
            <a:ext cx="5878800" cy="3786214"/>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4800"/>
              <a:buNone/>
            </a:pPr>
            <a:br>
              <a:rPr b="1" lang="fr-FR"/>
            </a:br>
            <a:br>
              <a:rPr b="1" lang="fr-FR"/>
            </a:br>
            <a:r>
              <a:rPr b="1" lang="fr-FR"/>
              <a:t>What are the causes and origins of prejudice?</a:t>
            </a:r>
            <a:br>
              <a:rPr b="1" lang="fr-FR"/>
            </a:b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2000"/>
                                        <p:tgtEl>
                                          <p:spTgt spid="9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18"/>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b="1" lang="fr-FR">
                <a:latin typeface="Palatino Linotype"/>
                <a:ea typeface="Palatino Linotype"/>
                <a:cs typeface="Palatino Linotype"/>
                <a:sym typeface="Palatino Linotype"/>
              </a:rPr>
              <a:t>Sources of prejudice</a:t>
            </a:r>
            <a:endParaRPr b="1">
              <a:latin typeface="Palatino Linotype"/>
              <a:ea typeface="Palatino Linotype"/>
              <a:cs typeface="Palatino Linotype"/>
              <a:sym typeface="Palatino Linotype"/>
            </a:endParaRPr>
          </a:p>
        </p:txBody>
      </p:sp>
      <p:sp>
        <p:nvSpPr>
          <p:cNvPr id="994" name="Google Shape;994;p18"/>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grpSp>
        <p:nvGrpSpPr>
          <p:cNvPr id="995" name="Google Shape;995;p18"/>
          <p:cNvGrpSpPr/>
          <p:nvPr/>
        </p:nvGrpSpPr>
        <p:grpSpPr>
          <a:xfrm>
            <a:off x="855312" y="1566375"/>
            <a:ext cx="2547000" cy="2547000"/>
            <a:chOff x="1293737" y="1258050"/>
            <a:chExt cx="2547000" cy="2547000"/>
          </a:xfrm>
        </p:grpSpPr>
        <p:sp>
          <p:nvSpPr>
            <p:cNvPr id="996" name="Google Shape;996;p18"/>
            <p:cNvSpPr/>
            <p:nvPr/>
          </p:nvSpPr>
          <p:spPr>
            <a:xfrm rot="2700000">
              <a:off x="2286374" y="1011412"/>
              <a:ext cx="561726" cy="3040276"/>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Grotesk"/>
                <a:ea typeface="Space Grotesk"/>
                <a:cs typeface="Space Grotesk"/>
                <a:sym typeface="Space Grotesk"/>
              </a:endParaRPr>
            </a:p>
          </p:txBody>
        </p:sp>
        <p:sp>
          <p:nvSpPr>
            <p:cNvPr id="997" name="Google Shape;997;p18"/>
            <p:cNvSpPr/>
            <p:nvPr/>
          </p:nvSpPr>
          <p:spPr>
            <a:xfrm>
              <a:off x="1510752" y="3205393"/>
              <a:ext cx="374100" cy="374100"/>
            </a:xfrm>
            <a:prstGeom prst="ellipse">
              <a:avLst/>
            </a:prstGeom>
            <a:solidFill>
              <a:srgbClr val="FFFFFF"/>
            </a:solidFill>
            <a:ln>
              <a:noFill/>
            </a:ln>
            <a:effectLst>
              <a:outerShdw blurRad="228600" rotWithShape="0" algn="tl" dir="5400000" dist="50800">
                <a:schemeClr val="dk1">
                  <a:alpha val="53333"/>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fr-FR" sz="1200" u="none" cap="none" strike="noStrike">
                  <a:solidFill>
                    <a:schemeClr val="accent1"/>
                  </a:solidFill>
                  <a:latin typeface="Space Grotesk"/>
                  <a:ea typeface="Space Grotesk"/>
                  <a:cs typeface="Space Grotesk"/>
                  <a:sym typeface="Space Grotesk"/>
                </a:rPr>
                <a:t>1</a:t>
              </a:r>
              <a:endParaRPr b="1" i="0" sz="1200" u="none" cap="none" strike="noStrike">
                <a:solidFill>
                  <a:schemeClr val="accent1"/>
                </a:solidFill>
                <a:latin typeface="Space Grotesk"/>
                <a:ea typeface="Space Grotesk"/>
                <a:cs typeface="Space Grotesk"/>
                <a:sym typeface="Space Grotesk"/>
              </a:endParaRPr>
            </a:p>
          </p:txBody>
        </p:sp>
        <p:sp>
          <p:nvSpPr>
            <p:cNvPr id="998" name="Google Shape;998;p18"/>
            <p:cNvSpPr txBox="1"/>
            <p:nvPr/>
          </p:nvSpPr>
          <p:spPr>
            <a:xfrm rot="-2700000">
              <a:off x="1501398" y="2241353"/>
              <a:ext cx="2332604" cy="393293"/>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fr-FR" sz="1400" u="none" cap="none" strike="noStrike">
                  <a:solidFill>
                    <a:srgbClr val="FFFFFF"/>
                  </a:solidFill>
                  <a:latin typeface="Space Grotesk"/>
                  <a:ea typeface="Space Grotesk"/>
                  <a:cs typeface="Space Grotesk"/>
                  <a:sym typeface="Space Grotesk"/>
                </a:rPr>
                <a:t>Psychological</a:t>
              </a:r>
              <a:endParaRPr b="1" i="0" sz="1000" u="none" cap="none" strike="noStrike">
                <a:solidFill>
                  <a:srgbClr val="FFFFFF"/>
                </a:solidFill>
                <a:latin typeface="Space Grotesk"/>
                <a:ea typeface="Space Grotesk"/>
                <a:cs typeface="Space Grotesk"/>
                <a:sym typeface="Space Grotesk"/>
              </a:endParaRPr>
            </a:p>
          </p:txBody>
        </p:sp>
      </p:grpSp>
      <p:grpSp>
        <p:nvGrpSpPr>
          <p:cNvPr id="999" name="Google Shape;999;p18"/>
          <p:cNvGrpSpPr/>
          <p:nvPr/>
        </p:nvGrpSpPr>
        <p:grpSpPr>
          <a:xfrm>
            <a:off x="2765533" y="1566375"/>
            <a:ext cx="2547000" cy="2547000"/>
            <a:chOff x="3203958" y="1258050"/>
            <a:chExt cx="2547000" cy="2547000"/>
          </a:xfrm>
        </p:grpSpPr>
        <p:sp>
          <p:nvSpPr>
            <p:cNvPr id="1000" name="Google Shape;1000;p18"/>
            <p:cNvSpPr/>
            <p:nvPr/>
          </p:nvSpPr>
          <p:spPr>
            <a:xfrm rot="2700000">
              <a:off x="4196595" y="1011412"/>
              <a:ext cx="561726" cy="3040276"/>
            </a:xfrm>
            <a:prstGeom prst="roundRect">
              <a:avLst>
                <a:gd fmla="val 50000" name="adj"/>
              </a:avLst>
            </a:prstGeom>
            <a:solidFill>
              <a:srgbClr val="80A9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Grotesk"/>
                <a:ea typeface="Space Grotesk"/>
                <a:cs typeface="Space Grotesk"/>
                <a:sym typeface="Space Grotesk"/>
              </a:endParaRPr>
            </a:p>
          </p:txBody>
        </p:sp>
        <p:sp>
          <p:nvSpPr>
            <p:cNvPr id="1001" name="Google Shape;1001;p18"/>
            <p:cNvSpPr/>
            <p:nvPr/>
          </p:nvSpPr>
          <p:spPr>
            <a:xfrm>
              <a:off x="3420974" y="3205393"/>
              <a:ext cx="374100" cy="374100"/>
            </a:xfrm>
            <a:prstGeom prst="ellipse">
              <a:avLst/>
            </a:prstGeom>
            <a:solidFill>
              <a:srgbClr val="FFFFFF"/>
            </a:solidFill>
            <a:ln>
              <a:noFill/>
            </a:ln>
            <a:effectLst>
              <a:outerShdw blurRad="228600" rotWithShape="0" algn="tl" dir="5400000" dist="50800">
                <a:schemeClr val="dk1">
                  <a:alpha val="53333"/>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fr-FR" sz="1200" u="none" cap="none" strike="noStrike">
                  <a:solidFill>
                    <a:srgbClr val="80A9DB"/>
                  </a:solidFill>
                  <a:latin typeface="Space Grotesk"/>
                  <a:ea typeface="Space Grotesk"/>
                  <a:cs typeface="Space Grotesk"/>
                  <a:sym typeface="Space Grotesk"/>
                </a:rPr>
                <a:t>2</a:t>
              </a:r>
              <a:endParaRPr b="1" i="0" sz="1200" u="none" cap="none" strike="noStrike">
                <a:solidFill>
                  <a:srgbClr val="80A9DB"/>
                </a:solidFill>
                <a:latin typeface="Space Grotesk"/>
                <a:ea typeface="Space Grotesk"/>
                <a:cs typeface="Space Grotesk"/>
                <a:sym typeface="Space Grotesk"/>
              </a:endParaRPr>
            </a:p>
          </p:txBody>
        </p:sp>
        <p:sp>
          <p:nvSpPr>
            <p:cNvPr id="1002" name="Google Shape;1002;p18"/>
            <p:cNvSpPr txBox="1"/>
            <p:nvPr/>
          </p:nvSpPr>
          <p:spPr>
            <a:xfrm rot="-2700000">
              <a:off x="3410687" y="2240903"/>
              <a:ext cx="2333877" cy="393293"/>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fr-FR" sz="1400" u="none" cap="none" strike="noStrike">
                  <a:solidFill>
                    <a:srgbClr val="FFFFFF"/>
                  </a:solidFill>
                  <a:latin typeface="Space Grotesk"/>
                  <a:ea typeface="Space Grotesk"/>
                  <a:cs typeface="Space Grotesk"/>
                  <a:sym typeface="Space Grotesk"/>
                </a:rPr>
                <a:t>Social </a:t>
              </a:r>
              <a:endParaRPr b="1" i="0" sz="1000" u="none" cap="none" strike="noStrike">
                <a:solidFill>
                  <a:srgbClr val="FFFFFF"/>
                </a:solidFill>
                <a:latin typeface="Space Grotesk"/>
                <a:ea typeface="Space Grotesk"/>
                <a:cs typeface="Space Grotesk"/>
                <a:sym typeface="Space Grotesk"/>
              </a:endParaRPr>
            </a:p>
          </p:txBody>
        </p:sp>
      </p:grpSp>
      <p:grpSp>
        <p:nvGrpSpPr>
          <p:cNvPr id="1003" name="Google Shape;1003;p18"/>
          <p:cNvGrpSpPr/>
          <p:nvPr/>
        </p:nvGrpSpPr>
        <p:grpSpPr>
          <a:xfrm>
            <a:off x="4685552" y="1566375"/>
            <a:ext cx="2547000" cy="2547000"/>
            <a:chOff x="5123977" y="1258050"/>
            <a:chExt cx="2547000" cy="2547000"/>
          </a:xfrm>
        </p:grpSpPr>
        <p:sp>
          <p:nvSpPr>
            <p:cNvPr id="1004" name="Google Shape;1004;p18"/>
            <p:cNvSpPr/>
            <p:nvPr/>
          </p:nvSpPr>
          <p:spPr>
            <a:xfrm rot="2700000">
              <a:off x="6116614" y="1011412"/>
              <a:ext cx="561726" cy="3040276"/>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Grotesk"/>
                <a:ea typeface="Space Grotesk"/>
                <a:cs typeface="Space Grotesk"/>
                <a:sym typeface="Space Grotesk"/>
              </a:endParaRPr>
            </a:p>
          </p:txBody>
        </p:sp>
        <p:sp>
          <p:nvSpPr>
            <p:cNvPr id="1005" name="Google Shape;1005;p18"/>
            <p:cNvSpPr/>
            <p:nvPr/>
          </p:nvSpPr>
          <p:spPr>
            <a:xfrm>
              <a:off x="5340992" y="3205393"/>
              <a:ext cx="374100" cy="374100"/>
            </a:xfrm>
            <a:prstGeom prst="ellipse">
              <a:avLst/>
            </a:prstGeom>
            <a:solidFill>
              <a:srgbClr val="FFFFFF"/>
            </a:solidFill>
            <a:ln>
              <a:noFill/>
            </a:ln>
            <a:effectLst>
              <a:outerShdw blurRad="228600" rotWithShape="0" algn="tl" dir="5400000" dist="50800">
                <a:schemeClr val="dk1">
                  <a:alpha val="53333"/>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fr-FR" sz="1200" u="none" cap="none" strike="noStrike">
                  <a:solidFill>
                    <a:schemeClr val="accent3"/>
                  </a:solidFill>
                  <a:latin typeface="Space Grotesk"/>
                  <a:ea typeface="Space Grotesk"/>
                  <a:cs typeface="Space Grotesk"/>
                  <a:sym typeface="Space Grotesk"/>
                </a:rPr>
                <a:t>3</a:t>
              </a:r>
              <a:endParaRPr b="1" i="0" sz="1200" u="none" cap="none" strike="noStrike">
                <a:solidFill>
                  <a:schemeClr val="accent3"/>
                </a:solidFill>
                <a:latin typeface="Space Grotesk"/>
                <a:ea typeface="Space Grotesk"/>
                <a:cs typeface="Space Grotesk"/>
                <a:sym typeface="Space Grotesk"/>
              </a:endParaRPr>
            </a:p>
          </p:txBody>
        </p:sp>
        <p:sp>
          <p:nvSpPr>
            <p:cNvPr id="1006" name="Google Shape;1006;p18"/>
            <p:cNvSpPr txBox="1"/>
            <p:nvPr/>
          </p:nvSpPr>
          <p:spPr>
            <a:xfrm rot="-2700000">
              <a:off x="5323969" y="2238203"/>
              <a:ext cx="2341513" cy="393293"/>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fr-FR" sz="1300" u="none" cap="none" strike="noStrike">
                  <a:solidFill>
                    <a:schemeClr val="dk1"/>
                  </a:solidFill>
                  <a:latin typeface="Space Grotesk"/>
                  <a:ea typeface="Space Grotesk"/>
                  <a:cs typeface="Space Grotesk"/>
                  <a:sym typeface="Space Grotesk"/>
                </a:rPr>
                <a:t>Cultural </a:t>
              </a:r>
              <a:endParaRPr b="1" i="0" sz="900" u="none" cap="none" strike="noStrike">
                <a:solidFill>
                  <a:schemeClr val="dk1"/>
                </a:solidFill>
                <a:latin typeface="Space Grotesk"/>
                <a:ea typeface="Space Grotesk"/>
                <a:cs typeface="Space Grotesk"/>
                <a:sym typeface="Space Grotesk"/>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2000"/>
                                        <p:tgtEl>
                                          <p:spTgt spid="9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
                                        </p:tgtEl>
                                        <p:attrNameLst>
                                          <p:attrName>style.visibility</p:attrName>
                                        </p:attrNameLst>
                                      </p:cBhvr>
                                      <p:to>
                                        <p:strVal val="visible"/>
                                      </p:to>
                                    </p:set>
                                    <p:animEffect filter="fade" transition="in">
                                      <p:cBhvr>
                                        <p:cTn dur="2000"/>
                                        <p:tgtEl>
                                          <p:spTgt spid="9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gtEl>
                                        <p:attrNameLst>
                                          <p:attrName>style.visibility</p:attrName>
                                        </p:attrNameLst>
                                      </p:cBhvr>
                                      <p:to>
                                        <p:strVal val="visible"/>
                                      </p:to>
                                    </p:set>
                                    <p:animEffect filter="fade" transition="in">
                                      <p:cBhvr>
                                        <p:cTn dur="2000"/>
                                        <p:tgtEl>
                                          <p:spTgt spid="10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19"/>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t>Psychological factors</a:t>
            </a:r>
            <a:endParaRPr/>
          </a:p>
        </p:txBody>
      </p:sp>
      <p:sp>
        <p:nvSpPr>
          <p:cNvPr id="1012" name="Google Shape;1012;p19"/>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1013" name="Google Shape;1013;p19"/>
          <p:cNvSpPr txBox="1"/>
          <p:nvPr/>
        </p:nvSpPr>
        <p:spPr>
          <a:xfrm>
            <a:off x="0" y="1571618"/>
            <a:ext cx="5929354"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Char char="❑"/>
            </a:pPr>
            <a:r>
              <a:rPr b="0" i="0" lang="fr-FR" sz="1400" u="none" cap="none" strike="noStrike">
                <a:solidFill>
                  <a:srgbClr val="000000"/>
                </a:solidFill>
                <a:latin typeface="Space Grotesk"/>
                <a:ea typeface="Space Grotesk"/>
                <a:cs typeface="Space Grotesk"/>
                <a:sym typeface="Space Grotesk"/>
              </a:rPr>
              <a:t> Fear of the unknown, of something different, or the use of others to blame for one's own misfortunes.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1400"/>
              <a:buFont typeface="Noto Sans Symbols"/>
              <a:buChar char="❑"/>
            </a:pPr>
            <a:r>
              <a:rPr b="0" i="0" lang="fr-FR" sz="1400" u="none" cap="none" strike="noStrike">
                <a:solidFill>
                  <a:srgbClr val="000000"/>
                </a:solidFill>
                <a:latin typeface="Space Grotesk"/>
                <a:ea typeface="Space Grotesk"/>
                <a:cs typeface="Space Grotesk"/>
                <a:sym typeface="Space Grotesk"/>
              </a:rPr>
              <a:t> In order to make sense of the world around us, it's important to sort information into mental categories.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19"/>
          <p:cNvSpPr/>
          <p:nvPr/>
        </p:nvSpPr>
        <p:spPr>
          <a:xfrm>
            <a:off x="0" y="3214692"/>
            <a:ext cx="614363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Char char="❑"/>
            </a:pPr>
            <a:r>
              <a:rPr b="0" i="0" lang="fr-FR" sz="1400" u="none" cap="none" strike="noStrike">
                <a:solidFill>
                  <a:srgbClr val="000000"/>
                </a:solidFill>
                <a:latin typeface="Arial"/>
                <a:ea typeface="Arial"/>
                <a:cs typeface="Arial"/>
                <a:sym typeface="Arial"/>
              </a:rPr>
              <a:t> </a:t>
            </a:r>
            <a:r>
              <a:rPr b="0" i="0" lang="fr-FR" sz="1400" u="none" cap="none" strike="noStrike">
                <a:solidFill>
                  <a:srgbClr val="000000"/>
                </a:solidFill>
                <a:latin typeface="Space Grotesk"/>
                <a:ea typeface="Space Grotesk"/>
                <a:cs typeface="Space Grotesk"/>
                <a:sym typeface="Space Grotesk"/>
              </a:rPr>
              <a:t>Prejudice can develop from </a:t>
            </a:r>
            <a:r>
              <a:rPr b="1" i="0" lang="fr-FR" sz="1400" u="none" cap="none" strike="noStrike">
                <a:solidFill>
                  <a:srgbClr val="000000"/>
                </a:solidFill>
                <a:latin typeface="Space Grotesk"/>
                <a:ea typeface="Space Grotesk"/>
                <a:cs typeface="Space Grotesk"/>
                <a:sym typeface="Space Grotesk"/>
              </a:rPr>
              <a:t>a person's feelings of insecurity and inferiority.</a:t>
            </a:r>
            <a:endParaRPr b="0" i="0" sz="1400" u="none" cap="none" strike="noStrike">
              <a:solidFill>
                <a:srgbClr val="000000"/>
              </a:solidFill>
              <a:latin typeface="Space Grotesk"/>
              <a:ea typeface="Space Grotesk"/>
              <a:cs typeface="Space Grotesk"/>
              <a:sym typeface="Space Grotesk"/>
            </a:endParaRPr>
          </a:p>
        </p:txBody>
      </p:sp>
      <p:pic>
        <p:nvPicPr>
          <p:cNvPr descr="prejudice_black_and_white-men.jpg" id="1015" name="Google Shape;1015;p19"/>
          <p:cNvPicPr preferRelativeResize="0"/>
          <p:nvPr/>
        </p:nvPicPr>
        <p:blipFill rotWithShape="1">
          <a:blip r:embed="rId3">
            <a:alphaModFix/>
          </a:blip>
          <a:srcRect b="0" l="0" r="0" t="0"/>
          <a:stretch/>
        </p:blipFill>
        <p:spPr>
          <a:xfrm>
            <a:off x="6215074" y="0"/>
            <a:ext cx="2928926"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3">
                                            <p:txEl>
                                              <p:pRg end="0" st="0"/>
                                            </p:txEl>
                                          </p:spTgt>
                                        </p:tgtEl>
                                        <p:attrNameLst>
                                          <p:attrName>style.visibility</p:attrName>
                                        </p:attrNameLst>
                                      </p:cBhvr>
                                      <p:to>
                                        <p:strVal val="visible"/>
                                      </p:to>
                                    </p:set>
                                    <p:animEffect filter="fade" transition="in">
                                      <p:cBhvr>
                                        <p:cTn dur="2000"/>
                                        <p:tgtEl>
                                          <p:spTgt spid="10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3">
                                            <p:txEl>
                                              <p:pRg end="1" st="1"/>
                                            </p:txEl>
                                          </p:spTgt>
                                        </p:tgtEl>
                                        <p:attrNameLst>
                                          <p:attrName>style.visibility</p:attrName>
                                        </p:attrNameLst>
                                      </p:cBhvr>
                                      <p:to>
                                        <p:strVal val="visible"/>
                                      </p:to>
                                    </p:set>
                                    <p:animEffect filter="fade" transition="in">
                                      <p:cBhvr>
                                        <p:cTn dur="2000"/>
                                        <p:tgtEl>
                                          <p:spTgt spid="10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3">
                                            <p:txEl>
                                              <p:pRg end="2" st="2"/>
                                            </p:txEl>
                                          </p:spTgt>
                                        </p:tgtEl>
                                        <p:attrNameLst>
                                          <p:attrName>style.visibility</p:attrName>
                                        </p:attrNameLst>
                                      </p:cBhvr>
                                      <p:to>
                                        <p:strVal val="visible"/>
                                      </p:to>
                                    </p:set>
                                    <p:animEffect filter="fade" transition="in">
                                      <p:cBhvr>
                                        <p:cTn dur="2000"/>
                                        <p:tgtEl>
                                          <p:spTgt spid="10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3">
                                            <p:txEl>
                                              <p:pRg end="3" st="3"/>
                                            </p:txEl>
                                          </p:spTgt>
                                        </p:tgtEl>
                                        <p:attrNameLst>
                                          <p:attrName>style.visibility</p:attrName>
                                        </p:attrNameLst>
                                      </p:cBhvr>
                                      <p:to>
                                        <p:strVal val="visible"/>
                                      </p:to>
                                    </p:set>
                                    <p:animEffect filter="fade" transition="in">
                                      <p:cBhvr>
                                        <p:cTn dur="2000"/>
                                        <p:tgtEl>
                                          <p:spTgt spid="10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3">
                                            <p:txEl>
                                              <p:pRg end="4" st="4"/>
                                            </p:txEl>
                                          </p:spTgt>
                                        </p:tgtEl>
                                        <p:attrNameLst>
                                          <p:attrName>style.visibility</p:attrName>
                                        </p:attrNameLst>
                                      </p:cBhvr>
                                      <p:to>
                                        <p:strVal val="visible"/>
                                      </p:to>
                                    </p:set>
                                    <p:animEffect filter="fade" transition="in">
                                      <p:cBhvr>
                                        <p:cTn dur="2000"/>
                                        <p:tgtEl>
                                          <p:spTgt spid="10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3">
                                            <p:txEl>
                                              <p:pRg end="5" st="5"/>
                                            </p:txEl>
                                          </p:spTgt>
                                        </p:tgtEl>
                                        <p:attrNameLst>
                                          <p:attrName>style.visibility</p:attrName>
                                        </p:attrNameLst>
                                      </p:cBhvr>
                                      <p:to>
                                        <p:strVal val="visible"/>
                                      </p:to>
                                    </p:set>
                                    <p:animEffect filter="fade" transition="in">
                                      <p:cBhvr>
                                        <p:cTn dur="2000"/>
                                        <p:tgtEl>
                                          <p:spTgt spid="10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4">
                                            <p:txEl>
                                              <p:pRg end="0" st="0"/>
                                            </p:txEl>
                                          </p:spTgt>
                                        </p:tgtEl>
                                        <p:attrNameLst>
                                          <p:attrName>style.visibility</p:attrName>
                                        </p:attrNameLst>
                                      </p:cBhvr>
                                      <p:to>
                                        <p:strVal val="visible"/>
                                      </p:to>
                                    </p:set>
                                    <p:animEffect filter="fade" transition="in">
                                      <p:cBhvr>
                                        <p:cTn dur="2000"/>
                                        <p:tgtEl>
                                          <p:spTgt spid="101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20"/>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t>Social factors</a:t>
            </a:r>
            <a:endParaRPr/>
          </a:p>
        </p:txBody>
      </p:sp>
      <p:sp>
        <p:nvSpPr>
          <p:cNvPr id="1021" name="Google Shape;1021;p20"/>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1022" name="Google Shape;1022;p20"/>
          <p:cNvSpPr txBox="1"/>
          <p:nvPr/>
        </p:nvSpPr>
        <p:spPr>
          <a:xfrm>
            <a:off x="428596" y="1714494"/>
            <a:ext cx="7286700" cy="338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rgbClr val="000000"/>
                </a:solidFill>
                <a:latin typeface="Space Grotesk"/>
                <a:ea typeface="Space Grotesk"/>
                <a:cs typeface="Space Grotesk"/>
                <a:sym typeface="Space Grotesk"/>
              </a:rPr>
              <a:t>Social inequalities</a:t>
            </a:r>
            <a:endParaRPr b="0" i="0" sz="20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rgbClr val="000000"/>
                </a:solidFill>
                <a:latin typeface="Space Grotesk"/>
                <a:ea typeface="Space Grotesk"/>
                <a:cs typeface="Space Grotesk"/>
                <a:sym typeface="Space Grotesk"/>
              </a:rPr>
              <a:t>Scapegoating</a:t>
            </a:r>
            <a:endParaRPr b="0" i="0" sz="20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rgbClr val="000000"/>
                </a:solidFill>
                <a:latin typeface="Space Grotesk"/>
                <a:ea typeface="Space Grotesk"/>
                <a:cs typeface="Space Grotesk"/>
                <a:sym typeface="Space Grotesk"/>
              </a:rPr>
              <a:t>Categorization</a:t>
            </a:r>
            <a:endParaRPr b="0" i="0" sz="20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éléchargement.jpg" id="1023" name="Google Shape;1023;p20"/>
          <p:cNvPicPr preferRelativeResize="0"/>
          <p:nvPr/>
        </p:nvPicPr>
        <p:blipFill rotWithShape="1">
          <a:blip r:embed="rId3">
            <a:alphaModFix/>
          </a:blip>
          <a:srcRect b="0" l="0" r="0" t="0"/>
          <a:stretch/>
        </p:blipFill>
        <p:spPr>
          <a:xfrm>
            <a:off x="4786314" y="857238"/>
            <a:ext cx="3286148" cy="1285884"/>
          </a:xfrm>
          <a:prstGeom prst="rect">
            <a:avLst/>
          </a:prstGeom>
          <a:noFill/>
          <a:ln>
            <a:noFill/>
          </a:ln>
        </p:spPr>
      </p:pic>
      <p:pic>
        <p:nvPicPr>
          <p:cNvPr descr="téléchargement (1).jpg" id="1024" name="Google Shape;1024;p20"/>
          <p:cNvPicPr preferRelativeResize="0"/>
          <p:nvPr/>
        </p:nvPicPr>
        <p:blipFill rotWithShape="1">
          <a:blip r:embed="rId4">
            <a:alphaModFix/>
          </a:blip>
          <a:srcRect b="0" l="0" r="0" t="0"/>
          <a:stretch/>
        </p:blipFill>
        <p:spPr>
          <a:xfrm>
            <a:off x="3143240" y="2357436"/>
            <a:ext cx="2571768" cy="1357322"/>
          </a:xfrm>
          <a:prstGeom prst="rect">
            <a:avLst/>
          </a:prstGeom>
          <a:noFill/>
          <a:ln>
            <a:noFill/>
          </a:ln>
        </p:spPr>
      </p:pic>
      <p:pic>
        <p:nvPicPr>
          <p:cNvPr descr="images.jpg" id="1025" name="Google Shape;1025;p20"/>
          <p:cNvPicPr preferRelativeResize="0"/>
          <p:nvPr/>
        </p:nvPicPr>
        <p:blipFill rotWithShape="1">
          <a:blip r:embed="rId5">
            <a:alphaModFix/>
          </a:blip>
          <a:srcRect b="0" l="0" r="0" t="0"/>
          <a:stretch/>
        </p:blipFill>
        <p:spPr>
          <a:xfrm>
            <a:off x="6143636" y="2786064"/>
            <a:ext cx="2857500" cy="23574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0"/>
                                        </p:tgtEl>
                                        <p:attrNameLst>
                                          <p:attrName>style.visibility</p:attrName>
                                        </p:attrNameLst>
                                      </p:cBhvr>
                                      <p:to>
                                        <p:strVal val="visible"/>
                                      </p:to>
                                    </p:set>
                                    <p:animEffect filter="fade" transition="in">
                                      <p:cBhvr>
                                        <p:cTn dur="2000"/>
                                        <p:tgtEl>
                                          <p:spTgt spid="10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0" st="0"/>
                                            </p:txEl>
                                          </p:spTgt>
                                        </p:tgtEl>
                                        <p:attrNameLst>
                                          <p:attrName>style.visibility</p:attrName>
                                        </p:attrNameLst>
                                      </p:cBhvr>
                                      <p:to>
                                        <p:strVal val="visible"/>
                                      </p:to>
                                    </p:set>
                                    <p:animEffect filter="fade" transition="in">
                                      <p:cBhvr>
                                        <p:cTn dur="2000"/>
                                        <p:tgtEl>
                                          <p:spTgt spid="10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1" st="1"/>
                                            </p:txEl>
                                          </p:spTgt>
                                        </p:tgtEl>
                                        <p:attrNameLst>
                                          <p:attrName>style.visibility</p:attrName>
                                        </p:attrNameLst>
                                      </p:cBhvr>
                                      <p:to>
                                        <p:strVal val="visible"/>
                                      </p:to>
                                    </p:set>
                                    <p:animEffect filter="fade" transition="in">
                                      <p:cBhvr>
                                        <p:cTn dur="2000"/>
                                        <p:tgtEl>
                                          <p:spTgt spid="10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2" st="2"/>
                                            </p:txEl>
                                          </p:spTgt>
                                        </p:tgtEl>
                                        <p:attrNameLst>
                                          <p:attrName>style.visibility</p:attrName>
                                        </p:attrNameLst>
                                      </p:cBhvr>
                                      <p:to>
                                        <p:strVal val="visible"/>
                                      </p:to>
                                    </p:set>
                                    <p:animEffect filter="fade" transition="in">
                                      <p:cBhvr>
                                        <p:cTn dur="2000"/>
                                        <p:tgtEl>
                                          <p:spTgt spid="10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3" st="3"/>
                                            </p:txEl>
                                          </p:spTgt>
                                        </p:tgtEl>
                                        <p:attrNameLst>
                                          <p:attrName>style.visibility</p:attrName>
                                        </p:attrNameLst>
                                      </p:cBhvr>
                                      <p:to>
                                        <p:strVal val="visible"/>
                                      </p:to>
                                    </p:set>
                                    <p:animEffect filter="fade" transition="in">
                                      <p:cBhvr>
                                        <p:cTn dur="2000"/>
                                        <p:tgtEl>
                                          <p:spTgt spid="10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4" st="4"/>
                                            </p:txEl>
                                          </p:spTgt>
                                        </p:tgtEl>
                                        <p:attrNameLst>
                                          <p:attrName>style.visibility</p:attrName>
                                        </p:attrNameLst>
                                      </p:cBhvr>
                                      <p:to>
                                        <p:strVal val="visible"/>
                                      </p:to>
                                    </p:set>
                                    <p:animEffect filter="fade" transition="in">
                                      <p:cBhvr>
                                        <p:cTn dur="2000"/>
                                        <p:tgtEl>
                                          <p:spTgt spid="10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5" st="5"/>
                                            </p:txEl>
                                          </p:spTgt>
                                        </p:tgtEl>
                                        <p:attrNameLst>
                                          <p:attrName>style.visibility</p:attrName>
                                        </p:attrNameLst>
                                      </p:cBhvr>
                                      <p:to>
                                        <p:strVal val="visible"/>
                                      </p:to>
                                    </p:set>
                                    <p:animEffect filter="fade" transition="in">
                                      <p:cBhvr>
                                        <p:cTn dur="2000"/>
                                        <p:tgtEl>
                                          <p:spTgt spid="10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6" st="6"/>
                                            </p:txEl>
                                          </p:spTgt>
                                        </p:tgtEl>
                                        <p:attrNameLst>
                                          <p:attrName>style.visibility</p:attrName>
                                        </p:attrNameLst>
                                      </p:cBhvr>
                                      <p:to>
                                        <p:strVal val="visible"/>
                                      </p:to>
                                    </p:set>
                                    <p:animEffect filter="fade" transition="in">
                                      <p:cBhvr>
                                        <p:cTn dur="2000"/>
                                        <p:tgtEl>
                                          <p:spTgt spid="10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7" st="7"/>
                                            </p:txEl>
                                          </p:spTgt>
                                        </p:tgtEl>
                                        <p:attrNameLst>
                                          <p:attrName>style.visibility</p:attrName>
                                        </p:attrNameLst>
                                      </p:cBhvr>
                                      <p:to>
                                        <p:strVal val="visible"/>
                                      </p:to>
                                    </p:set>
                                    <p:animEffect filter="fade" transition="in">
                                      <p:cBhvr>
                                        <p:cTn dur="2000"/>
                                        <p:tgtEl>
                                          <p:spTgt spid="10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8" st="8"/>
                                            </p:txEl>
                                          </p:spTgt>
                                        </p:tgtEl>
                                        <p:attrNameLst>
                                          <p:attrName>style.visibility</p:attrName>
                                        </p:attrNameLst>
                                      </p:cBhvr>
                                      <p:to>
                                        <p:strVal val="visible"/>
                                      </p:to>
                                    </p:set>
                                    <p:animEffect filter="fade" transition="in">
                                      <p:cBhvr>
                                        <p:cTn dur="2000"/>
                                        <p:tgtEl>
                                          <p:spTgt spid="102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9" st="9"/>
                                            </p:txEl>
                                          </p:spTgt>
                                        </p:tgtEl>
                                        <p:attrNameLst>
                                          <p:attrName>style.visibility</p:attrName>
                                        </p:attrNameLst>
                                      </p:cBhvr>
                                      <p:to>
                                        <p:strVal val="visible"/>
                                      </p:to>
                                    </p:set>
                                    <p:animEffect filter="fade" transition="in">
                                      <p:cBhvr>
                                        <p:cTn dur="2000"/>
                                        <p:tgtEl>
                                          <p:spTgt spid="102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10" st="10"/>
                                            </p:txEl>
                                          </p:spTgt>
                                        </p:tgtEl>
                                        <p:attrNameLst>
                                          <p:attrName>style.visibility</p:attrName>
                                        </p:attrNameLst>
                                      </p:cBhvr>
                                      <p:to>
                                        <p:strVal val="visible"/>
                                      </p:to>
                                    </p:set>
                                    <p:animEffect filter="fade" transition="in">
                                      <p:cBhvr>
                                        <p:cTn dur="2000"/>
                                        <p:tgtEl>
                                          <p:spTgt spid="102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23"/>
                                        </p:tgtEl>
                                        <p:attrNameLst>
                                          <p:attrName>style.visibility</p:attrName>
                                        </p:attrNameLst>
                                      </p:cBhvr>
                                      <p:to>
                                        <p:strVal val="visible"/>
                                      </p:to>
                                    </p:set>
                                    <p:anim calcmode="lin" valueType="num">
                                      <p:cBhvr additive="base">
                                        <p:cTn dur="500"/>
                                        <p:tgtEl>
                                          <p:spTgt spid="102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24"/>
                                        </p:tgtEl>
                                        <p:attrNameLst>
                                          <p:attrName>style.visibility</p:attrName>
                                        </p:attrNameLst>
                                      </p:cBhvr>
                                      <p:to>
                                        <p:strVal val="visible"/>
                                      </p:to>
                                    </p:set>
                                    <p:anim calcmode="lin" valueType="num">
                                      <p:cBhvr additive="base">
                                        <p:cTn dur="500"/>
                                        <p:tgtEl>
                                          <p:spTgt spid="102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25"/>
                                        </p:tgtEl>
                                        <p:attrNameLst>
                                          <p:attrName>style.visibility</p:attrName>
                                        </p:attrNameLst>
                                      </p:cBhvr>
                                      <p:to>
                                        <p:strVal val="visible"/>
                                      </p:to>
                                    </p:set>
                                    <p:anim calcmode="lin" valueType="num">
                                      <p:cBhvr additive="base">
                                        <p:cTn dur="500"/>
                                        <p:tgtEl>
                                          <p:spTgt spid="102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21"/>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b="1" lang="fr-FR">
                <a:latin typeface="Space Grotesk"/>
                <a:ea typeface="Space Grotesk"/>
                <a:cs typeface="Space Grotesk"/>
                <a:sym typeface="Space Grotesk"/>
              </a:rPr>
              <a:t>Cultural factors</a:t>
            </a:r>
            <a:endParaRPr b="1">
              <a:latin typeface="Space Grotesk"/>
              <a:ea typeface="Space Grotesk"/>
              <a:cs typeface="Space Grotesk"/>
              <a:sym typeface="Space Grotesk"/>
            </a:endParaRPr>
          </a:p>
        </p:txBody>
      </p:sp>
      <p:sp>
        <p:nvSpPr>
          <p:cNvPr id="1031" name="Google Shape;1031;p21"/>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1032" name="Google Shape;1032;p21"/>
          <p:cNvSpPr txBox="1"/>
          <p:nvPr/>
        </p:nvSpPr>
        <p:spPr>
          <a:xfrm>
            <a:off x="857224" y="2071684"/>
            <a:ext cx="75009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fr-FR" sz="1700" u="none" cap="none" strike="noStrike">
                <a:solidFill>
                  <a:srgbClr val="000000"/>
                </a:solidFill>
                <a:latin typeface="Space Grotesk"/>
                <a:ea typeface="Space Grotesk"/>
                <a:cs typeface="Space Grotesk"/>
                <a:sym typeface="Space Grotesk"/>
              </a:rPr>
              <a:t>Prejudice and discrimination are firmly rooted in our genetic heritage and are influenced by individual and cultural/historical factors and experiences</a:t>
            </a:r>
            <a:r>
              <a:rPr b="1" i="0" lang="fr-FR" sz="1700" u="none" cap="none" strike="noStrike">
                <a:solidFill>
                  <a:srgbClr val="000000"/>
                </a:solidFill>
                <a:latin typeface="Arial"/>
                <a:ea typeface="Arial"/>
                <a:cs typeface="Arial"/>
                <a:sym typeface="Arial"/>
              </a:rPr>
              <a:t>.</a:t>
            </a:r>
            <a:endParaRPr b="1" i="0" sz="17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2">
                                            <p:txEl>
                                              <p:pRg end="0" st="0"/>
                                            </p:txEl>
                                          </p:spTgt>
                                        </p:tgtEl>
                                        <p:attrNameLst>
                                          <p:attrName>style.visibility</p:attrName>
                                        </p:attrNameLst>
                                      </p:cBhvr>
                                      <p:to>
                                        <p:strVal val="visible"/>
                                      </p:to>
                                    </p:set>
                                    <p:animEffect filter="fade" transition="in">
                                      <p:cBhvr>
                                        <p:cTn dur="500"/>
                                        <p:tgtEl>
                                          <p:spTgt spid="103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22"/>
          <p:cNvSpPr txBox="1"/>
          <p:nvPr>
            <p:ph type="title"/>
          </p:nvPr>
        </p:nvSpPr>
        <p:spPr>
          <a:xfrm>
            <a:off x="428596" y="642924"/>
            <a:ext cx="3643338" cy="2071702"/>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3200"/>
              <a:buNone/>
            </a:pPr>
            <a:r>
              <a:rPr b="1" i="1" lang="fr-FR" sz="2500">
                <a:latin typeface="Space Grotesk"/>
                <a:ea typeface="Space Grotesk"/>
                <a:cs typeface="Space Grotesk"/>
                <a:sym typeface="Space Grotesk"/>
              </a:rPr>
              <a:t>What are the consequences of prejudice?</a:t>
            </a:r>
            <a:endParaRPr b="1" i="1" sz="2500">
              <a:latin typeface="Space Grotesk"/>
              <a:ea typeface="Space Grotesk"/>
              <a:cs typeface="Space Grotesk"/>
              <a:sym typeface="Space Grotesk"/>
            </a:endParaRPr>
          </a:p>
        </p:txBody>
      </p:sp>
      <p:sp>
        <p:nvSpPr>
          <p:cNvPr id="1038" name="Google Shape;1038;p22"/>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pic>
        <p:nvPicPr>
          <p:cNvPr descr="unhealthy_treatment_hand_word_cloud_for_web_1_mid.jpg" id="1039" name="Google Shape;1039;p22"/>
          <p:cNvPicPr preferRelativeResize="0"/>
          <p:nvPr/>
        </p:nvPicPr>
        <p:blipFill rotWithShape="1">
          <a:blip r:embed="rId3">
            <a:alphaModFix/>
          </a:blip>
          <a:srcRect b="0" l="0" r="0" t="0"/>
          <a:stretch/>
        </p:blipFill>
        <p:spPr>
          <a:xfrm>
            <a:off x="4071934" y="0"/>
            <a:ext cx="5072066"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7"/>
                                        </p:tgtEl>
                                        <p:attrNameLst>
                                          <p:attrName>style.visibility</p:attrName>
                                        </p:attrNameLst>
                                      </p:cBhvr>
                                      <p:to>
                                        <p:strVal val="visible"/>
                                      </p:to>
                                    </p:set>
                                    <p:animEffect filter="fade" transition="in">
                                      <p:cBhvr>
                                        <p:cTn dur="2000"/>
                                        <p:tgtEl>
                                          <p:spTgt spid="10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9"/>
                                        </p:tgtEl>
                                        <p:attrNameLst>
                                          <p:attrName>style.visibility</p:attrName>
                                        </p:attrNameLst>
                                      </p:cBhvr>
                                      <p:to>
                                        <p:strVal val="visible"/>
                                      </p:to>
                                    </p:set>
                                    <p:anim calcmode="lin" valueType="num">
                                      <p:cBhvr additive="base">
                                        <p:cTn dur="500"/>
                                        <p:tgtEl>
                                          <p:spTgt spid="103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23"/>
          <p:cNvSpPr txBox="1"/>
          <p:nvPr>
            <p:ph idx="1" type="body"/>
          </p:nvPr>
        </p:nvSpPr>
        <p:spPr>
          <a:xfrm>
            <a:off x="285720" y="214296"/>
            <a:ext cx="8858280" cy="2834100"/>
          </a:xfrm>
          <a:prstGeom prst="rect">
            <a:avLst/>
          </a:prstGeom>
          <a:noFill/>
          <a:ln>
            <a:noFill/>
          </a:ln>
        </p:spPr>
        <p:txBody>
          <a:bodyPr anchorCtr="0" anchor="t" bIns="0" lIns="0" spcFirstLastPara="1" rIns="0" wrap="square" tIns="0">
            <a:noAutofit/>
          </a:bodyPr>
          <a:lstStyle/>
          <a:p>
            <a:pPr indent="-374650" lvl="0" marL="457200" marR="0" rtl="0" algn="l">
              <a:lnSpc>
                <a:spcPct val="115000"/>
              </a:lnSpc>
              <a:spcBef>
                <a:spcPts val="0"/>
              </a:spcBef>
              <a:spcAft>
                <a:spcPts val="0"/>
              </a:spcAft>
              <a:buSzPts val="2300"/>
              <a:buFont typeface="Space Grotesk"/>
              <a:buChar char="➢"/>
            </a:pPr>
            <a:r>
              <a:rPr b="1" lang="fr-FR" sz="1300">
                <a:latin typeface="Space Grotesk"/>
                <a:ea typeface="Space Grotesk"/>
                <a:cs typeface="Space Grotesk"/>
                <a:sym typeface="Space Grotesk"/>
              </a:rPr>
              <a:t> low </a:t>
            </a:r>
            <a:r>
              <a:rPr b="1" lang="fr-FR" sz="1300" u="sng">
                <a:solidFill>
                  <a:schemeClr val="hlink"/>
                </a:solidFill>
                <a:latin typeface="Space Grotesk"/>
                <a:ea typeface="Space Grotesk"/>
                <a:cs typeface="Space Grotesk"/>
                <a:sym typeface="Space Grotesk"/>
                <a:hlinkClick r:id="rId3"/>
              </a:rPr>
              <a:t>self-esteem</a:t>
            </a:r>
            <a:endParaRPr b="1" sz="1300" u="sng">
              <a:latin typeface="Space Grotesk"/>
              <a:ea typeface="Space Grotesk"/>
              <a:cs typeface="Space Grotesk"/>
              <a:sym typeface="Space Grotesk"/>
            </a:endParaRPr>
          </a:p>
          <a:p>
            <a:pPr indent="-228600" lvl="0" marL="457200" rtl="0" algn="l">
              <a:lnSpc>
                <a:spcPct val="115000"/>
              </a:lnSpc>
              <a:spcBef>
                <a:spcPts val="0"/>
              </a:spcBef>
              <a:spcAft>
                <a:spcPts val="0"/>
              </a:spcAft>
              <a:buSzPts val="2200"/>
              <a:buNone/>
            </a:pPr>
            <a:r>
              <a:t/>
            </a:r>
            <a:endParaRPr sz="1200"/>
          </a:p>
          <a:p>
            <a:pPr indent="-374650" lvl="0" marL="457200" rtl="0" algn="l">
              <a:lnSpc>
                <a:spcPct val="115000"/>
              </a:lnSpc>
              <a:spcBef>
                <a:spcPts val="0"/>
              </a:spcBef>
              <a:spcAft>
                <a:spcPts val="0"/>
              </a:spcAft>
              <a:buSzPts val="2300"/>
              <a:buFont typeface="Space Grotesk"/>
              <a:buChar char="➢"/>
            </a:pPr>
            <a:r>
              <a:rPr b="1" lang="fr-FR" sz="1300">
                <a:latin typeface="Space Grotesk"/>
                <a:ea typeface="Space Grotesk"/>
                <a:cs typeface="Space Grotesk"/>
                <a:sym typeface="Space Grotesk"/>
              </a:rPr>
              <a:t>mental disorders such as </a:t>
            </a:r>
            <a:r>
              <a:rPr b="1" lang="fr-FR" sz="1300" u="sng">
                <a:solidFill>
                  <a:schemeClr val="hlink"/>
                </a:solidFill>
                <a:latin typeface="Space Grotesk"/>
                <a:ea typeface="Space Grotesk"/>
                <a:cs typeface="Space Grotesk"/>
                <a:sym typeface="Space Grotesk"/>
                <a:hlinkClick r:id="rId4"/>
              </a:rPr>
              <a:t>anxiety</a:t>
            </a:r>
            <a:r>
              <a:rPr b="1" lang="fr-FR" sz="1300">
                <a:latin typeface="Space Grotesk"/>
                <a:ea typeface="Space Grotesk"/>
                <a:cs typeface="Space Grotesk"/>
                <a:sym typeface="Space Grotesk"/>
              </a:rPr>
              <a:t>, </a:t>
            </a:r>
            <a:r>
              <a:rPr b="1" lang="fr-FR" sz="1300" u="sng">
                <a:solidFill>
                  <a:schemeClr val="hlink"/>
                </a:solidFill>
                <a:latin typeface="Space Grotesk"/>
                <a:ea typeface="Space Grotesk"/>
                <a:cs typeface="Space Grotesk"/>
                <a:sym typeface="Space Grotesk"/>
                <a:hlinkClick r:id="rId5"/>
              </a:rPr>
              <a:t>depression</a:t>
            </a:r>
            <a:r>
              <a:rPr b="1" lang="fr-FR" sz="1300">
                <a:latin typeface="Space Grotesk"/>
                <a:ea typeface="Space Grotesk"/>
                <a:cs typeface="Space Grotesk"/>
                <a:sym typeface="Space Grotesk"/>
              </a:rPr>
              <a:t> …</a:t>
            </a:r>
            <a:endParaRPr/>
          </a:p>
          <a:p>
            <a:pPr indent="-228600" lvl="0" marL="457200" rtl="0" algn="l">
              <a:lnSpc>
                <a:spcPct val="115000"/>
              </a:lnSpc>
              <a:spcBef>
                <a:spcPts val="0"/>
              </a:spcBef>
              <a:spcAft>
                <a:spcPts val="0"/>
              </a:spcAft>
              <a:buSzPts val="2300"/>
              <a:buFont typeface="Space Grotesk"/>
              <a:buNone/>
            </a:pPr>
            <a:r>
              <a:t/>
            </a:r>
            <a:endParaRPr sz="1200"/>
          </a:p>
          <a:p>
            <a:pPr indent="-374650" lvl="0" marL="457200" rtl="0" algn="l">
              <a:lnSpc>
                <a:spcPct val="115000"/>
              </a:lnSpc>
              <a:spcBef>
                <a:spcPts val="0"/>
              </a:spcBef>
              <a:spcAft>
                <a:spcPts val="0"/>
              </a:spcAft>
              <a:buSzPts val="2300"/>
              <a:buFont typeface="Space Grotesk"/>
              <a:buChar char="➢"/>
            </a:pPr>
            <a:r>
              <a:rPr b="1" lang="fr-FR" sz="1300">
                <a:latin typeface="Space Grotesk"/>
                <a:ea typeface="Space Grotesk"/>
                <a:cs typeface="Space Grotesk"/>
                <a:sym typeface="Space Grotesk"/>
              </a:rPr>
              <a:t>begin to believe negative stereotypes about themselves</a:t>
            </a:r>
            <a:endParaRPr b="1" sz="2300">
              <a:latin typeface="Space Grotesk"/>
              <a:ea typeface="Space Grotesk"/>
              <a:cs typeface="Space Grotesk"/>
              <a:sym typeface="Space Grotesk"/>
            </a:endParaRPr>
          </a:p>
          <a:p>
            <a:pPr indent="-228600" lvl="0" marL="457200" rtl="0" algn="l">
              <a:lnSpc>
                <a:spcPct val="115000"/>
              </a:lnSpc>
              <a:spcBef>
                <a:spcPts val="0"/>
              </a:spcBef>
              <a:spcAft>
                <a:spcPts val="0"/>
              </a:spcAft>
              <a:buSzPts val="2200"/>
              <a:buNone/>
            </a:pPr>
            <a:r>
              <a:t/>
            </a:r>
            <a:endParaRPr sz="1200"/>
          </a:p>
          <a:p>
            <a:pPr indent="-374650" lvl="0" marL="457200" rtl="0" algn="l">
              <a:lnSpc>
                <a:spcPct val="115000"/>
              </a:lnSpc>
              <a:spcBef>
                <a:spcPts val="0"/>
              </a:spcBef>
              <a:spcAft>
                <a:spcPts val="0"/>
              </a:spcAft>
              <a:buSzPts val="2300"/>
              <a:buFont typeface="Space Grotesk"/>
              <a:buChar char="➢"/>
            </a:pPr>
            <a:r>
              <a:rPr b="1" lang="fr-FR" sz="1300">
                <a:latin typeface="Space Grotesk"/>
                <a:ea typeface="Space Grotesk"/>
                <a:cs typeface="Space Grotesk"/>
                <a:sym typeface="Space Grotesk"/>
              </a:rPr>
              <a:t>feel like they lack control of their own life</a:t>
            </a:r>
            <a:endParaRPr b="1" sz="2300">
              <a:latin typeface="Space Grotesk"/>
              <a:ea typeface="Space Grotesk"/>
              <a:cs typeface="Space Grotesk"/>
              <a:sym typeface="Space Grotesk"/>
            </a:endParaRPr>
          </a:p>
          <a:p>
            <a:pPr indent="-228600" lvl="0" marL="457200" rtl="0" algn="l">
              <a:lnSpc>
                <a:spcPct val="115000"/>
              </a:lnSpc>
              <a:spcBef>
                <a:spcPts val="0"/>
              </a:spcBef>
              <a:spcAft>
                <a:spcPts val="0"/>
              </a:spcAft>
              <a:buSzPts val="2200"/>
              <a:buNone/>
            </a:pPr>
            <a:r>
              <a:t/>
            </a:r>
            <a:endParaRPr sz="1200"/>
          </a:p>
          <a:p>
            <a:pPr indent="-374650" lvl="0" marL="457200" rtl="0" algn="l">
              <a:lnSpc>
                <a:spcPct val="115000"/>
              </a:lnSpc>
              <a:spcBef>
                <a:spcPts val="0"/>
              </a:spcBef>
              <a:spcAft>
                <a:spcPts val="0"/>
              </a:spcAft>
              <a:buSzPts val="2300"/>
              <a:buFont typeface="Space Grotesk"/>
              <a:buChar char="➢"/>
            </a:pPr>
            <a:r>
              <a:rPr b="1" lang="fr-FR" sz="1300">
                <a:latin typeface="Space Grotesk"/>
                <a:ea typeface="Space Grotesk"/>
                <a:cs typeface="Space Grotesk"/>
                <a:sym typeface="Space Grotesk"/>
              </a:rPr>
              <a:t>experience issues at school and/or work (e.g. </a:t>
            </a:r>
            <a:r>
              <a:rPr b="1" lang="fr-FR" sz="1300" u="sng">
                <a:solidFill>
                  <a:schemeClr val="hlink"/>
                </a:solidFill>
                <a:latin typeface="Space Grotesk"/>
                <a:ea typeface="Space Grotesk"/>
                <a:cs typeface="Space Grotesk"/>
                <a:sym typeface="Space Grotesk"/>
                <a:hlinkClick r:id="rId6"/>
              </a:rPr>
              <a:t>bullying</a:t>
            </a:r>
            <a:r>
              <a:rPr b="1" lang="fr-FR" sz="1300">
                <a:latin typeface="Space Grotesk"/>
                <a:ea typeface="Space Grotesk"/>
                <a:cs typeface="Space Grotesk"/>
                <a:sym typeface="Space Grotesk"/>
              </a:rPr>
              <a:t>, harassment, etc.)</a:t>
            </a:r>
            <a:endParaRPr b="1" sz="2300">
              <a:latin typeface="Space Grotesk"/>
              <a:ea typeface="Space Grotesk"/>
              <a:cs typeface="Space Grotesk"/>
              <a:sym typeface="Space Grotesk"/>
            </a:endParaRPr>
          </a:p>
          <a:p>
            <a:pPr indent="-228600" lvl="0" marL="457200" rtl="0" algn="l">
              <a:lnSpc>
                <a:spcPct val="115000"/>
              </a:lnSpc>
              <a:spcBef>
                <a:spcPts val="0"/>
              </a:spcBef>
              <a:spcAft>
                <a:spcPts val="0"/>
              </a:spcAft>
              <a:buSzPts val="2200"/>
              <a:buNone/>
            </a:pPr>
            <a:r>
              <a:t/>
            </a:r>
            <a:endParaRPr b="1" sz="1400">
              <a:latin typeface="Space Grotesk"/>
              <a:ea typeface="Space Grotesk"/>
              <a:cs typeface="Space Grotesk"/>
              <a:sym typeface="Space Grotesk"/>
            </a:endParaRPr>
          </a:p>
          <a:p>
            <a:pPr indent="-374650" lvl="0" marL="457200" rtl="0" algn="l">
              <a:lnSpc>
                <a:spcPct val="115000"/>
              </a:lnSpc>
              <a:spcBef>
                <a:spcPts val="0"/>
              </a:spcBef>
              <a:spcAft>
                <a:spcPts val="0"/>
              </a:spcAft>
              <a:buSzPts val="2300"/>
              <a:buFont typeface="Space Grotesk"/>
              <a:buChar char="➢"/>
            </a:pPr>
            <a:r>
              <a:rPr b="1" lang="fr-FR" sz="1300">
                <a:latin typeface="Space Grotesk"/>
                <a:ea typeface="Space Grotesk"/>
                <a:cs typeface="Space Grotesk"/>
                <a:sym typeface="Space Grotesk"/>
              </a:rPr>
              <a:t>start to lose </a:t>
            </a:r>
            <a:r>
              <a:rPr b="1" lang="fr-FR" sz="1300" u="sng">
                <a:solidFill>
                  <a:schemeClr val="hlink"/>
                </a:solidFill>
                <a:latin typeface="Space Grotesk"/>
                <a:ea typeface="Space Grotesk"/>
                <a:cs typeface="Space Grotesk"/>
                <a:sym typeface="Space Grotesk"/>
                <a:hlinkClick r:id="rId7"/>
              </a:rPr>
              <a:t>hope</a:t>
            </a:r>
            <a:r>
              <a:rPr b="1" lang="fr-FR" sz="1300">
                <a:latin typeface="Space Grotesk"/>
                <a:ea typeface="Space Grotesk"/>
                <a:cs typeface="Space Grotesk"/>
                <a:sym typeface="Space Grotesk"/>
              </a:rPr>
              <a:t> in the future</a:t>
            </a:r>
            <a:endParaRPr b="1" sz="2300">
              <a:latin typeface="Space Grotesk"/>
              <a:ea typeface="Space Grotesk"/>
              <a:cs typeface="Space Grotesk"/>
              <a:sym typeface="Space Grotesk"/>
            </a:endParaRPr>
          </a:p>
          <a:p>
            <a:pPr indent="-228600" lvl="0" marL="457200" rtl="0" algn="l">
              <a:lnSpc>
                <a:spcPct val="115000"/>
              </a:lnSpc>
              <a:spcBef>
                <a:spcPts val="0"/>
              </a:spcBef>
              <a:spcAft>
                <a:spcPts val="0"/>
              </a:spcAft>
              <a:buSzPts val="2200"/>
              <a:buNone/>
            </a:pPr>
            <a:r>
              <a:t/>
            </a:r>
            <a:endParaRPr b="1" sz="1200"/>
          </a:p>
          <a:p>
            <a:pPr indent="-368300" lvl="0" marL="457200" rtl="0" algn="l">
              <a:lnSpc>
                <a:spcPct val="115000"/>
              </a:lnSpc>
              <a:spcBef>
                <a:spcPts val="0"/>
              </a:spcBef>
              <a:spcAft>
                <a:spcPts val="0"/>
              </a:spcAft>
              <a:buSzPts val="2200"/>
              <a:buChar char="➢"/>
            </a:pPr>
            <a:r>
              <a:rPr b="1" lang="fr-FR" sz="1300">
                <a:latin typeface="Space Grotesk"/>
                <a:ea typeface="Space Grotesk"/>
                <a:cs typeface="Space Grotesk"/>
                <a:sym typeface="Space Grotesk"/>
              </a:rPr>
              <a:t>experience </a:t>
            </a:r>
            <a:r>
              <a:rPr b="1" lang="fr-FR" sz="1300">
                <a:solidFill>
                  <a:schemeClr val="hlink"/>
                </a:solidFill>
                <a:uFill>
                  <a:noFill/>
                </a:uFill>
                <a:latin typeface="Space Grotesk"/>
                <a:ea typeface="Space Grotesk"/>
                <a:cs typeface="Space Grotesk"/>
                <a:sym typeface="Space Grotesk"/>
                <a:hlinkClick r:id="rId8"/>
              </a:rPr>
              <a:t>loneliness</a:t>
            </a:r>
            <a:r>
              <a:rPr b="1" lang="fr-FR" sz="1300">
                <a:latin typeface="Space Grotesk"/>
                <a:ea typeface="Space Grotesk"/>
                <a:cs typeface="Space Grotesk"/>
                <a:sym typeface="Space Grotesk"/>
              </a:rPr>
              <a:t> and isolation</a:t>
            </a:r>
            <a:endParaRPr b="1" sz="1300">
              <a:latin typeface="Space Grotesk"/>
              <a:ea typeface="Space Grotesk"/>
              <a:cs typeface="Space Grotesk"/>
              <a:sym typeface="Space Grotesk"/>
            </a:endParaRPr>
          </a:p>
          <a:p>
            <a:pPr indent="-228600" lvl="0" marL="457200" rtl="0" algn="l">
              <a:lnSpc>
                <a:spcPct val="115000"/>
              </a:lnSpc>
              <a:spcBef>
                <a:spcPts val="0"/>
              </a:spcBef>
              <a:spcAft>
                <a:spcPts val="0"/>
              </a:spcAft>
              <a:buSzPts val="2200"/>
              <a:buNone/>
            </a:pPr>
            <a:r>
              <a:t/>
            </a:r>
            <a:endParaRPr b="1" sz="1300">
              <a:latin typeface="Space Grotesk"/>
              <a:ea typeface="Space Grotesk"/>
              <a:cs typeface="Space Grotesk"/>
              <a:sym typeface="Space Grotesk"/>
            </a:endParaRPr>
          </a:p>
          <a:p>
            <a:pPr indent="-368300" lvl="0" marL="457200" rtl="0" algn="l">
              <a:lnSpc>
                <a:spcPct val="115000"/>
              </a:lnSpc>
              <a:spcBef>
                <a:spcPts val="0"/>
              </a:spcBef>
              <a:spcAft>
                <a:spcPts val="0"/>
              </a:spcAft>
              <a:buSzPts val="2200"/>
              <a:buChar char="➢"/>
            </a:pPr>
            <a:r>
              <a:rPr b="1" lang="fr-FR" sz="1300">
                <a:latin typeface="Space Grotesk"/>
                <a:ea typeface="Space Grotesk"/>
                <a:cs typeface="Space Grotesk"/>
                <a:sym typeface="Space Grotesk"/>
              </a:rPr>
              <a:t>feel like they’re unable to trust others</a:t>
            </a:r>
            <a:endParaRPr b="1"/>
          </a:p>
          <a:p>
            <a:pPr indent="-228600" lvl="0" marL="457200" rtl="0" algn="l">
              <a:lnSpc>
                <a:spcPct val="115000"/>
              </a:lnSpc>
              <a:spcBef>
                <a:spcPts val="0"/>
              </a:spcBef>
              <a:spcAft>
                <a:spcPts val="0"/>
              </a:spcAft>
              <a:buSzPts val="2200"/>
              <a:buNone/>
            </a:pPr>
            <a:r>
              <a:t/>
            </a:r>
            <a:endParaRPr sz="1200"/>
          </a:p>
          <a:p>
            <a:pPr indent="-228600" lvl="0" marL="457200" rtl="0" algn="l">
              <a:lnSpc>
                <a:spcPct val="115000"/>
              </a:lnSpc>
              <a:spcBef>
                <a:spcPts val="0"/>
              </a:spcBef>
              <a:spcAft>
                <a:spcPts val="0"/>
              </a:spcAft>
              <a:buSzPts val="2200"/>
              <a:buNone/>
            </a:pPr>
            <a:r>
              <a:t/>
            </a:r>
            <a:endParaRPr sz="1200"/>
          </a:p>
        </p:txBody>
      </p:sp>
      <p:sp>
        <p:nvSpPr>
          <p:cNvPr id="1045" name="Google Shape;1045;p23"/>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24"/>
          <p:cNvSpPr txBox="1"/>
          <p:nvPr>
            <p:ph type="title"/>
          </p:nvPr>
        </p:nvSpPr>
        <p:spPr>
          <a:xfrm>
            <a:off x="1928794" y="836000"/>
            <a:ext cx="5167406" cy="2164378"/>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3200"/>
              <a:buNone/>
            </a:pPr>
            <a:r>
              <a:rPr b="1" lang="fr-FR">
                <a:latin typeface="Space Grotesk"/>
                <a:ea typeface="Space Grotesk"/>
                <a:cs typeface="Space Grotesk"/>
                <a:sym typeface="Space Grotesk"/>
              </a:rPr>
              <a:t>What are the most common preconceived ideas?</a:t>
            </a:r>
            <a:endParaRPr b="1">
              <a:latin typeface="Space Grotesk"/>
              <a:ea typeface="Space Grotesk"/>
              <a:cs typeface="Space Grotesk"/>
              <a:sym typeface="Space Grotesk"/>
            </a:endParaRPr>
          </a:p>
        </p:txBody>
      </p:sp>
      <p:sp>
        <p:nvSpPr>
          <p:cNvPr id="1051" name="Google Shape;1051;p24"/>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0"/>
                                        </p:tgtEl>
                                        <p:attrNameLst>
                                          <p:attrName>style.visibility</p:attrName>
                                        </p:attrNameLst>
                                      </p:cBhvr>
                                      <p:to>
                                        <p:strVal val="visible"/>
                                      </p:to>
                                    </p:set>
                                    <p:anim calcmode="lin" valueType="num">
                                      <p:cBhvr additive="base">
                                        <p:cTn dur="500"/>
                                        <p:tgtEl>
                                          <p:spTgt spid="105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25"/>
          <p:cNvSpPr txBox="1"/>
          <p:nvPr>
            <p:ph type="title"/>
          </p:nvPr>
        </p:nvSpPr>
        <p:spPr>
          <a:xfrm>
            <a:off x="928662" y="0"/>
            <a:ext cx="7502914" cy="4357718"/>
          </a:xfrm>
          <a:prstGeom prst="rect">
            <a:avLst/>
          </a:prstGeom>
          <a:noFill/>
          <a:ln>
            <a:noFill/>
          </a:ln>
        </p:spPr>
        <p:txBody>
          <a:bodyPr anchorCtr="0" anchor="b" bIns="0" lIns="0" spcFirstLastPara="1" rIns="0" wrap="square" tIns="0">
            <a:noAutofit/>
          </a:bodyPr>
          <a:lstStyle/>
          <a:p>
            <a:pPr indent="-457200" lvl="1" marL="857250" rtl="0" algn="l">
              <a:lnSpc>
                <a:spcPct val="90000"/>
              </a:lnSpc>
              <a:spcBef>
                <a:spcPts val="0"/>
              </a:spcBef>
              <a:spcAft>
                <a:spcPts val="0"/>
              </a:spcAft>
              <a:buSzPts val="3200"/>
              <a:buNone/>
            </a:pPr>
            <a:br>
              <a:rPr lang="fr-FR" sz="2000">
                <a:latin typeface="Palatino Linotype"/>
                <a:ea typeface="Palatino Linotype"/>
                <a:cs typeface="Palatino Linotype"/>
                <a:sym typeface="Palatino Linotype"/>
              </a:rPr>
            </a:br>
            <a:r>
              <a:rPr b="1" lang="fr-FR" sz="1800">
                <a:latin typeface="Space Grotesk"/>
                <a:ea typeface="Space Grotesk"/>
                <a:cs typeface="Space Grotesk"/>
                <a:sym typeface="Space Grotesk"/>
              </a:rPr>
              <a:t>The woman’s place is in the house</a:t>
            </a:r>
            <a:br>
              <a:rPr b="1" lang="fr-FR" sz="1800">
                <a:latin typeface="Space Grotesk"/>
                <a:ea typeface="Space Grotesk"/>
                <a:cs typeface="Space Grotesk"/>
                <a:sym typeface="Space Grotesk"/>
              </a:rPr>
            </a:br>
            <a:br>
              <a:rPr b="1" lang="fr-FR" sz="1800">
                <a:latin typeface="Space Grotesk"/>
                <a:ea typeface="Space Grotesk"/>
                <a:cs typeface="Space Grotesk"/>
                <a:sym typeface="Space Grotesk"/>
              </a:rPr>
            </a:br>
            <a:r>
              <a:rPr b="1" lang="fr-FR" sz="1800">
                <a:latin typeface="Space Grotesk"/>
                <a:ea typeface="Space Grotesk"/>
                <a:cs typeface="Space Grotesk"/>
                <a:sym typeface="Space Grotesk"/>
              </a:rPr>
              <a:t>Women can’t take leadership roles</a:t>
            </a:r>
            <a:br>
              <a:rPr b="1" lang="fr-FR" sz="1800">
                <a:latin typeface="Space Grotesk"/>
                <a:ea typeface="Space Grotesk"/>
                <a:cs typeface="Space Grotesk"/>
                <a:sym typeface="Space Grotesk"/>
              </a:rPr>
            </a:br>
            <a:br>
              <a:rPr b="1" lang="fr-FR" sz="1800">
                <a:latin typeface="Space Grotesk"/>
                <a:ea typeface="Space Grotesk"/>
                <a:cs typeface="Space Grotesk"/>
                <a:sym typeface="Space Grotesk"/>
              </a:rPr>
            </a:br>
            <a:r>
              <a:rPr b="1" lang="fr-FR" sz="1800">
                <a:latin typeface="Space Grotesk"/>
                <a:ea typeface="Space Grotesk"/>
                <a:cs typeface="Space Grotesk"/>
                <a:sym typeface="Space Grotesk"/>
              </a:rPr>
              <a:t>Blonde women are stupid</a:t>
            </a:r>
            <a:br>
              <a:rPr b="1" lang="fr-FR" sz="1800">
                <a:latin typeface="Space Grotesk"/>
                <a:ea typeface="Space Grotesk"/>
                <a:cs typeface="Space Grotesk"/>
                <a:sym typeface="Space Grotesk"/>
              </a:rPr>
            </a:br>
            <a:br>
              <a:rPr b="1" lang="fr-FR" sz="1800">
                <a:latin typeface="Space Grotesk"/>
                <a:ea typeface="Space Grotesk"/>
                <a:cs typeface="Space Grotesk"/>
                <a:sym typeface="Space Grotesk"/>
              </a:rPr>
            </a:br>
            <a:r>
              <a:rPr b="1" lang="fr-FR" sz="1800">
                <a:latin typeface="Space Grotesk"/>
                <a:ea typeface="Space Grotesk"/>
                <a:cs typeface="Space Grotesk"/>
                <a:sym typeface="Space Grotesk"/>
              </a:rPr>
              <a:t>Elderly people are frail and boring</a:t>
            </a:r>
            <a:br>
              <a:rPr b="1" lang="fr-FR" sz="1800">
                <a:latin typeface="Space Grotesk"/>
                <a:ea typeface="Space Grotesk"/>
                <a:cs typeface="Space Grotesk"/>
                <a:sym typeface="Space Grotesk"/>
              </a:rPr>
            </a:br>
            <a:br>
              <a:rPr b="1" lang="fr-FR" sz="1800">
                <a:latin typeface="Space Grotesk"/>
                <a:ea typeface="Space Grotesk"/>
                <a:cs typeface="Space Grotesk"/>
                <a:sym typeface="Space Grotesk"/>
              </a:rPr>
            </a:br>
            <a:r>
              <a:rPr b="1" lang="fr-FR" sz="1800">
                <a:latin typeface="Space Grotesk"/>
                <a:ea typeface="Space Grotesk"/>
                <a:cs typeface="Space Grotesk"/>
                <a:sym typeface="Space Grotesk"/>
              </a:rPr>
              <a:t>Immigrants are scroungers</a:t>
            </a:r>
            <a:br>
              <a:rPr b="1" lang="fr-FR" sz="1800">
                <a:latin typeface="Space Grotesk"/>
                <a:ea typeface="Space Grotesk"/>
                <a:cs typeface="Space Grotesk"/>
                <a:sym typeface="Space Grotesk"/>
              </a:rPr>
            </a:br>
            <a:br>
              <a:rPr b="1" lang="fr-FR" sz="1800">
                <a:latin typeface="Space Grotesk"/>
                <a:ea typeface="Space Grotesk"/>
                <a:cs typeface="Space Grotesk"/>
                <a:sym typeface="Space Grotesk"/>
              </a:rPr>
            </a:br>
            <a:r>
              <a:rPr b="1" lang="fr-FR" sz="1800">
                <a:latin typeface="Space Grotesk"/>
                <a:ea typeface="Space Grotesk"/>
                <a:cs typeface="Space Grotesk"/>
                <a:sym typeface="Space Grotesk"/>
              </a:rPr>
              <a:t>Boys that cry are effeminate </a:t>
            </a:r>
            <a:br>
              <a:rPr b="1" lang="fr-FR">
                <a:latin typeface="Arial"/>
                <a:ea typeface="Arial"/>
                <a:cs typeface="Arial"/>
                <a:sym typeface="Arial"/>
              </a:rPr>
            </a:br>
            <a:endParaRPr b="1" sz="1200">
              <a:latin typeface="Space Grotesk"/>
              <a:ea typeface="Space Grotesk"/>
              <a:cs typeface="Space Grotesk"/>
              <a:sym typeface="Space Grotesk"/>
            </a:endParaRPr>
          </a:p>
        </p:txBody>
      </p:sp>
      <p:sp>
        <p:nvSpPr>
          <p:cNvPr id="1057" name="Google Shape;1057;p25"/>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gtEl>
                                        <p:attrNameLst>
                                          <p:attrName>style.visibility</p:attrName>
                                        </p:attrNameLst>
                                      </p:cBhvr>
                                      <p:to>
                                        <p:strVal val="visible"/>
                                      </p:to>
                                    </p:set>
                                    <p:animEffect filter="fade" transition="in">
                                      <p:cBhvr>
                                        <p:cTn dur="2000"/>
                                        <p:tgtEl>
                                          <p:spTgt spid="10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26"/>
          <p:cNvSpPr txBox="1"/>
          <p:nvPr>
            <p:ph idx="4294967295"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latin typeface="Arial"/>
                <a:ea typeface="Arial"/>
                <a:cs typeface="Arial"/>
                <a:sym typeface="Arial"/>
              </a:rPr>
              <a:t>What is your reaction to this?</a:t>
            </a:r>
            <a:endParaRPr/>
          </a:p>
        </p:txBody>
      </p:sp>
      <p:pic>
        <p:nvPicPr>
          <p:cNvPr id="1064" name="Google Shape;1064;p26"/>
          <p:cNvPicPr preferRelativeResize="0"/>
          <p:nvPr/>
        </p:nvPicPr>
        <p:blipFill rotWithShape="1">
          <a:blip r:embed="rId3">
            <a:alphaModFix/>
          </a:blip>
          <a:srcRect b="0" l="0" r="0" t="0"/>
          <a:stretch/>
        </p:blipFill>
        <p:spPr>
          <a:xfrm>
            <a:off x="1142976" y="1285866"/>
            <a:ext cx="6762750" cy="3309938"/>
          </a:xfrm>
          <a:prstGeom prst="rect">
            <a:avLst/>
          </a:prstGeom>
          <a:noFill/>
          <a:ln>
            <a:noFill/>
          </a:ln>
        </p:spPr>
      </p:pic>
      <p:sp>
        <p:nvSpPr>
          <p:cNvPr id="1065" name="Google Shape;1065;p26"/>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3"/>
                                        </p:tgtEl>
                                        <p:attrNameLst>
                                          <p:attrName>style.visibility</p:attrName>
                                        </p:attrNameLst>
                                      </p:cBhvr>
                                      <p:to>
                                        <p:strVal val="visible"/>
                                      </p:to>
                                    </p:set>
                                    <p:animEffect filter="fade" transition="in">
                                      <p:cBhvr>
                                        <p:cTn dur="2000"/>
                                        <p:tgtEl>
                                          <p:spTgt spid="10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4"/>
                                        </p:tgtEl>
                                        <p:attrNameLst>
                                          <p:attrName>style.visibility</p:attrName>
                                        </p:attrNameLst>
                                      </p:cBhvr>
                                      <p:to>
                                        <p:strVal val="visible"/>
                                      </p:to>
                                    </p:set>
                                    <p:anim calcmode="lin" valueType="num">
                                      <p:cBhvr additive="base">
                                        <p:cTn dur="500"/>
                                        <p:tgtEl>
                                          <p:spTgt spid="106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27"/>
          <p:cNvSpPr txBox="1"/>
          <p:nvPr>
            <p:ph idx="4294967295" type="title"/>
          </p:nvPr>
        </p:nvSpPr>
        <p:spPr>
          <a:xfrm>
            <a:off x="857224" y="500048"/>
            <a:ext cx="6238976" cy="500066"/>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latin typeface="Arial"/>
                <a:ea typeface="Arial"/>
                <a:cs typeface="Arial"/>
                <a:sym typeface="Arial"/>
              </a:rPr>
              <a:t>Does this seem better?</a:t>
            </a:r>
            <a:endParaRPr/>
          </a:p>
        </p:txBody>
      </p:sp>
      <p:sp>
        <p:nvSpPr>
          <p:cNvPr id="1072" name="Google Shape;1072;p27"/>
          <p:cNvSpPr txBox="1"/>
          <p:nvPr>
            <p:ph idx="4294967295" type="body"/>
          </p:nvPr>
        </p:nvSpPr>
        <p:spPr>
          <a:xfrm>
            <a:off x="855300" y="1553825"/>
            <a:ext cx="6240900" cy="2834100"/>
          </a:xfrm>
          <a:prstGeom prst="rect">
            <a:avLst/>
          </a:prstGeom>
          <a:noFill/>
          <a:ln>
            <a:noFill/>
          </a:ln>
        </p:spPr>
        <p:txBody>
          <a:bodyPr anchorCtr="0" anchor="t" bIns="0" lIns="0" spcFirstLastPara="1" rIns="0" wrap="square" tIns="0">
            <a:noAutofit/>
          </a:bodyPr>
          <a:lstStyle/>
          <a:p>
            <a:pPr indent="-228600" lvl="0" marL="457200" rtl="0" algn="l">
              <a:lnSpc>
                <a:spcPct val="115000"/>
              </a:lnSpc>
              <a:spcBef>
                <a:spcPts val="0"/>
              </a:spcBef>
              <a:spcAft>
                <a:spcPts val="0"/>
              </a:spcAft>
              <a:buSzPts val="2200"/>
              <a:buNone/>
            </a:pPr>
            <a:r>
              <a:t/>
            </a:r>
            <a:endParaRPr>
              <a:latin typeface="Arial"/>
              <a:ea typeface="Arial"/>
              <a:cs typeface="Arial"/>
              <a:sym typeface="Arial"/>
            </a:endParaRPr>
          </a:p>
          <a:p>
            <a:pPr indent="-368300" lvl="0" marL="457200" rtl="0" algn="l">
              <a:lnSpc>
                <a:spcPct val="115000"/>
              </a:lnSpc>
              <a:spcBef>
                <a:spcPts val="0"/>
              </a:spcBef>
              <a:spcAft>
                <a:spcPts val="0"/>
              </a:spcAft>
              <a:buSzPts val="2200"/>
              <a:buFont typeface="Arial"/>
              <a:buNone/>
            </a:pPr>
            <a:r>
              <a:t/>
            </a:r>
            <a:endParaRPr>
              <a:latin typeface="Arial"/>
              <a:ea typeface="Arial"/>
              <a:cs typeface="Arial"/>
              <a:sym typeface="Arial"/>
            </a:endParaRPr>
          </a:p>
        </p:txBody>
      </p:sp>
      <p:pic>
        <p:nvPicPr>
          <p:cNvPr descr="billy-DVD1.jpg" id="1073" name="Google Shape;1073;p27"/>
          <p:cNvPicPr preferRelativeResize="0"/>
          <p:nvPr/>
        </p:nvPicPr>
        <p:blipFill rotWithShape="1">
          <a:blip r:embed="rId3">
            <a:alphaModFix/>
          </a:blip>
          <a:srcRect b="0" l="0" r="0" t="0"/>
          <a:stretch/>
        </p:blipFill>
        <p:spPr>
          <a:xfrm>
            <a:off x="1908176" y="1138238"/>
            <a:ext cx="5616575" cy="3021806"/>
          </a:xfrm>
          <a:prstGeom prst="rect">
            <a:avLst/>
          </a:prstGeom>
          <a:noFill/>
          <a:ln>
            <a:noFill/>
          </a:ln>
        </p:spPr>
      </p:pic>
      <p:sp>
        <p:nvSpPr>
          <p:cNvPr id="1074" name="Google Shape;1074;p27"/>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28"/>
          <p:cNvSpPr txBox="1"/>
          <p:nvPr>
            <p:ph idx="4294967295" type="title"/>
          </p:nvPr>
        </p:nvSpPr>
        <p:spPr>
          <a:xfrm>
            <a:off x="855300" y="642924"/>
            <a:ext cx="6240900" cy="428628"/>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latin typeface="Arial"/>
                <a:ea typeface="Arial"/>
                <a:cs typeface="Arial"/>
                <a:sym typeface="Arial"/>
              </a:rPr>
              <a:t>What is your reaction?</a:t>
            </a:r>
            <a:endParaRPr/>
          </a:p>
        </p:txBody>
      </p:sp>
      <p:sp>
        <p:nvSpPr>
          <p:cNvPr id="1080" name="Google Shape;1080;p28"/>
          <p:cNvSpPr txBox="1"/>
          <p:nvPr>
            <p:ph idx="4294967295" type="body"/>
          </p:nvPr>
        </p:nvSpPr>
        <p:spPr>
          <a:xfrm>
            <a:off x="457200" y="1200151"/>
            <a:ext cx="8229600" cy="3014674"/>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Font typeface="Arial"/>
              <a:buNone/>
            </a:pPr>
            <a:r>
              <a:t/>
            </a:r>
            <a:endParaRPr sz="1900">
              <a:solidFill>
                <a:srgbClr val="FF0000"/>
              </a:solidFill>
              <a:latin typeface="Arial"/>
              <a:ea typeface="Arial"/>
              <a:cs typeface="Arial"/>
              <a:sym typeface="Arial"/>
            </a:endParaRPr>
          </a:p>
          <a:p>
            <a:pPr indent="-368300" lvl="0" marL="457200" rtl="0" algn="l">
              <a:lnSpc>
                <a:spcPct val="115000"/>
              </a:lnSpc>
              <a:spcBef>
                <a:spcPts val="0"/>
              </a:spcBef>
              <a:spcAft>
                <a:spcPts val="0"/>
              </a:spcAft>
              <a:buSzPts val="2200"/>
              <a:buFont typeface="Arial"/>
              <a:buNone/>
            </a:pPr>
            <a:r>
              <a:t/>
            </a:r>
            <a:endParaRPr sz="1900">
              <a:solidFill>
                <a:srgbClr val="FF0000"/>
              </a:solidFill>
              <a:latin typeface="Arial"/>
              <a:ea typeface="Arial"/>
              <a:cs typeface="Arial"/>
              <a:sym typeface="Arial"/>
            </a:endParaRPr>
          </a:p>
          <a:p>
            <a:pPr indent="-228600" lvl="0" marL="457200" rtl="0" algn="l">
              <a:lnSpc>
                <a:spcPct val="115000"/>
              </a:lnSpc>
              <a:spcBef>
                <a:spcPts val="0"/>
              </a:spcBef>
              <a:spcAft>
                <a:spcPts val="0"/>
              </a:spcAft>
              <a:buSzPts val="2200"/>
              <a:buNone/>
            </a:pPr>
            <a:r>
              <a:t/>
            </a:r>
            <a:endParaRPr sz="1900">
              <a:solidFill>
                <a:srgbClr val="FF0000"/>
              </a:solidFill>
              <a:latin typeface="Arial"/>
              <a:ea typeface="Arial"/>
              <a:cs typeface="Arial"/>
              <a:sym typeface="Arial"/>
            </a:endParaRPr>
          </a:p>
          <a:p>
            <a:pPr indent="-228600" lvl="0" marL="457200" rtl="0" algn="l">
              <a:lnSpc>
                <a:spcPct val="115000"/>
              </a:lnSpc>
              <a:spcBef>
                <a:spcPts val="0"/>
              </a:spcBef>
              <a:spcAft>
                <a:spcPts val="0"/>
              </a:spcAft>
              <a:buSzPts val="2200"/>
              <a:buNone/>
            </a:pPr>
            <a:r>
              <a:t/>
            </a:r>
            <a:endParaRPr sz="1900">
              <a:solidFill>
                <a:srgbClr val="FF0000"/>
              </a:solidFill>
              <a:latin typeface="Arial"/>
              <a:ea typeface="Arial"/>
              <a:cs typeface="Arial"/>
              <a:sym typeface="Arial"/>
            </a:endParaRPr>
          </a:p>
          <a:p>
            <a:pPr indent="-228600" lvl="0" marL="457200" rtl="0" algn="l">
              <a:lnSpc>
                <a:spcPct val="115000"/>
              </a:lnSpc>
              <a:spcBef>
                <a:spcPts val="0"/>
              </a:spcBef>
              <a:spcAft>
                <a:spcPts val="0"/>
              </a:spcAft>
              <a:buSzPts val="2200"/>
              <a:buNone/>
            </a:pPr>
            <a:r>
              <a:t/>
            </a:r>
            <a:endParaRPr sz="1900">
              <a:solidFill>
                <a:srgbClr val="FF0000"/>
              </a:solidFill>
              <a:latin typeface="Arial"/>
              <a:ea typeface="Arial"/>
              <a:cs typeface="Arial"/>
              <a:sym typeface="Arial"/>
            </a:endParaRPr>
          </a:p>
          <a:p>
            <a:pPr indent="-228600" lvl="0" marL="457200" rtl="0" algn="l">
              <a:lnSpc>
                <a:spcPct val="115000"/>
              </a:lnSpc>
              <a:spcBef>
                <a:spcPts val="0"/>
              </a:spcBef>
              <a:spcAft>
                <a:spcPts val="0"/>
              </a:spcAft>
              <a:buSzPts val="2200"/>
              <a:buNone/>
            </a:pPr>
            <a:r>
              <a:t/>
            </a:r>
            <a:endParaRPr sz="1900">
              <a:solidFill>
                <a:srgbClr val="FF0000"/>
              </a:solidFill>
              <a:latin typeface="Arial"/>
              <a:ea typeface="Arial"/>
              <a:cs typeface="Arial"/>
              <a:sym typeface="Arial"/>
            </a:endParaRPr>
          </a:p>
          <a:p>
            <a:pPr indent="-228600" lvl="0" marL="457200" rtl="0" algn="l">
              <a:lnSpc>
                <a:spcPct val="115000"/>
              </a:lnSpc>
              <a:spcBef>
                <a:spcPts val="0"/>
              </a:spcBef>
              <a:spcAft>
                <a:spcPts val="0"/>
              </a:spcAft>
              <a:buSzPts val="2200"/>
              <a:buNone/>
            </a:pPr>
            <a:r>
              <a:t/>
            </a:r>
            <a:endParaRPr sz="1900">
              <a:solidFill>
                <a:srgbClr val="FF0000"/>
              </a:solidFill>
              <a:latin typeface="Arial"/>
              <a:ea typeface="Arial"/>
              <a:cs typeface="Arial"/>
              <a:sym typeface="Arial"/>
            </a:endParaRPr>
          </a:p>
          <a:p>
            <a:pPr indent="-228600" lvl="0" marL="457200" rtl="0" algn="l">
              <a:lnSpc>
                <a:spcPct val="115000"/>
              </a:lnSpc>
              <a:spcBef>
                <a:spcPts val="0"/>
              </a:spcBef>
              <a:spcAft>
                <a:spcPts val="0"/>
              </a:spcAft>
              <a:buSzPts val="2200"/>
              <a:buNone/>
            </a:pPr>
            <a:r>
              <a:t/>
            </a:r>
            <a:endParaRPr sz="1900">
              <a:solidFill>
                <a:srgbClr val="FF0000"/>
              </a:solidFill>
              <a:latin typeface="Arial"/>
              <a:ea typeface="Arial"/>
              <a:cs typeface="Arial"/>
              <a:sym typeface="Arial"/>
            </a:endParaRPr>
          </a:p>
          <a:p>
            <a:pPr indent="-368300" lvl="0" marL="457200" rtl="0" algn="l">
              <a:lnSpc>
                <a:spcPct val="115000"/>
              </a:lnSpc>
              <a:spcBef>
                <a:spcPts val="0"/>
              </a:spcBef>
              <a:spcAft>
                <a:spcPts val="0"/>
              </a:spcAft>
              <a:buSzPts val="2200"/>
              <a:buNone/>
            </a:pPr>
            <a:r>
              <a:t/>
            </a:r>
            <a:endParaRPr sz="1900">
              <a:solidFill>
                <a:srgbClr val="FF0000"/>
              </a:solidFill>
              <a:latin typeface="Arial"/>
              <a:ea typeface="Arial"/>
              <a:cs typeface="Arial"/>
              <a:sym typeface="Arial"/>
            </a:endParaRPr>
          </a:p>
          <a:p>
            <a:pPr indent="-381000" lvl="0" marL="457200" rtl="0" algn="l">
              <a:lnSpc>
                <a:spcPct val="115000"/>
              </a:lnSpc>
              <a:spcBef>
                <a:spcPts val="0"/>
              </a:spcBef>
              <a:spcAft>
                <a:spcPts val="0"/>
              </a:spcAft>
              <a:buSzPts val="2400"/>
              <a:buFont typeface="Oswald"/>
              <a:buChar char="➢"/>
            </a:pPr>
            <a:r>
              <a:rPr lang="fr-FR" sz="1600">
                <a:latin typeface="Oswald"/>
                <a:ea typeface="Oswald"/>
                <a:cs typeface="Oswald"/>
                <a:sym typeface="Oswald"/>
              </a:rPr>
              <a:t>Billy Elliot was a boy who had a passion and gift for ballet, but he was forbidden to practice because it was for ‘girls’. He pursued his passion and became a successful ballerina, dancing in Swan Lake.</a:t>
            </a:r>
            <a:r>
              <a:rPr lang="fr-FR" sz="1600">
                <a:solidFill>
                  <a:srgbClr val="FF0000"/>
                </a:solidFill>
                <a:latin typeface="Oswald"/>
                <a:ea typeface="Oswald"/>
                <a:cs typeface="Oswald"/>
                <a:sym typeface="Oswald"/>
              </a:rPr>
              <a:t> </a:t>
            </a:r>
            <a:endParaRPr sz="1600">
              <a:latin typeface="Oswald"/>
              <a:ea typeface="Oswald"/>
              <a:cs typeface="Oswald"/>
              <a:sym typeface="Oswald"/>
            </a:endParaRPr>
          </a:p>
          <a:p>
            <a:pPr indent="-228600" lvl="0" marL="457200" rtl="0" algn="l">
              <a:lnSpc>
                <a:spcPct val="115000"/>
              </a:lnSpc>
              <a:spcBef>
                <a:spcPts val="0"/>
              </a:spcBef>
              <a:spcAft>
                <a:spcPts val="0"/>
              </a:spcAft>
              <a:buSzPts val="2200"/>
              <a:buNone/>
            </a:pPr>
            <a:r>
              <a:t/>
            </a:r>
            <a:endParaRPr sz="1900">
              <a:latin typeface="Arial"/>
              <a:ea typeface="Arial"/>
              <a:cs typeface="Arial"/>
              <a:sym typeface="Arial"/>
            </a:endParaRPr>
          </a:p>
          <a:p>
            <a:pPr indent="-368300" lvl="0" marL="457200" rtl="0" algn="l">
              <a:lnSpc>
                <a:spcPct val="115000"/>
              </a:lnSpc>
              <a:spcBef>
                <a:spcPts val="0"/>
              </a:spcBef>
              <a:spcAft>
                <a:spcPts val="0"/>
              </a:spcAft>
              <a:buSzPts val="2200"/>
              <a:buFont typeface="Arial"/>
              <a:buNone/>
            </a:pPr>
            <a:r>
              <a:t/>
            </a:r>
            <a:endParaRPr sz="1900">
              <a:latin typeface="Arial"/>
              <a:ea typeface="Arial"/>
              <a:cs typeface="Arial"/>
              <a:sym typeface="Arial"/>
            </a:endParaRPr>
          </a:p>
        </p:txBody>
      </p:sp>
      <p:pic>
        <p:nvPicPr>
          <p:cNvPr descr="Kiril_Kulish_and_Stephen_Ha.jpg" id="1081" name="Google Shape;1081;p28"/>
          <p:cNvPicPr preferRelativeResize="0"/>
          <p:nvPr/>
        </p:nvPicPr>
        <p:blipFill rotWithShape="1">
          <a:blip r:embed="rId3">
            <a:alphaModFix/>
          </a:blip>
          <a:srcRect b="8596" l="5720" r="5721" t="7668"/>
          <a:stretch/>
        </p:blipFill>
        <p:spPr>
          <a:xfrm>
            <a:off x="1714480" y="1214428"/>
            <a:ext cx="5545137" cy="2769394"/>
          </a:xfrm>
          <a:prstGeom prst="rect">
            <a:avLst/>
          </a:prstGeom>
          <a:noFill/>
          <a:ln>
            <a:noFill/>
          </a:ln>
        </p:spPr>
      </p:pic>
      <p:sp>
        <p:nvSpPr>
          <p:cNvPr id="1082" name="Google Shape;1082;p28"/>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1"/>
                                        </p:tgtEl>
                                        <p:attrNameLst>
                                          <p:attrName>style.visibility</p:attrName>
                                        </p:attrNameLst>
                                      </p:cBhvr>
                                      <p:to>
                                        <p:strVal val="visible"/>
                                      </p:to>
                                    </p:set>
                                    <p:animEffect filter="fade" transition="in">
                                      <p:cBhvr>
                                        <p:cTn dur="500"/>
                                        <p:tgtEl>
                                          <p:spTgt spid="10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9"/>
                                        </p:tgtEl>
                                        <p:attrNameLst>
                                          <p:attrName>style.visibility</p:attrName>
                                        </p:attrNameLst>
                                      </p:cBhvr>
                                      <p:to>
                                        <p:strVal val="visible"/>
                                      </p:to>
                                    </p:set>
                                    <p:animEffect filter="fade" transition="in">
                                      <p:cBhvr>
                                        <p:cTn dur="500"/>
                                        <p:tgtEl>
                                          <p:spTgt spid="10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9"/>
          <p:cNvSpPr txBox="1"/>
          <p:nvPr>
            <p:ph idx="1" type="body"/>
          </p:nvPr>
        </p:nvSpPr>
        <p:spPr>
          <a:xfrm>
            <a:off x="1675575" y="2161800"/>
            <a:ext cx="5778600" cy="819900"/>
          </a:xfrm>
          <a:prstGeom prst="rect">
            <a:avLst/>
          </a:prstGeom>
          <a:noFill/>
          <a:ln>
            <a:noFill/>
          </a:ln>
          <a:effectLst>
            <a:outerShdw blurRad="28575" rotWithShape="0" algn="bl" dir="5400000" dist="9525">
              <a:schemeClr val="dk1">
                <a:alpha val="36470"/>
              </a:schemeClr>
            </a:outerShdw>
          </a:effectLst>
        </p:spPr>
        <p:txBody>
          <a:bodyPr anchorCtr="0" anchor="ctr" bIns="0" lIns="0" spcFirstLastPara="1" rIns="0" wrap="square" tIns="0">
            <a:noAutofit/>
          </a:bodyPr>
          <a:lstStyle/>
          <a:p>
            <a:pPr indent="-419100" lvl="0" marL="457200" rtl="0" algn="ctr">
              <a:lnSpc>
                <a:spcPct val="115000"/>
              </a:lnSpc>
              <a:spcBef>
                <a:spcPts val="0"/>
              </a:spcBef>
              <a:spcAft>
                <a:spcPts val="0"/>
              </a:spcAft>
              <a:buSzPts val="3000"/>
              <a:buFont typeface="Oswald"/>
              <a:buChar char="➢"/>
            </a:pPr>
            <a:r>
              <a:rPr lang="fr-FR" sz="2000">
                <a:latin typeface="Oswald"/>
                <a:ea typeface="Oswald"/>
                <a:cs typeface="Oswald"/>
                <a:sym typeface="Oswald"/>
              </a:rPr>
              <a:t>Why does Billy Elliot’s family not like him doing ballet?</a:t>
            </a:r>
            <a:endParaRPr sz="3000">
              <a:latin typeface="Oswald"/>
              <a:ea typeface="Oswald"/>
              <a:cs typeface="Oswald"/>
              <a:sym typeface="Oswald"/>
            </a:endParaRPr>
          </a:p>
          <a:p>
            <a:pPr indent="-228600" lvl="0" marL="457200" rtl="0" algn="ctr">
              <a:lnSpc>
                <a:spcPct val="115000"/>
              </a:lnSpc>
              <a:spcBef>
                <a:spcPts val="0"/>
              </a:spcBef>
              <a:spcAft>
                <a:spcPts val="0"/>
              </a:spcAft>
              <a:buSzPts val="2800"/>
              <a:buNone/>
            </a:pPr>
            <a:r>
              <a:t/>
            </a:r>
            <a:endParaRPr sz="2000">
              <a:latin typeface="Oswald"/>
              <a:ea typeface="Oswald"/>
              <a:cs typeface="Oswald"/>
              <a:sym typeface="Oswald"/>
            </a:endParaRPr>
          </a:p>
          <a:p>
            <a:pPr indent="-419100" lvl="0" marL="457200" rtl="0" algn="ctr">
              <a:lnSpc>
                <a:spcPct val="115000"/>
              </a:lnSpc>
              <a:spcBef>
                <a:spcPts val="0"/>
              </a:spcBef>
              <a:spcAft>
                <a:spcPts val="0"/>
              </a:spcAft>
              <a:buSzPts val="3000"/>
              <a:buFont typeface="Oswald"/>
              <a:buChar char="➢"/>
            </a:pPr>
            <a:r>
              <a:rPr lang="fr-FR" sz="2000">
                <a:latin typeface="Oswald"/>
                <a:ea typeface="Oswald"/>
                <a:cs typeface="Oswald"/>
                <a:sym typeface="Oswald"/>
              </a:rPr>
              <a:t>Where does his family’s attitudes come from? </a:t>
            </a:r>
            <a:endParaRPr sz="3000">
              <a:latin typeface="Oswald"/>
              <a:ea typeface="Oswald"/>
              <a:cs typeface="Oswald"/>
              <a:sym typeface="Oswald"/>
            </a:endParaRPr>
          </a:p>
          <a:p>
            <a:pPr indent="-228600" lvl="0" marL="457200" rtl="0" algn="ctr">
              <a:lnSpc>
                <a:spcPct val="115000"/>
              </a:lnSpc>
              <a:spcBef>
                <a:spcPts val="0"/>
              </a:spcBef>
              <a:spcAft>
                <a:spcPts val="0"/>
              </a:spcAft>
              <a:buSzPts val="2800"/>
              <a:buNone/>
            </a:pPr>
            <a:r>
              <a:t/>
            </a:r>
            <a:endParaRPr sz="2000">
              <a:latin typeface="Oswald"/>
              <a:ea typeface="Oswald"/>
              <a:cs typeface="Oswald"/>
              <a:sym typeface="Oswald"/>
            </a:endParaRPr>
          </a:p>
          <a:p>
            <a:pPr indent="-419100" lvl="0" marL="457200" rtl="0" algn="ctr">
              <a:lnSpc>
                <a:spcPct val="115000"/>
              </a:lnSpc>
              <a:spcBef>
                <a:spcPts val="0"/>
              </a:spcBef>
              <a:spcAft>
                <a:spcPts val="0"/>
              </a:spcAft>
              <a:buSzPts val="3000"/>
              <a:buFont typeface="Oswald"/>
              <a:buChar char="➢"/>
            </a:pPr>
            <a:r>
              <a:rPr lang="fr-FR" sz="2000">
                <a:latin typeface="Oswald"/>
                <a:ea typeface="Oswald"/>
                <a:cs typeface="Oswald"/>
                <a:sym typeface="Oswald"/>
              </a:rPr>
              <a:t>Are there certain sports that are for girls and others for boys?</a:t>
            </a:r>
            <a:endParaRPr sz="3000">
              <a:latin typeface="Oswald"/>
              <a:ea typeface="Oswald"/>
              <a:cs typeface="Oswald"/>
              <a:sym typeface="Oswald"/>
            </a:endParaRPr>
          </a:p>
          <a:p>
            <a:pPr indent="-228600" lvl="0" marL="457200" rtl="0" algn="ctr">
              <a:lnSpc>
                <a:spcPct val="115000"/>
              </a:lnSpc>
              <a:spcBef>
                <a:spcPts val="0"/>
              </a:spcBef>
              <a:spcAft>
                <a:spcPts val="0"/>
              </a:spcAft>
              <a:buSzPts val="2800"/>
              <a:buNone/>
            </a:pPr>
            <a:r>
              <a:t/>
            </a:r>
            <a:endParaRPr sz="2000">
              <a:latin typeface="Oswald"/>
              <a:ea typeface="Oswald"/>
              <a:cs typeface="Oswald"/>
              <a:sym typeface="Oswald"/>
            </a:endParaRPr>
          </a:p>
          <a:p>
            <a:pPr indent="-419100" lvl="0" marL="457200" rtl="0" algn="ctr">
              <a:lnSpc>
                <a:spcPct val="115000"/>
              </a:lnSpc>
              <a:spcBef>
                <a:spcPts val="0"/>
              </a:spcBef>
              <a:spcAft>
                <a:spcPts val="0"/>
              </a:spcAft>
              <a:buSzPts val="3000"/>
              <a:buFont typeface="Oswald"/>
              <a:buChar char="➢"/>
            </a:pPr>
            <a:r>
              <a:rPr lang="fr-FR" sz="2000">
                <a:latin typeface="Oswald"/>
                <a:ea typeface="Oswald"/>
                <a:cs typeface="Oswald"/>
                <a:sym typeface="Oswald"/>
              </a:rPr>
              <a:t>Is it fair that some things are labelled as girls or boys?</a:t>
            </a:r>
            <a:endParaRPr sz="3000">
              <a:latin typeface="Oswald"/>
              <a:ea typeface="Oswald"/>
              <a:cs typeface="Oswald"/>
              <a:sym typeface="Oswald"/>
            </a:endParaRPr>
          </a:p>
          <a:p>
            <a:pPr indent="0" lvl="0" marL="0" rtl="0" algn="ctr">
              <a:lnSpc>
                <a:spcPct val="115000"/>
              </a:lnSpc>
              <a:spcBef>
                <a:spcPts val="0"/>
              </a:spcBef>
              <a:spcAft>
                <a:spcPts val="800"/>
              </a:spcAft>
              <a:buSzPts val="2800"/>
              <a:buNone/>
            </a:pPr>
            <a:r>
              <a:t/>
            </a:r>
            <a:endParaRPr sz="3000">
              <a:latin typeface="Oswald"/>
              <a:ea typeface="Oswald"/>
              <a:cs typeface="Oswald"/>
              <a:sym typeface="Oswald"/>
            </a:endParaRPr>
          </a:p>
        </p:txBody>
      </p:sp>
      <p:sp>
        <p:nvSpPr>
          <p:cNvPr id="1088" name="Google Shape;1088;p29"/>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7">
                                            <p:txEl>
                                              <p:pRg end="0" st="0"/>
                                            </p:txEl>
                                          </p:spTgt>
                                        </p:tgtEl>
                                        <p:attrNameLst>
                                          <p:attrName>style.visibility</p:attrName>
                                        </p:attrNameLst>
                                      </p:cBhvr>
                                      <p:to>
                                        <p:strVal val="visible"/>
                                      </p:to>
                                    </p:set>
                                    <p:animEffect filter="fade" transition="in">
                                      <p:cBhvr>
                                        <p:cTn dur="2000"/>
                                        <p:tgtEl>
                                          <p:spTgt spid="10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7">
                                            <p:txEl>
                                              <p:pRg end="1" st="1"/>
                                            </p:txEl>
                                          </p:spTgt>
                                        </p:tgtEl>
                                        <p:attrNameLst>
                                          <p:attrName>style.visibility</p:attrName>
                                        </p:attrNameLst>
                                      </p:cBhvr>
                                      <p:to>
                                        <p:strVal val="visible"/>
                                      </p:to>
                                    </p:set>
                                    <p:animEffect filter="fade" transition="in">
                                      <p:cBhvr>
                                        <p:cTn dur="2000"/>
                                        <p:tgtEl>
                                          <p:spTgt spid="10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7">
                                            <p:txEl>
                                              <p:pRg end="2" st="2"/>
                                            </p:txEl>
                                          </p:spTgt>
                                        </p:tgtEl>
                                        <p:attrNameLst>
                                          <p:attrName>style.visibility</p:attrName>
                                        </p:attrNameLst>
                                      </p:cBhvr>
                                      <p:to>
                                        <p:strVal val="visible"/>
                                      </p:to>
                                    </p:set>
                                    <p:animEffect filter="fade" transition="in">
                                      <p:cBhvr>
                                        <p:cTn dur="2000"/>
                                        <p:tgtEl>
                                          <p:spTgt spid="10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7">
                                            <p:txEl>
                                              <p:pRg end="3" st="3"/>
                                            </p:txEl>
                                          </p:spTgt>
                                        </p:tgtEl>
                                        <p:attrNameLst>
                                          <p:attrName>style.visibility</p:attrName>
                                        </p:attrNameLst>
                                      </p:cBhvr>
                                      <p:to>
                                        <p:strVal val="visible"/>
                                      </p:to>
                                    </p:set>
                                    <p:animEffect filter="fade" transition="in">
                                      <p:cBhvr>
                                        <p:cTn dur="2000"/>
                                        <p:tgtEl>
                                          <p:spTgt spid="10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7">
                                            <p:txEl>
                                              <p:pRg end="4" st="4"/>
                                            </p:txEl>
                                          </p:spTgt>
                                        </p:tgtEl>
                                        <p:attrNameLst>
                                          <p:attrName>style.visibility</p:attrName>
                                        </p:attrNameLst>
                                      </p:cBhvr>
                                      <p:to>
                                        <p:strVal val="visible"/>
                                      </p:to>
                                    </p:set>
                                    <p:animEffect filter="fade" transition="in">
                                      <p:cBhvr>
                                        <p:cTn dur="2000"/>
                                        <p:tgtEl>
                                          <p:spTgt spid="10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7">
                                            <p:txEl>
                                              <p:pRg end="5" st="5"/>
                                            </p:txEl>
                                          </p:spTgt>
                                        </p:tgtEl>
                                        <p:attrNameLst>
                                          <p:attrName>style.visibility</p:attrName>
                                        </p:attrNameLst>
                                      </p:cBhvr>
                                      <p:to>
                                        <p:strVal val="visible"/>
                                      </p:to>
                                    </p:set>
                                    <p:animEffect filter="fade" transition="in">
                                      <p:cBhvr>
                                        <p:cTn dur="2000"/>
                                        <p:tgtEl>
                                          <p:spTgt spid="10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7">
                                            <p:txEl>
                                              <p:pRg end="6" st="6"/>
                                            </p:txEl>
                                          </p:spTgt>
                                        </p:tgtEl>
                                        <p:attrNameLst>
                                          <p:attrName>style.visibility</p:attrName>
                                        </p:attrNameLst>
                                      </p:cBhvr>
                                      <p:to>
                                        <p:strVal val="visible"/>
                                      </p:to>
                                    </p:set>
                                    <p:animEffect filter="fade" transition="in">
                                      <p:cBhvr>
                                        <p:cTn dur="2000"/>
                                        <p:tgtEl>
                                          <p:spTgt spid="108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7">
                                            <p:txEl>
                                              <p:pRg end="7" st="7"/>
                                            </p:txEl>
                                          </p:spTgt>
                                        </p:tgtEl>
                                        <p:attrNameLst>
                                          <p:attrName>style.visibility</p:attrName>
                                        </p:attrNameLst>
                                      </p:cBhvr>
                                      <p:to>
                                        <p:strVal val="visible"/>
                                      </p:to>
                                    </p:set>
                                    <p:animEffect filter="fade" transition="in">
                                      <p:cBhvr>
                                        <p:cTn dur="2000"/>
                                        <p:tgtEl>
                                          <p:spTgt spid="108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30"/>
          <p:cNvSpPr txBox="1"/>
          <p:nvPr>
            <p:ph idx="1" type="body"/>
          </p:nvPr>
        </p:nvSpPr>
        <p:spPr>
          <a:xfrm>
            <a:off x="1675575" y="2161800"/>
            <a:ext cx="5778600" cy="819900"/>
          </a:xfrm>
          <a:prstGeom prst="rect">
            <a:avLst/>
          </a:prstGeom>
          <a:noFill/>
          <a:ln>
            <a:noFill/>
          </a:ln>
          <a:effectLst>
            <a:outerShdw blurRad="28575" rotWithShape="0" algn="bl" dir="5400000" dist="9525">
              <a:schemeClr val="dk1">
                <a:alpha val="36470"/>
              </a:schemeClr>
            </a:outerShdw>
          </a:effectLst>
        </p:spPr>
        <p:txBody>
          <a:bodyPr anchorCtr="0" anchor="ctr" bIns="0" lIns="0" spcFirstLastPara="1" rIns="0" wrap="square" tIns="0">
            <a:noAutofit/>
          </a:bodyPr>
          <a:lstStyle/>
          <a:p>
            <a:pPr indent="-406400" lvl="0" marL="457200" rtl="0" algn="ctr">
              <a:lnSpc>
                <a:spcPct val="115000"/>
              </a:lnSpc>
              <a:spcBef>
                <a:spcPts val="0"/>
              </a:spcBef>
              <a:spcAft>
                <a:spcPts val="0"/>
              </a:spcAft>
              <a:buSzPts val="2800"/>
              <a:buNone/>
            </a:pPr>
            <a:r>
              <a:rPr lang="fr-FR" sz="1400"/>
              <a:t>As a child, what toys did you play with? Were these toy selections at all influenced by your parents, the media, or friends? Why or why not? Were these toys similar to or different from the toy you selected?</a:t>
            </a:r>
            <a:endParaRPr sz="1400"/>
          </a:p>
          <a:p>
            <a:pPr indent="-228600" lvl="0" marL="457200" rtl="0" algn="ctr">
              <a:lnSpc>
                <a:spcPct val="115000"/>
              </a:lnSpc>
              <a:spcBef>
                <a:spcPts val="0"/>
              </a:spcBef>
              <a:spcAft>
                <a:spcPts val="0"/>
              </a:spcAft>
              <a:buClr>
                <a:schemeClr val="lt1"/>
              </a:buClr>
              <a:buSzPts val="2800"/>
              <a:buFont typeface="Space Grotesk Light"/>
              <a:buNone/>
            </a:pPr>
            <a:r>
              <a:t/>
            </a:r>
            <a:endParaRPr/>
          </a:p>
        </p:txBody>
      </p:sp>
      <p:sp>
        <p:nvSpPr>
          <p:cNvPr id="1094" name="Google Shape;1094;p30"/>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1095" name="Google Shape;1095;p30"/>
          <p:cNvSpPr/>
          <p:nvPr/>
        </p:nvSpPr>
        <p:spPr>
          <a:xfrm>
            <a:off x="928662" y="642924"/>
            <a:ext cx="2214578" cy="714380"/>
          </a:xfrm>
          <a:prstGeom prst="ellipse">
            <a:avLst/>
          </a:prstGeom>
          <a:solidFill>
            <a:schemeClr val="accent1"/>
          </a:solid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Discussion point</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5">
                                            <p:txEl>
                                              <p:pRg end="0" st="0"/>
                                            </p:txEl>
                                          </p:spTgt>
                                        </p:tgtEl>
                                        <p:attrNameLst>
                                          <p:attrName>style.visibility</p:attrName>
                                        </p:attrNameLst>
                                      </p:cBhvr>
                                      <p:to>
                                        <p:strVal val="visible"/>
                                      </p:to>
                                    </p:set>
                                    <p:animEffect filter="fade" transition="in">
                                      <p:cBhvr>
                                        <p:cTn dur="2000"/>
                                        <p:tgtEl>
                                          <p:spTgt spid="10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3">
                                            <p:txEl>
                                              <p:pRg end="0" st="0"/>
                                            </p:txEl>
                                          </p:spTgt>
                                        </p:tgtEl>
                                        <p:attrNameLst>
                                          <p:attrName>style.visibility</p:attrName>
                                        </p:attrNameLst>
                                      </p:cBhvr>
                                      <p:to>
                                        <p:strVal val="visible"/>
                                      </p:to>
                                    </p:set>
                                    <p:animEffect filter="fade" transition="in">
                                      <p:cBhvr>
                                        <p:cTn dur="2000"/>
                                        <p:tgtEl>
                                          <p:spTgt spid="10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3">
                                            <p:txEl>
                                              <p:pRg end="1" st="1"/>
                                            </p:txEl>
                                          </p:spTgt>
                                        </p:tgtEl>
                                        <p:attrNameLst>
                                          <p:attrName>style.visibility</p:attrName>
                                        </p:attrNameLst>
                                      </p:cBhvr>
                                      <p:to>
                                        <p:strVal val="visible"/>
                                      </p:to>
                                    </p:set>
                                    <p:animEffect filter="fade" transition="in">
                                      <p:cBhvr>
                                        <p:cTn dur="2000"/>
                                        <p:tgtEl>
                                          <p:spTgt spid="109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31"/>
          <p:cNvSpPr txBox="1"/>
          <p:nvPr>
            <p:ph idx="1" type="body"/>
          </p:nvPr>
        </p:nvSpPr>
        <p:spPr>
          <a:xfrm>
            <a:off x="1675575" y="2161800"/>
            <a:ext cx="5778600" cy="819900"/>
          </a:xfrm>
          <a:prstGeom prst="rect">
            <a:avLst/>
          </a:prstGeom>
          <a:noFill/>
          <a:ln>
            <a:noFill/>
          </a:ln>
          <a:effectLst>
            <a:outerShdw blurRad="28575" rotWithShape="0" algn="bl" dir="5400000" dist="9525">
              <a:schemeClr val="dk1">
                <a:alpha val="36470"/>
              </a:schemeClr>
            </a:outerShdw>
          </a:effectLst>
        </p:spPr>
        <p:txBody>
          <a:bodyPr anchorCtr="0" anchor="ctr" bIns="0" lIns="0" spcFirstLastPara="1" rIns="0" wrap="square" tIns="0">
            <a:noAutofit/>
          </a:bodyPr>
          <a:lstStyle/>
          <a:p>
            <a:pPr indent="-406400" lvl="0" marL="457200" rtl="0" algn="ctr">
              <a:lnSpc>
                <a:spcPct val="115000"/>
              </a:lnSpc>
              <a:spcBef>
                <a:spcPts val="0"/>
              </a:spcBef>
              <a:spcAft>
                <a:spcPts val="0"/>
              </a:spcAft>
              <a:buSzPts val="2800"/>
              <a:buNone/>
            </a:pPr>
            <a:r>
              <a:rPr b="1" lang="fr-FR">
                <a:latin typeface="Space Grotesk"/>
                <a:ea typeface="Space Grotesk"/>
                <a:cs typeface="Space Grotesk"/>
                <a:sym typeface="Space Grotesk"/>
              </a:rPr>
              <a:t>Interesting facts and statistics</a:t>
            </a:r>
            <a:endParaRPr b="1">
              <a:latin typeface="Space Grotesk"/>
              <a:ea typeface="Space Grotesk"/>
              <a:cs typeface="Space Grotesk"/>
              <a:sym typeface="Space Grotesk"/>
            </a:endParaRPr>
          </a:p>
        </p:txBody>
      </p:sp>
      <p:sp>
        <p:nvSpPr>
          <p:cNvPr id="1101" name="Google Shape;1101;p31"/>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0">
                                            <p:txEl>
                                              <p:pRg end="0" st="0"/>
                                            </p:txEl>
                                          </p:spTgt>
                                        </p:tgtEl>
                                        <p:attrNameLst>
                                          <p:attrName>style.visibility</p:attrName>
                                        </p:attrNameLst>
                                      </p:cBhvr>
                                      <p:to>
                                        <p:strVal val="visible"/>
                                      </p:to>
                                    </p:set>
                                    <p:animEffect filter="fade" transition="in">
                                      <p:cBhvr>
                                        <p:cTn dur="2000"/>
                                        <p:tgtEl>
                                          <p:spTgt spid="110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32"/>
          <p:cNvSpPr txBox="1"/>
          <p:nvPr>
            <p:ph idx="1" type="body"/>
          </p:nvPr>
        </p:nvSpPr>
        <p:spPr>
          <a:xfrm>
            <a:off x="428596" y="285734"/>
            <a:ext cx="5429288" cy="4286280"/>
          </a:xfrm>
          <a:prstGeom prst="rect">
            <a:avLst/>
          </a:prstGeom>
          <a:noFill/>
          <a:ln>
            <a:noFill/>
          </a:ln>
          <a:effectLst>
            <a:outerShdw blurRad="28575" rotWithShape="0" algn="bl" dir="5400000" dist="9525">
              <a:schemeClr val="dk1">
                <a:alpha val="36470"/>
              </a:schemeClr>
            </a:outerShdw>
          </a:effectLst>
        </p:spPr>
        <p:txBody>
          <a:bodyPr anchorCtr="0" anchor="ctr" bIns="0" lIns="0" spcFirstLastPara="1" rIns="0" wrap="square" tIns="0">
            <a:noAutofit/>
          </a:bodyPr>
          <a:lstStyle/>
          <a:p>
            <a:pPr indent="-406400" lvl="0" marL="457200" rtl="0" algn="l">
              <a:lnSpc>
                <a:spcPct val="115000"/>
              </a:lnSpc>
              <a:spcBef>
                <a:spcPts val="0"/>
              </a:spcBef>
              <a:spcAft>
                <a:spcPts val="0"/>
              </a:spcAft>
              <a:buSzPts val="2800"/>
              <a:buFont typeface="Noto Sans Symbols"/>
              <a:buChar char="❑"/>
            </a:pPr>
            <a:r>
              <a:rPr b="1" lang="fr-FR" sz="1200">
                <a:latin typeface="Space Grotesk"/>
                <a:ea typeface="Space Grotesk"/>
                <a:cs typeface="Space Grotesk"/>
                <a:sym typeface="Space Grotesk"/>
              </a:rPr>
              <a:t>In New York City, 88% of police stops in 2018 involved Black and Latinx people, while 10% involved white people. (Of those stops, 70% were completely innocent.</a:t>
            </a:r>
            <a:endParaRPr b="1">
              <a:latin typeface="Space Grotesk"/>
              <a:ea typeface="Space Grotesk"/>
              <a:cs typeface="Space Grotesk"/>
              <a:sym typeface="Space Grotesk"/>
            </a:endParaRPr>
          </a:p>
          <a:p>
            <a:pPr indent="-228600" lvl="0" marL="457200" rtl="0" algn="l">
              <a:lnSpc>
                <a:spcPct val="115000"/>
              </a:lnSpc>
              <a:spcBef>
                <a:spcPts val="0"/>
              </a:spcBef>
              <a:spcAft>
                <a:spcPts val="0"/>
              </a:spcAft>
              <a:buSzPts val="2800"/>
              <a:buFont typeface="Noto Sans Symbols"/>
              <a:buNone/>
            </a:pPr>
            <a:r>
              <a:t/>
            </a:r>
            <a:endParaRPr b="1" sz="1200">
              <a:latin typeface="Space Grotesk"/>
              <a:ea typeface="Space Grotesk"/>
              <a:cs typeface="Space Grotesk"/>
              <a:sym typeface="Space Grotesk"/>
            </a:endParaRPr>
          </a:p>
          <a:p>
            <a:pPr indent="-406400" lvl="0" marL="457200" rtl="0" algn="l">
              <a:lnSpc>
                <a:spcPct val="115000"/>
              </a:lnSpc>
              <a:spcBef>
                <a:spcPts val="0"/>
              </a:spcBef>
              <a:spcAft>
                <a:spcPts val="0"/>
              </a:spcAft>
              <a:buSzPts val="2800"/>
              <a:buFont typeface="Noto Sans Symbols"/>
              <a:buChar char="❑"/>
            </a:pPr>
            <a:r>
              <a:rPr b="1" lang="fr-FR" sz="1200">
                <a:latin typeface="Space Grotesk"/>
                <a:ea typeface="Space Grotesk"/>
                <a:cs typeface="Space Grotesk"/>
                <a:sym typeface="Space Grotesk"/>
              </a:rPr>
              <a:t>On average, Black men in the US receive sentences that are 19.1% longer than those of white men convicted for the same crimes.</a:t>
            </a:r>
            <a:endParaRPr b="1">
              <a:latin typeface="Space Grotesk"/>
              <a:ea typeface="Space Grotesk"/>
              <a:cs typeface="Space Grotesk"/>
              <a:sym typeface="Space Grotesk"/>
            </a:endParaRPr>
          </a:p>
          <a:p>
            <a:pPr indent="-228600" lvl="0" marL="457200" rtl="0" algn="l">
              <a:lnSpc>
                <a:spcPct val="115000"/>
              </a:lnSpc>
              <a:spcBef>
                <a:spcPts val="0"/>
              </a:spcBef>
              <a:spcAft>
                <a:spcPts val="0"/>
              </a:spcAft>
              <a:buSzPts val="2800"/>
              <a:buFont typeface="Noto Sans Symbols"/>
              <a:buNone/>
            </a:pPr>
            <a:r>
              <a:t/>
            </a:r>
            <a:endParaRPr b="1" sz="1200">
              <a:latin typeface="Space Grotesk"/>
              <a:ea typeface="Space Grotesk"/>
              <a:cs typeface="Space Grotesk"/>
              <a:sym typeface="Space Grotesk"/>
            </a:endParaRPr>
          </a:p>
          <a:p>
            <a:pPr indent="-406400" lvl="0" marL="457200" rtl="0" algn="l">
              <a:lnSpc>
                <a:spcPct val="115000"/>
              </a:lnSpc>
              <a:spcBef>
                <a:spcPts val="0"/>
              </a:spcBef>
              <a:spcAft>
                <a:spcPts val="0"/>
              </a:spcAft>
              <a:buSzPts val="2800"/>
              <a:buFont typeface="Noto Sans Symbols"/>
              <a:buChar char="❑"/>
            </a:pPr>
            <a:r>
              <a:rPr b="1" lang="fr-FR" sz="1200">
                <a:latin typeface="Space Grotesk"/>
                <a:ea typeface="Space Grotesk"/>
                <a:cs typeface="Space Grotesk"/>
                <a:sym typeface="Space Grotesk"/>
              </a:rPr>
              <a:t>113 countries do not have laws to ensure equal pay for equal work among men and women</a:t>
            </a:r>
            <a:endParaRPr b="1">
              <a:latin typeface="Space Grotesk"/>
              <a:ea typeface="Space Grotesk"/>
              <a:cs typeface="Space Grotesk"/>
              <a:sym typeface="Space Grotesk"/>
            </a:endParaRPr>
          </a:p>
          <a:p>
            <a:pPr indent="-228600" lvl="0" marL="457200" rtl="0" algn="l">
              <a:lnSpc>
                <a:spcPct val="115000"/>
              </a:lnSpc>
              <a:spcBef>
                <a:spcPts val="0"/>
              </a:spcBef>
              <a:spcAft>
                <a:spcPts val="0"/>
              </a:spcAft>
              <a:buSzPts val="2800"/>
              <a:buFont typeface="Noto Sans Symbols"/>
              <a:buNone/>
            </a:pPr>
            <a:r>
              <a:t/>
            </a:r>
            <a:endParaRPr b="1" sz="1200">
              <a:latin typeface="Space Grotesk"/>
              <a:ea typeface="Space Grotesk"/>
              <a:cs typeface="Space Grotesk"/>
              <a:sym typeface="Space Grotesk"/>
            </a:endParaRPr>
          </a:p>
          <a:p>
            <a:pPr indent="-406400" lvl="0" marL="457200" rtl="0" algn="l">
              <a:lnSpc>
                <a:spcPct val="115000"/>
              </a:lnSpc>
              <a:spcBef>
                <a:spcPts val="0"/>
              </a:spcBef>
              <a:spcAft>
                <a:spcPts val="0"/>
              </a:spcAft>
              <a:buSzPts val="2800"/>
              <a:buFont typeface="Noto Sans Symbols"/>
              <a:buChar char="❑"/>
            </a:pPr>
            <a:r>
              <a:rPr b="1" lang="fr-FR" sz="1200">
                <a:latin typeface="Space Grotesk"/>
                <a:ea typeface="Space Grotesk"/>
                <a:cs typeface="Space Grotesk"/>
                <a:sym typeface="Space Grotesk"/>
              </a:rPr>
              <a:t>104 countries make certain jobs off-limits for women.</a:t>
            </a:r>
            <a:endParaRPr b="1">
              <a:latin typeface="Space Grotesk"/>
              <a:ea typeface="Space Grotesk"/>
              <a:cs typeface="Space Grotesk"/>
              <a:sym typeface="Space Grotesk"/>
            </a:endParaRPr>
          </a:p>
          <a:p>
            <a:pPr indent="-228600" lvl="0" marL="457200" rtl="0" algn="l">
              <a:lnSpc>
                <a:spcPct val="115000"/>
              </a:lnSpc>
              <a:spcBef>
                <a:spcPts val="0"/>
              </a:spcBef>
              <a:spcAft>
                <a:spcPts val="0"/>
              </a:spcAft>
              <a:buSzPts val="2800"/>
              <a:buFont typeface="Noto Sans Symbols"/>
              <a:buNone/>
            </a:pPr>
            <a:r>
              <a:t/>
            </a:r>
            <a:endParaRPr b="1" sz="1200">
              <a:latin typeface="Space Grotesk"/>
              <a:ea typeface="Space Grotesk"/>
              <a:cs typeface="Space Grotesk"/>
              <a:sym typeface="Space Grotesk"/>
            </a:endParaRPr>
          </a:p>
          <a:p>
            <a:pPr indent="-228600" lvl="0" marL="457200" rtl="0" algn="l">
              <a:lnSpc>
                <a:spcPct val="115000"/>
              </a:lnSpc>
              <a:spcBef>
                <a:spcPts val="0"/>
              </a:spcBef>
              <a:spcAft>
                <a:spcPts val="0"/>
              </a:spcAft>
              <a:buSzPts val="2800"/>
              <a:buFont typeface="Noto Sans Symbols"/>
              <a:buNone/>
            </a:pPr>
            <a:r>
              <a:t/>
            </a:r>
            <a:endParaRPr b="1" sz="1200">
              <a:latin typeface="Space Grotesk"/>
              <a:ea typeface="Space Grotesk"/>
              <a:cs typeface="Space Grotesk"/>
              <a:sym typeface="Space Grotesk"/>
            </a:endParaRPr>
          </a:p>
          <a:p>
            <a:pPr indent="-406400" lvl="0" marL="457200" rtl="0" algn="l">
              <a:lnSpc>
                <a:spcPct val="115000"/>
              </a:lnSpc>
              <a:spcBef>
                <a:spcPts val="0"/>
              </a:spcBef>
              <a:spcAft>
                <a:spcPts val="0"/>
              </a:spcAft>
              <a:buSzPts val="2800"/>
              <a:buFont typeface="Noto Sans Symbols"/>
              <a:buChar char="❑"/>
            </a:pPr>
            <a:r>
              <a:rPr b="1" lang="fr-FR" sz="1200">
                <a:latin typeface="Space Grotesk"/>
                <a:ea typeface="Space Grotesk"/>
                <a:cs typeface="Space Grotesk"/>
                <a:sym typeface="Space Grotesk"/>
              </a:rPr>
              <a:t>A total of 453 women, representing only sixteen percent of all presidents, now head U.S. colleges and universities.</a:t>
            </a:r>
            <a:endParaRPr b="1">
              <a:latin typeface="Space Grotesk"/>
              <a:ea typeface="Space Grotesk"/>
              <a:cs typeface="Space Grotesk"/>
              <a:sym typeface="Space Grotesk"/>
            </a:endParaRPr>
          </a:p>
          <a:p>
            <a:pPr indent="-228600" lvl="0" marL="457200" rtl="0" algn="l">
              <a:lnSpc>
                <a:spcPct val="115000"/>
              </a:lnSpc>
              <a:spcBef>
                <a:spcPts val="0"/>
              </a:spcBef>
              <a:spcAft>
                <a:spcPts val="0"/>
              </a:spcAft>
              <a:buSzPts val="2800"/>
              <a:buFont typeface="Noto Sans Symbols"/>
              <a:buNone/>
            </a:pPr>
            <a:r>
              <a:t/>
            </a:r>
            <a:endParaRPr sz="1200"/>
          </a:p>
        </p:txBody>
      </p:sp>
      <p:sp>
        <p:nvSpPr>
          <p:cNvPr id="1107" name="Google Shape;1107;p32"/>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pic>
        <p:nvPicPr>
          <p:cNvPr descr="discrim intolerance.jpg" id="1108" name="Google Shape;1108;p32"/>
          <p:cNvPicPr preferRelativeResize="0"/>
          <p:nvPr/>
        </p:nvPicPr>
        <p:blipFill rotWithShape="1">
          <a:blip r:embed="rId3">
            <a:alphaModFix/>
          </a:blip>
          <a:srcRect b="0" l="0" r="0" t="0"/>
          <a:stretch/>
        </p:blipFill>
        <p:spPr>
          <a:xfrm>
            <a:off x="6072198" y="142858"/>
            <a:ext cx="3071802" cy="50006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6">
                                            <p:txEl>
                                              <p:pRg end="0" st="0"/>
                                            </p:txEl>
                                          </p:spTgt>
                                        </p:tgtEl>
                                        <p:attrNameLst>
                                          <p:attrName>style.visibility</p:attrName>
                                        </p:attrNameLst>
                                      </p:cBhvr>
                                      <p:to>
                                        <p:strVal val="visible"/>
                                      </p:to>
                                    </p:set>
                                    <p:animEffect filter="fade" transition="in">
                                      <p:cBhvr>
                                        <p:cTn dur="2000"/>
                                        <p:tgtEl>
                                          <p:spTgt spid="11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6">
                                            <p:txEl>
                                              <p:pRg end="1" st="1"/>
                                            </p:txEl>
                                          </p:spTgt>
                                        </p:tgtEl>
                                        <p:attrNameLst>
                                          <p:attrName>style.visibility</p:attrName>
                                        </p:attrNameLst>
                                      </p:cBhvr>
                                      <p:to>
                                        <p:strVal val="visible"/>
                                      </p:to>
                                    </p:set>
                                    <p:animEffect filter="fade" transition="in">
                                      <p:cBhvr>
                                        <p:cTn dur="2000"/>
                                        <p:tgtEl>
                                          <p:spTgt spid="11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6">
                                            <p:txEl>
                                              <p:pRg end="2" st="2"/>
                                            </p:txEl>
                                          </p:spTgt>
                                        </p:tgtEl>
                                        <p:attrNameLst>
                                          <p:attrName>style.visibility</p:attrName>
                                        </p:attrNameLst>
                                      </p:cBhvr>
                                      <p:to>
                                        <p:strVal val="visible"/>
                                      </p:to>
                                    </p:set>
                                    <p:animEffect filter="fade" transition="in">
                                      <p:cBhvr>
                                        <p:cTn dur="2000"/>
                                        <p:tgtEl>
                                          <p:spTgt spid="11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6">
                                            <p:txEl>
                                              <p:pRg end="3" st="3"/>
                                            </p:txEl>
                                          </p:spTgt>
                                        </p:tgtEl>
                                        <p:attrNameLst>
                                          <p:attrName>style.visibility</p:attrName>
                                        </p:attrNameLst>
                                      </p:cBhvr>
                                      <p:to>
                                        <p:strVal val="visible"/>
                                      </p:to>
                                    </p:set>
                                    <p:animEffect filter="fade" transition="in">
                                      <p:cBhvr>
                                        <p:cTn dur="2000"/>
                                        <p:tgtEl>
                                          <p:spTgt spid="11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6">
                                            <p:txEl>
                                              <p:pRg end="4" st="4"/>
                                            </p:txEl>
                                          </p:spTgt>
                                        </p:tgtEl>
                                        <p:attrNameLst>
                                          <p:attrName>style.visibility</p:attrName>
                                        </p:attrNameLst>
                                      </p:cBhvr>
                                      <p:to>
                                        <p:strVal val="visible"/>
                                      </p:to>
                                    </p:set>
                                    <p:animEffect filter="fade" transition="in">
                                      <p:cBhvr>
                                        <p:cTn dur="2000"/>
                                        <p:tgtEl>
                                          <p:spTgt spid="11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6">
                                            <p:txEl>
                                              <p:pRg end="5" st="5"/>
                                            </p:txEl>
                                          </p:spTgt>
                                        </p:tgtEl>
                                        <p:attrNameLst>
                                          <p:attrName>style.visibility</p:attrName>
                                        </p:attrNameLst>
                                      </p:cBhvr>
                                      <p:to>
                                        <p:strVal val="visible"/>
                                      </p:to>
                                    </p:set>
                                    <p:animEffect filter="fade" transition="in">
                                      <p:cBhvr>
                                        <p:cTn dur="2000"/>
                                        <p:tgtEl>
                                          <p:spTgt spid="11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6">
                                            <p:txEl>
                                              <p:pRg end="6" st="6"/>
                                            </p:txEl>
                                          </p:spTgt>
                                        </p:tgtEl>
                                        <p:attrNameLst>
                                          <p:attrName>style.visibility</p:attrName>
                                        </p:attrNameLst>
                                      </p:cBhvr>
                                      <p:to>
                                        <p:strVal val="visible"/>
                                      </p:to>
                                    </p:set>
                                    <p:animEffect filter="fade" transition="in">
                                      <p:cBhvr>
                                        <p:cTn dur="2000"/>
                                        <p:tgtEl>
                                          <p:spTgt spid="11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6">
                                            <p:txEl>
                                              <p:pRg end="7" st="7"/>
                                            </p:txEl>
                                          </p:spTgt>
                                        </p:tgtEl>
                                        <p:attrNameLst>
                                          <p:attrName>style.visibility</p:attrName>
                                        </p:attrNameLst>
                                      </p:cBhvr>
                                      <p:to>
                                        <p:strVal val="visible"/>
                                      </p:to>
                                    </p:set>
                                    <p:animEffect filter="fade" transition="in">
                                      <p:cBhvr>
                                        <p:cTn dur="2000"/>
                                        <p:tgtEl>
                                          <p:spTgt spid="110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6">
                                            <p:txEl>
                                              <p:pRg end="8" st="8"/>
                                            </p:txEl>
                                          </p:spTgt>
                                        </p:tgtEl>
                                        <p:attrNameLst>
                                          <p:attrName>style.visibility</p:attrName>
                                        </p:attrNameLst>
                                      </p:cBhvr>
                                      <p:to>
                                        <p:strVal val="visible"/>
                                      </p:to>
                                    </p:set>
                                    <p:animEffect filter="fade" transition="in">
                                      <p:cBhvr>
                                        <p:cTn dur="2000"/>
                                        <p:tgtEl>
                                          <p:spTgt spid="110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6">
                                            <p:txEl>
                                              <p:pRg end="9" st="9"/>
                                            </p:txEl>
                                          </p:spTgt>
                                        </p:tgtEl>
                                        <p:attrNameLst>
                                          <p:attrName>style.visibility</p:attrName>
                                        </p:attrNameLst>
                                      </p:cBhvr>
                                      <p:to>
                                        <p:strVal val="visible"/>
                                      </p:to>
                                    </p:set>
                                    <p:animEffect filter="fade" transition="in">
                                      <p:cBhvr>
                                        <p:cTn dur="2000"/>
                                        <p:tgtEl>
                                          <p:spTgt spid="110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6">
                                            <p:txEl>
                                              <p:pRg end="10" st="10"/>
                                            </p:txEl>
                                          </p:spTgt>
                                        </p:tgtEl>
                                        <p:attrNameLst>
                                          <p:attrName>style.visibility</p:attrName>
                                        </p:attrNameLst>
                                      </p:cBhvr>
                                      <p:to>
                                        <p:strVal val="visible"/>
                                      </p:to>
                                    </p:set>
                                    <p:animEffect filter="fade" transition="in">
                                      <p:cBhvr>
                                        <p:cTn dur="2000"/>
                                        <p:tgtEl>
                                          <p:spTgt spid="110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8"/>
                                        </p:tgtEl>
                                        <p:attrNameLst>
                                          <p:attrName>style.visibility</p:attrName>
                                        </p:attrNameLst>
                                      </p:cBhvr>
                                      <p:to>
                                        <p:strVal val="visible"/>
                                      </p:to>
                                    </p:set>
                                    <p:animEffect filter="fade" transition="in">
                                      <p:cBhvr>
                                        <p:cTn dur="500"/>
                                        <p:tgtEl>
                                          <p:spTgt spid="1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33"/>
          <p:cNvSpPr txBox="1"/>
          <p:nvPr>
            <p:ph type="ctrTitle"/>
          </p:nvPr>
        </p:nvSpPr>
        <p:spPr>
          <a:xfrm>
            <a:off x="1632600" y="1673063"/>
            <a:ext cx="5878800" cy="13038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4800"/>
              <a:buNone/>
            </a:pPr>
            <a:r>
              <a:rPr lang="fr-FR"/>
              <a:t>• </a:t>
            </a:r>
            <a:r>
              <a:rPr b="1" lang="fr-FR" sz="3800">
                <a:latin typeface="Space Grotesk"/>
                <a:ea typeface="Space Grotesk"/>
                <a:cs typeface="Space Grotesk"/>
                <a:sym typeface="Space Grotesk"/>
              </a:rPr>
              <a:t>How and why does bias occur in news reporting?</a:t>
            </a:r>
            <a:endParaRPr b="1" sz="3800">
              <a:latin typeface="Space Grotesk"/>
              <a:ea typeface="Space Grotesk"/>
              <a:cs typeface="Space Grotesk"/>
              <a:sym typeface="Space Grotes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3"/>
                                        </p:tgtEl>
                                        <p:attrNameLst>
                                          <p:attrName>style.visibility</p:attrName>
                                        </p:attrNameLst>
                                      </p:cBhvr>
                                      <p:to>
                                        <p:strVal val="visible"/>
                                      </p:to>
                                    </p:set>
                                    <p:animEffect filter="fade" transition="in">
                                      <p:cBhvr>
                                        <p:cTn dur="2000"/>
                                        <p:tgtEl>
                                          <p:spTgt spid="1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34"/>
          <p:cNvSpPr txBox="1"/>
          <p:nvPr>
            <p:ph type="ctrTitle"/>
          </p:nvPr>
        </p:nvSpPr>
        <p:spPr>
          <a:xfrm>
            <a:off x="1735675" y="1991825"/>
            <a:ext cx="5672700" cy="1159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SzPts val="5800"/>
              <a:buNone/>
            </a:pPr>
            <a:r>
              <a:rPr b="1" lang="fr-FR" sz="4200">
                <a:latin typeface="Space Grotesk"/>
                <a:ea typeface="Space Grotesk"/>
                <a:cs typeface="Space Grotesk"/>
                <a:sym typeface="Space Grotesk"/>
              </a:rPr>
              <a:t>Prejudice in the news</a:t>
            </a:r>
            <a:endParaRPr b="1" sz="4200">
              <a:latin typeface="Space Grotesk"/>
              <a:ea typeface="Space Grotesk"/>
              <a:cs typeface="Space Grotesk"/>
              <a:sym typeface="Space Grotesk"/>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35"/>
          <p:cNvSpPr txBox="1"/>
          <p:nvPr>
            <p:ph idx="1" type="body"/>
          </p:nvPr>
        </p:nvSpPr>
        <p:spPr>
          <a:xfrm>
            <a:off x="855300" y="1553825"/>
            <a:ext cx="6574220" cy="1303677"/>
          </a:xfrm>
          <a:prstGeom prst="rect">
            <a:avLst/>
          </a:prstGeom>
          <a:noFill/>
          <a:ln>
            <a:noFill/>
          </a:ln>
        </p:spPr>
        <p:txBody>
          <a:bodyPr anchorCtr="0" anchor="t" bIns="0" lIns="0" spcFirstLastPara="1" rIns="0" wrap="square" tIns="0">
            <a:noAutofit/>
          </a:bodyPr>
          <a:lstStyle/>
          <a:p>
            <a:pPr indent="0" lvl="0" marL="0" rtl="0" algn="l">
              <a:lnSpc>
                <a:spcPct val="115000"/>
              </a:lnSpc>
              <a:spcBef>
                <a:spcPts val="800"/>
              </a:spcBef>
              <a:spcAft>
                <a:spcPts val="0"/>
              </a:spcAft>
              <a:buSzPts val="2000"/>
              <a:buNone/>
            </a:pPr>
            <a:r>
              <a:rPr lang="fr-FR" sz="1600">
                <a:latin typeface="Oswald"/>
                <a:ea typeface="Oswald"/>
                <a:cs typeface="Oswald"/>
                <a:sym typeface="Oswald"/>
              </a:rPr>
              <a:t>More than 7,600 viewers complained about racism on the reality show; Celebrity Big Brother. Viewers complained that the contestants of Big Brother were racially abusing the Bollywood star Shilpa Shetty. They claimed that Shetty, from India, was being victimised and bullied. Shetty, 31, broke down in tears after allegedly being taunted about her skin colour, accent and cooking.</a:t>
            </a:r>
            <a:endParaRPr sz="2400">
              <a:latin typeface="Oswald"/>
              <a:ea typeface="Oswald"/>
              <a:cs typeface="Oswald"/>
              <a:sym typeface="Oswald"/>
            </a:endParaRPr>
          </a:p>
          <a:p>
            <a:pPr indent="0" lvl="0" marL="0" rtl="0" algn="l">
              <a:lnSpc>
                <a:spcPct val="115000"/>
              </a:lnSpc>
              <a:spcBef>
                <a:spcPts val="1600"/>
              </a:spcBef>
              <a:spcAft>
                <a:spcPts val="800"/>
              </a:spcAft>
              <a:buSzPts val="2000"/>
              <a:buNone/>
            </a:pPr>
            <a:r>
              <a:t/>
            </a:r>
            <a:endParaRPr/>
          </a:p>
        </p:txBody>
      </p:sp>
      <p:sp>
        <p:nvSpPr>
          <p:cNvPr id="1124" name="Google Shape;1124;p35"/>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b="1" lang="fr-FR" sz="1800">
                <a:latin typeface="Oswald"/>
                <a:ea typeface="Oswald"/>
                <a:cs typeface="Oswald"/>
                <a:sym typeface="Oswald"/>
              </a:rPr>
              <a:t>Read the news extract and highlight any evidence of prejudiced attitudes.</a:t>
            </a:r>
            <a:endParaRPr b="1" sz="1800">
              <a:latin typeface="Oswald"/>
              <a:ea typeface="Oswald"/>
              <a:cs typeface="Oswald"/>
              <a:sym typeface="Oswald"/>
            </a:endParaRPr>
          </a:p>
        </p:txBody>
      </p:sp>
      <p:sp>
        <p:nvSpPr>
          <p:cNvPr id="1125" name="Google Shape;1125;p35"/>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1126" name="Google Shape;1126;p35"/>
          <p:cNvSpPr txBox="1"/>
          <p:nvPr/>
        </p:nvSpPr>
        <p:spPr>
          <a:xfrm>
            <a:off x="714320" y="2783742"/>
            <a:ext cx="6715200" cy="861900"/>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200"/>
              <a:buFont typeface="Arial"/>
              <a:buNone/>
            </a:pPr>
            <a:r>
              <a:rPr b="1" i="0" lang="fr-FR" sz="1200" u="none" cap="none" strike="noStrike">
                <a:solidFill>
                  <a:schemeClr val="dk1"/>
                </a:solidFill>
                <a:latin typeface="Arial"/>
                <a:ea typeface="Arial"/>
                <a:cs typeface="Arial"/>
                <a:sym typeface="Arial"/>
              </a:rPr>
              <a:t>What is the prejudiced attitude?</a:t>
            </a:r>
            <a:endParaRPr b="1"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200"/>
              <a:buFont typeface="Arial"/>
              <a:buNone/>
            </a:pPr>
            <a:r>
              <a:rPr b="0" i="0" lang="fr-FR" sz="1200" u="none" cap="none" strike="noStrike">
                <a:solidFill>
                  <a:schemeClr val="dk1"/>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35"/>
          <p:cNvSpPr txBox="1"/>
          <p:nvPr/>
        </p:nvSpPr>
        <p:spPr>
          <a:xfrm>
            <a:off x="709586" y="3500444"/>
            <a:ext cx="6000900" cy="923400"/>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1200"/>
              <a:buFont typeface="Arial"/>
              <a:buNone/>
            </a:pPr>
            <a:r>
              <a:rPr b="1" i="0" lang="fr-FR" sz="1200" u="none" cap="none" strike="noStrike">
                <a:solidFill>
                  <a:schemeClr val="dk1"/>
                </a:solidFill>
                <a:latin typeface="Arial"/>
                <a:ea typeface="Arial"/>
                <a:cs typeface="Arial"/>
                <a:sym typeface="Arial"/>
              </a:rPr>
              <a:t>Who is the prejudice directed towards?</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35"/>
          <p:cNvSpPr txBox="1"/>
          <p:nvPr/>
        </p:nvSpPr>
        <p:spPr>
          <a:xfrm>
            <a:off x="728634" y="3038744"/>
            <a:ext cx="6143700" cy="461700"/>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fr-FR" sz="1200" u="none" cap="none" strike="noStrike">
                <a:solidFill>
                  <a:schemeClr val="dk1"/>
                </a:solidFill>
                <a:latin typeface="Arial"/>
                <a:ea typeface="Arial"/>
                <a:cs typeface="Arial"/>
                <a:sym typeface="Arial"/>
              </a:rPr>
              <a:t>Indian people have funny accents and skin colour and eat funny food.</a:t>
            </a:r>
            <a:endParaRPr b="1" i="0" sz="1400" u="none" cap="none" strike="noStrike">
              <a:solidFill>
                <a:srgbClr val="000000"/>
              </a:solidFill>
              <a:latin typeface="Arial"/>
              <a:ea typeface="Arial"/>
              <a:cs typeface="Arial"/>
              <a:sym typeface="Arial"/>
            </a:endParaRPr>
          </a:p>
        </p:txBody>
      </p:sp>
      <p:sp>
        <p:nvSpPr>
          <p:cNvPr id="1129" name="Google Shape;1129;p35"/>
          <p:cNvSpPr txBox="1"/>
          <p:nvPr/>
        </p:nvSpPr>
        <p:spPr>
          <a:xfrm>
            <a:off x="719110" y="3781434"/>
            <a:ext cx="4071900" cy="492600"/>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1200"/>
              <a:buFont typeface="Arial"/>
              <a:buNone/>
            </a:pPr>
            <a:r>
              <a:rPr b="1" i="0" lang="fr-FR" sz="1200" u="none" cap="none" strike="noStrike">
                <a:solidFill>
                  <a:schemeClr val="dk1"/>
                </a:solidFill>
                <a:latin typeface="Arial"/>
                <a:ea typeface="Arial"/>
                <a:cs typeface="Arial"/>
                <a:sym typeface="Arial"/>
              </a:rPr>
              <a:t>Shilpa Shetty and Indian people.</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4"/>
                                        </p:tgtEl>
                                        <p:attrNameLst>
                                          <p:attrName>style.visibility</p:attrName>
                                        </p:attrNameLst>
                                      </p:cBhvr>
                                      <p:to>
                                        <p:strVal val="visible"/>
                                      </p:to>
                                    </p:set>
                                    <p:animEffect filter="fade" transition="in">
                                      <p:cBhvr>
                                        <p:cTn dur="2000"/>
                                        <p:tgtEl>
                                          <p:spTgt spid="11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3">
                                            <p:txEl>
                                              <p:pRg end="0" st="0"/>
                                            </p:txEl>
                                          </p:spTgt>
                                        </p:tgtEl>
                                        <p:attrNameLst>
                                          <p:attrName>style.visibility</p:attrName>
                                        </p:attrNameLst>
                                      </p:cBhvr>
                                      <p:to>
                                        <p:strVal val="visible"/>
                                      </p:to>
                                    </p:set>
                                    <p:animEffect filter="fade" transition="in">
                                      <p:cBhvr>
                                        <p:cTn dur="2000"/>
                                        <p:tgtEl>
                                          <p:spTgt spid="11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3">
                                            <p:txEl>
                                              <p:pRg end="1" st="1"/>
                                            </p:txEl>
                                          </p:spTgt>
                                        </p:tgtEl>
                                        <p:attrNameLst>
                                          <p:attrName>style.visibility</p:attrName>
                                        </p:attrNameLst>
                                      </p:cBhvr>
                                      <p:to>
                                        <p:strVal val="visible"/>
                                      </p:to>
                                    </p:set>
                                    <p:animEffect filter="fade" transition="in">
                                      <p:cBhvr>
                                        <p:cTn dur="2000"/>
                                        <p:tgtEl>
                                          <p:spTgt spid="11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6"/>
                                        </p:tgtEl>
                                        <p:attrNameLst>
                                          <p:attrName>style.visibility</p:attrName>
                                        </p:attrNameLst>
                                      </p:cBhvr>
                                      <p:to>
                                        <p:strVal val="visible"/>
                                      </p:to>
                                    </p:set>
                                    <p:animEffect filter="fade" transition="in">
                                      <p:cBhvr>
                                        <p:cTn dur="500"/>
                                        <p:tgtEl>
                                          <p:spTgt spid="1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8"/>
                                        </p:tgtEl>
                                        <p:attrNameLst>
                                          <p:attrName>style.visibility</p:attrName>
                                        </p:attrNameLst>
                                      </p:cBhvr>
                                      <p:to>
                                        <p:strVal val="visible"/>
                                      </p:to>
                                    </p:set>
                                    <p:animEffect filter="fade" transition="in">
                                      <p:cBhvr>
                                        <p:cTn dur="500"/>
                                        <p:tgtEl>
                                          <p:spTgt spid="1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7"/>
                                        </p:tgtEl>
                                        <p:attrNameLst>
                                          <p:attrName>style.visibility</p:attrName>
                                        </p:attrNameLst>
                                      </p:cBhvr>
                                      <p:to>
                                        <p:strVal val="visible"/>
                                      </p:to>
                                    </p:set>
                                    <p:animEffect filter="fade" transition="in">
                                      <p:cBhvr>
                                        <p:cTn dur="500"/>
                                        <p:tgtEl>
                                          <p:spTgt spid="1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9"/>
                                        </p:tgtEl>
                                        <p:attrNameLst>
                                          <p:attrName>style.visibility</p:attrName>
                                        </p:attrNameLst>
                                      </p:cBhvr>
                                      <p:to>
                                        <p:strVal val="visible"/>
                                      </p:to>
                                    </p:set>
                                    <p:animEffect filter="fade" transition="in">
                                      <p:cBhvr>
                                        <p:cTn dur="500"/>
                                        <p:tgtEl>
                                          <p:spTgt spid="1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36"/>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b="1" lang="fr-FR" sz="1800">
                <a:latin typeface="Palatino Linotype"/>
                <a:ea typeface="Palatino Linotype"/>
                <a:cs typeface="Palatino Linotype"/>
                <a:sym typeface="Palatino Linotype"/>
              </a:rPr>
              <a:t>Read the news extract and highlight any evidence of prejudiced attitudes.</a:t>
            </a:r>
            <a:endParaRPr sz="1800"/>
          </a:p>
        </p:txBody>
      </p:sp>
      <p:sp>
        <p:nvSpPr>
          <p:cNvPr id="1135" name="Google Shape;1135;p36"/>
          <p:cNvSpPr txBox="1"/>
          <p:nvPr>
            <p:ph idx="1" type="body"/>
          </p:nvPr>
        </p:nvSpPr>
        <p:spPr>
          <a:xfrm>
            <a:off x="855300" y="1553825"/>
            <a:ext cx="6859972" cy="1732305"/>
          </a:xfrm>
          <a:prstGeom prst="rect">
            <a:avLst/>
          </a:prstGeom>
          <a:noFill/>
          <a:ln>
            <a:noFill/>
          </a:ln>
        </p:spPr>
        <p:txBody>
          <a:bodyPr anchorCtr="0" anchor="t" bIns="0" lIns="0" spcFirstLastPara="1" rIns="0" wrap="square" tIns="0">
            <a:noAutofit/>
          </a:bodyPr>
          <a:lstStyle/>
          <a:p>
            <a:pPr indent="-355600" lvl="0" marL="457200" rtl="0" algn="l">
              <a:lnSpc>
                <a:spcPct val="115000"/>
              </a:lnSpc>
              <a:spcBef>
                <a:spcPts val="0"/>
              </a:spcBef>
              <a:spcAft>
                <a:spcPts val="0"/>
              </a:spcAft>
              <a:buSzPts val="2000"/>
              <a:buNone/>
            </a:pPr>
            <a:r>
              <a:rPr lang="fr-FR" sz="1400">
                <a:latin typeface="Palatino Linotype"/>
                <a:ea typeface="Palatino Linotype"/>
                <a:cs typeface="Palatino Linotype"/>
                <a:sym typeface="Palatino Linotype"/>
              </a:rPr>
              <a:t>         Sky Sports presenters Andy Gray and Richard Keys have been accused of sexism after making several comments about a female referee, called Sian Massey. They commented on her understanding of the offside rule during a Premier League match. The commentators believed their microphones were switched off but were actually recorded making remarks such as: </a:t>
            </a:r>
            <a:endParaRPr/>
          </a:p>
          <a:p>
            <a:pPr indent="-355600" lvl="0" marL="457200" rtl="0" algn="l">
              <a:lnSpc>
                <a:spcPct val="115000"/>
              </a:lnSpc>
              <a:spcBef>
                <a:spcPts val="0"/>
              </a:spcBef>
              <a:spcAft>
                <a:spcPts val="0"/>
              </a:spcAft>
              <a:buSzPts val="2000"/>
              <a:buNone/>
            </a:pPr>
            <a:r>
              <a:rPr lang="fr-FR" sz="1400">
                <a:latin typeface="Palatino Linotype"/>
                <a:ea typeface="Palatino Linotype"/>
                <a:cs typeface="Palatino Linotype"/>
                <a:sym typeface="Palatino Linotype"/>
              </a:rPr>
              <a:t>‘Somebody better get down there and explain offside to her.’</a:t>
            </a:r>
            <a:endParaRPr/>
          </a:p>
          <a:p>
            <a:pPr indent="-355600" lvl="0" marL="457200" rtl="0" algn="l">
              <a:lnSpc>
                <a:spcPct val="115000"/>
              </a:lnSpc>
              <a:spcBef>
                <a:spcPts val="0"/>
              </a:spcBef>
              <a:spcAft>
                <a:spcPts val="0"/>
              </a:spcAft>
              <a:buSzPts val="2000"/>
              <a:buNone/>
            </a:pPr>
            <a:r>
              <a:rPr lang="fr-FR" sz="1400">
                <a:latin typeface="Palatino Linotype"/>
                <a:ea typeface="Palatino Linotype"/>
                <a:cs typeface="Palatino Linotype"/>
                <a:sym typeface="Palatino Linotype"/>
              </a:rPr>
              <a:t>‘Can you believe that? A female linesman. Women don’t know the offside rule.’</a:t>
            </a:r>
            <a:endParaRPr/>
          </a:p>
          <a:p>
            <a:pPr indent="-228600" lvl="0" marL="457200" rtl="0" algn="l">
              <a:lnSpc>
                <a:spcPct val="115000"/>
              </a:lnSpc>
              <a:spcBef>
                <a:spcPts val="0"/>
              </a:spcBef>
              <a:spcAft>
                <a:spcPts val="0"/>
              </a:spcAft>
              <a:buSzPts val="2000"/>
              <a:buNone/>
            </a:pPr>
            <a:r>
              <a:t/>
            </a:r>
            <a:endParaRPr/>
          </a:p>
        </p:txBody>
      </p:sp>
      <p:sp>
        <p:nvSpPr>
          <p:cNvPr id="1136" name="Google Shape;1136;p36"/>
          <p:cNvSpPr txBox="1"/>
          <p:nvPr>
            <p:ph idx="2" type="body"/>
          </p:nvPr>
        </p:nvSpPr>
        <p:spPr>
          <a:xfrm>
            <a:off x="1000100" y="3429006"/>
            <a:ext cx="6929485" cy="214314"/>
          </a:xfrm>
          <a:prstGeom prst="rect">
            <a:avLst/>
          </a:prstGeom>
          <a:noFill/>
          <a:ln>
            <a:noFill/>
          </a:ln>
        </p:spPr>
        <p:txBody>
          <a:bodyPr anchorCtr="0" anchor="t" bIns="0" lIns="0" spcFirstLastPara="1" rIns="0" wrap="square" tIns="0">
            <a:noAutofit/>
          </a:bodyPr>
          <a:lstStyle/>
          <a:p>
            <a:pPr indent="-355600" lvl="1" marL="457200" rtl="0" algn="l">
              <a:lnSpc>
                <a:spcPct val="115000"/>
              </a:lnSpc>
              <a:spcBef>
                <a:spcPts val="0"/>
              </a:spcBef>
              <a:spcAft>
                <a:spcPts val="0"/>
              </a:spcAft>
              <a:buSzPts val="2000"/>
              <a:buFont typeface="Noto Sans Symbols"/>
              <a:buChar char="⮚"/>
            </a:pPr>
            <a:r>
              <a:rPr lang="fr-FR" sz="1200">
                <a:latin typeface="Palatino Linotype"/>
                <a:ea typeface="Palatino Linotype"/>
                <a:cs typeface="Palatino Linotype"/>
                <a:sym typeface="Palatino Linotype"/>
              </a:rPr>
              <a:t>What is the prejudiced attitude?</a:t>
            </a:r>
            <a:endParaRPr/>
          </a:p>
          <a:p>
            <a:pPr indent="-355600" lvl="0" marL="457200" rtl="0" algn="l">
              <a:lnSpc>
                <a:spcPct val="115000"/>
              </a:lnSpc>
              <a:spcBef>
                <a:spcPts val="0"/>
              </a:spcBef>
              <a:spcAft>
                <a:spcPts val="0"/>
              </a:spcAft>
              <a:buSzPts val="2000"/>
              <a:buNone/>
            </a:pPr>
            <a:r>
              <a:rPr lang="fr-FR" sz="1200">
                <a:latin typeface="Palatino Linotype"/>
                <a:ea typeface="Palatino Linotype"/>
                <a:cs typeface="Palatino Linotype"/>
                <a:sym typeface="Palatino Linotype"/>
              </a:rPr>
              <a:t>Women don’t know the offside rule or understand football</a:t>
            </a:r>
            <a:endParaRPr/>
          </a:p>
          <a:p>
            <a:pPr indent="-228600" lvl="0" marL="457200" rtl="0" algn="l">
              <a:lnSpc>
                <a:spcPct val="115000"/>
              </a:lnSpc>
              <a:spcBef>
                <a:spcPts val="0"/>
              </a:spcBef>
              <a:spcAft>
                <a:spcPts val="0"/>
              </a:spcAft>
              <a:buSzPts val="2000"/>
              <a:buNone/>
            </a:pPr>
            <a:r>
              <a:t/>
            </a:r>
            <a:endParaRPr sz="1200"/>
          </a:p>
        </p:txBody>
      </p:sp>
      <p:sp>
        <p:nvSpPr>
          <p:cNvPr id="1137" name="Google Shape;1137;p36"/>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1138" name="Google Shape;1138;p36"/>
          <p:cNvSpPr txBox="1"/>
          <p:nvPr/>
        </p:nvSpPr>
        <p:spPr>
          <a:xfrm>
            <a:off x="1000100" y="4071948"/>
            <a:ext cx="6286500" cy="831000"/>
          </a:xfrm>
          <a:prstGeom prst="rect">
            <a:avLst/>
          </a:prstGeom>
          <a:noFill/>
          <a:ln>
            <a:noFill/>
          </a:ln>
        </p:spPr>
        <p:txBody>
          <a:bodyPr anchorCtr="0" anchor="t" bIns="45700" lIns="91425" spcFirstLastPara="1" rIns="91425" wrap="square" tIns="45700">
            <a:spAutoFit/>
          </a:bodyPr>
          <a:lstStyle/>
          <a:p>
            <a:pPr indent="-89999" lvl="0" marL="89999" marR="0" rtl="0" algn="l">
              <a:lnSpc>
                <a:spcPct val="100000"/>
              </a:lnSpc>
              <a:spcBef>
                <a:spcPts val="0"/>
              </a:spcBef>
              <a:spcAft>
                <a:spcPts val="0"/>
              </a:spcAft>
              <a:buClr>
                <a:schemeClr val="accent1"/>
              </a:buClr>
              <a:buSzPts val="2000"/>
              <a:buFont typeface="Noto Sans Symbols"/>
              <a:buChar char="⮚"/>
            </a:pPr>
            <a:r>
              <a:rPr b="0" i="0" lang="fr-FR" sz="1200" u="none" cap="none" strike="noStrike">
                <a:solidFill>
                  <a:schemeClr val="dk1"/>
                </a:solidFill>
                <a:latin typeface="Palatino Linotype"/>
                <a:ea typeface="Palatino Linotype"/>
                <a:cs typeface="Palatino Linotype"/>
                <a:sym typeface="Palatino Linotype"/>
              </a:rPr>
              <a:t>    Who is the prejudice directed towards?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36"/>
          <p:cNvSpPr txBox="1"/>
          <p:nvPr/>
        </p:nvSpPr>
        <p:spPr>
          <a:xfrm>
            <a:off x="1142976" y="4429138"/>
            <a:ext cx="2571768"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fr-FR" sz="1200" u="none" cap="none" strike="noStrike">
                <a:solidFill>
                  <a:schemeClr val="dk1"/>
                </a:solidFill>
                <a:latin typeface="Palatino Linotype"/>
                <a:ea typeface="Palatino Linotype"/>
                <a:cs typeface="Palatino Linotype"/>
                <a:sym typeface="Palatino Linotype"/>
              </a:rPr>
              <a:t>Sian Massey and women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4"/>
                                        </p:tgtEl>
                                        <p:attrNameLst>
                                          <p:attrName>style.visibility</p:attrName>
                                        </p:attrNameLst>
                                      </p:cBhvr>
                                      <p:to>
                                        <p:strVal val="visible"/>
                                      </p:to>
                                    </p:set>
                                    <p:animEffect filter="fade" transition="in">
                                      <p:cBhvr>
                                        <p:cTn dur="2000"/>
                                        <p:tgtEl>
                                          <p:spTgt spid="1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0" st="0"/>
                                            </p:txEl>
                                          </p:spTgt>
                                        </p:tgtEl>
                                        <p:attrNameLst>
                                          <p:attrName>style.visibility</p:attrName>
                                        </p:attrNameLst>
                                      </p:cBhvr>
                                      <p:to>
                                        <p:strVal val="visible"/>
                                      </p:to>
                                    </p:set>
                                    <p:animEffect filter="fade" transition="in">
                                      <p:cBhvr>
                                        <p:cTn dur="2000"/>
                                        <p:tgtEl>
                                          <p:spTgt spid="11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1" st="1"/>
                                            </p:txEl>
                                          </p:spTgt>
                                        </p:tgtEl>
                                        <p:attrNameLst>
                                          <p:attrName>style.visibility</p:attrName>
                                        </p:attrNameLst>
                                      </p:cBhvr>
                                      <p:to>
                                        <p:strVal val="visible"/>
                                      </p:to>
                                    </p:set>
                                    <p:animEffect filter="fade" transition="in">
                                      <p:cBhvr>
                                        <p:cTn dur="2000"/>
                                        <p:tgtEl>
                                          <p:spTgt spid="11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2" st="2"/>
                                            </p:txEl>
                                          </p:spTgt>
                                        </p:tgtEl>
                                        <p:attrNameLst>
                                          <p:attrName>style.visibility</p:attrName>
                                        </p:attrNameLst>
                                      </p:cBhvr>
                                      <p:to>
                                        <p:strVal val="visible"/>
                                      </p:to>
                                    </p:set>
                                    <p:animEffect filter="fade" transition="in">
                                      <p:cBhvr>
                                        <p:cTn dur="2000"/>
                                        <p:tgtEl>
                                          <p:spTgt spid="11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3" st="3"/>
                                            </p:txEl>
                                          </p:spTgt>
                                        </p:tgtEl>
                                        <p:attrNameLst>
                                          <p:attrName>style.visibility</p:attrName>
                                        </p:attrNameLst>
                                      </p:cBhvr>
                                      <p:to>
                                        <p:strVal val="visible"/>
                                      </p:to>
                                    </p:set>
                                    <p:animEffect filter="fade" transition="in">
                                      <p:cBhvr>
                                        <p:cTn dur="2000"/>
                                        <p:tgtEl>
                                          <p:spTgt spid="11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6">
                                            <p:txEl>
                                              <p:pRg end="0" st="0"/>
                                            </p:txEl>
                                          </p:spTgt>
                                        </p:tgtEl>
                                        <p:attrNameLst>
                                          <p:attrName>style.visibility</p:attrName>
                                        </p:attrNameLst>
                                      </p:cBhvr>
                                      <p:to>
                                        <p:strVal val="visible"/>
                                      </p:to>
                                    </p:set>
                                    <p:animEffect filter="fade" transition="in">
                                      <p:cBhvr>
                                        <p:cTn dur="500"/>
                                        <p:tgtEl>
                                          <p:spTgt spid="11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6">
                                            <p:txEl>
                                              <p:pRg end="1" st="1"/>
                                            </p:txEl>
                                          </p:spTgt>
                                        </p:tgtEl>
                                        <p:attrNameLst>
                                          <p:attrName>style.visibility</p:attrName>
                                        </p:attrNameLst>
                                      </p:cBhvr>
                                      <p:to>
                                        <p:strVal val="visible"/>
                                      </p:to>
                                    </p:set>
                                    <p:animEffect filter="fade" transition="in">
                                      <p:cBhvr>
                                        <p:cTn dur="500"/>
                                        <p:tgtEl>
                                          <p:spTgt spid="11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6">
                                            <p:txEl>
                                              <p:pRg end="2" st="2"/>
                                            </p:txEl>
                                          </p:spTgt>
                                        </p:tgtEl>
                                        <p:attrNameLst>
                                          <p:attrName>style.visibility</p:attrName>
                                        </p:attrNameLst>
                                      </p:cBhvr>
                                      <p:to>
                                        <p:strVal val="visible"/>
                                      </p:to>
                                    </p:set>
                                    <p:animEffect filter="fade" transition="in">
                                      <p:cBhvr>
                                        <p:cTn dur="500"/>
                                        <p:tgtEl>
                                          <p:spTgt spid="11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0" st="0"/>
                                            </p:txEl>
                                          </p:spTgt>
                                        </p:tgtEl>
                                        <p:attrNameLst>
                                          <p:attrName>style.visibility</p:attrName>
                                        </p:attrNameLst>
                                      </p:cBhvr>
                                      <p:to>
                                        <p:strVal val="visible"/>
                                      </p:to>
                                    </p:set>
                                    <p:animEffect filter="fade" transition="in">
                                      <p:cBhvr>
                                        <p:cTn dur="500"/>
                                        <p:tgtEl>
                                          <p:spTgt spid="11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 st="1"/>
                                            </p:txEl>
                                          </p:spTgt>
                                        </p:tgtEl>
                                        <p:attrNameLst>
                                          <p:attrName>style.visibility</p:attrName>
                                        </p:attrNameLst>
                                      </p:cBhvr>
                                      <p:to>
                                        <p:strVal val="visible"/>
                                      </p:to>
                                    </p:set>
                                    <p:animEffect filter="fade" transition="in">
                                      <p:cBhvr>
                                        <p:cTn dur="500"/>
                                        <p:tgtEl>
                                          <p:spTgt spid="11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2" st="2"/>
                                            </p:txEl>
                                          </p:spTgt>
                                        </p:tgtEl>
                                        <p:attrNameLst>
                                          <p:attrName>style.visibility</p:attrName>
                                        </p:attrNameLst>
                                      </p:cBhvr>
                                      <p:to>
                                        <p:strVal val="visible"/>
                                      </p:to>
                                    </p:set>
                                    <p:animEffect filter="fade" transition="in">
                                      <p:cBhvr>
                                        <p:cTn dur="500"/>
                                        <p:tgtEl>
                                          <p:spTgt spid="11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9"/>
                                        </p:tgtEl>
                                        <p:attrNameLst>
                                          <p:attrName>style.visibility</p:attrName>
                                        </p:attrNameLst>
                                      </p:cBhvr>
                                      <p:to>
                                        <p:strVal val="visible"/>
                                      </p:to>
                                    </p:set>
                                    <p:animEffect filter="fade" transition="in">
                                      <p:cBhvr>
                                        <p:cTn dur="500"/>
                                        <p:tgtEl>
                                          <p:spTgt spid="1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37"/>
          <p:cNvSpPr txBox="1"/>
          <p:nvPr>
            <p:ph type="ctrTitle"/>
          </p:nvPr>
        </p:nvSpPr>
        <p:spPr>
          <a:xfrm>
            <a:off x="1632600" y="1673063"/>
            <a:ext cx="5878800" cy="13038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4800"/>
              <a:buNone/>
            </a:pPr>
            <a:r>
              <a:rPr b="1" lang="fr-FR" sz="2800">
                <a:latin typeface="Space Grotesk"/>
                <a:ea typeface="Space Grotesk"/>
                <a:cs typeface="Space Grotesk"/>
                <a:sym typeface="Space Grotesk"/>
              </a:rPr>
              <a:t>What are the implications of biased news reporting, particularly for marginalized groups?</a:t>
            </a:r>
            <a:endParaRPr b="1" sz="2800">
              <a:latin typeface="Space Grotesk"/>
              <a:ea typeface="Space Grotesk"/>
              <a:cs typeface="Space Grotesk"/>
              <a:sym typeface="Space Grotes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4"/>
                                        </p:tgtEl>
                                        <p:attrNameLst>
                                          <p:attrName>style.visibility</p:attrName>
                                        </p:attrNameLst>
                                      </p:cBhvr>
                                      <p:to>
                                        <p:strVal val="visible"/>
                                      </p:to>
                                    </p:set>
                                    <p:animEffect filter="fade" transition="in">
                                      <p:cBhvr>
                                        <p:cTn dur="2000"/>
                                        <p:tgtEl>
                                          <p:spTgt spid="1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38"/>
          <p:cNvSpPr txBox="1"/>
          <p:nvPr>
            <p:ph type="title"/>
          </p:nvPr>
        </p:nvSpPr>
        <p:spPr>
          <a:xfrm>
            <a:off x="500036" y="180516"/>
            <a:ext cx="6596166" cy="857238"/>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t>Quiz</a:t>
            </a:r>
            <a:br>
              <a:rPr lang="fr-FR"/>
            </a:br>
            <a:endParaRPr/>
          </a:p>
        </p:txBody>
      </p:sp>
      <p:sp>
        <p:nvSpPr>
          <p:cNvPr id="1150" name="Google Shape;1150;p38"/>
          <p:cNvSpPr txBox="1"/>
          <p:nvPr>
            <p:ph idx="1" type="body"/>
          </p:nvPr>
        </p:nvSpPr>
        <p:spPr>
          <a:xfrm>
            <a:off x="344400" y="701312"/>
            <a:ext cx="8455200" cy="4633800"/>
          </a:xfrm>
          <a:prstGeom prst="rect">
            <a:avLst/>
          </a:prstGeom>
          <a:noFill/>
          <a:ln>
            <a:noFill/>
          </a:ln>
        </p:spPr>
        <p:txBody>
          <a:bodyPr anchorCtr="0" anchor="t" bIns="0" lIns="0" spcFirstLastPara="1" rIns="0" wrap="square" tIns="0">
            <a:noAutofit/>
          </a:bodyPr>
          <a:lstStyle/>
          <a:p>
            <a:pPr indent="0" lvl="0" marL="88900" rtl="0" algn="l">
              <a:lnSpc>
                <a:spcPct val="150000"/>
              </a:lnSpc>
              <a:spcBef>
                <a:spcPts val="0"/>
              </a:spcBef>
              <a:spcAft>
                <a:spcPts val="0"/>
              </a:spcAft>
              <a:buSzPts val="2200"/>
              <a:buNone/>
            </a:pPr>
            <a:r>
              <a:rPr lang="fr-FR" sz="1100">
                <a:solidFill>
                  <a:srgbClr val="00152C"/>
                </a:solidFill>
              </a:rPr>
              <a:t>1. Imagine a person holds a very strong, emotional antipathy towards members of a different social group. This person really hates these out-group members. This is best classified as an example of which of the following?</a:t>
            </a:r>
            <a:endParaRPr sz="1100">
              <a:solidFill>
                <a:srgbClr val="00152C"/>
              </a:solidFill>
            </a:endParaRPr>
          </a:p>
          <a:p>
            <a:pPr indent="-349250" lvl="0" marL="457200" rtl="0" algn="l">
              <a:lnSpc>
                <a:spcPct val="150000"/>
              </a:lnSpc>
              <a:spcBef>
                <a:spcPts val="0"/>
              </a:spcBef>
              <a:spcAft>
                <a:spcPts val="0"/>
              </a:spcAft>
              <a:buSzPts val="1900"/>
              <a:buChar char="➢"/>
            </a:pPr>
            <a:r>
              <a:rPr lang="fr-FR" sz="1100">
                <a:solidFill>
                  <a:srgbClr val="00152C"/>
                </a:solidFill>
              </a:rPr>
              <a:t>Discrimination</a:t>
            </a:r>
            <a:endParaRPr sz="1100">
              <a:solidFill>
                <a:srgbClr val="00152C"/>
              </a:solidFill>
            </a:endParaRPr>
          </a:p>
          <a:p>
            <a:pPr indent="-349250" lvl="0" marL="457200" rtl="0" algn="l">
              <a:lnSpc>
                <a:spcPct val="150000"/>
              </a:lnSpc>
              <a:spcBef>
                <a:spcPts val="0"/>
              </a:spcBef>
              <a:spcAft>
                <a:spcPts val="0"/>
              </a:spcAft>
              <a:buSzPts val="1900"/>
              <a:buChar char="➢"/>
            </a:pPr>
            <a:r>
              <a:rPr lang="fr-FR" sz="1100">
                <a:solidFill>
                  <a:srgbClr val="00152C"/>
                </a:solidFill>
              </a:rPr>
              <a:t>Prejudice</a:t>
            </a:r>
            <a:endParaRPr sz="1100">
              <a:solidFill>
                <a:srgbClr val="00152C"/>
              </a:solidFill>
            </a:endParaRPr>
          </a:p>
          <a:p>
            <a:pPr indent="-349250" lvl="0" marL="457200" rtl="0" algn="l">
              <a:lnSpc>
                <a:spcPct val="150000"/>
              </a:lnSpc>
              <a:spcBef>
                <a:spcPts val="0"/>
              </a:spcBef>
              <a:spcAft>
                <a:spcPts val="0"/>
              </a:spcAft>
              <a:buSzPts val="1900"/>
              <a:buChar char="➢"/>
            </a:pPr>
            <a:r>
              <a:rPr lang="fr-FR" sz="1100">
                <a:solidFill>
                  <a:srgbClr val="00152C"/>
                </a:solidFill>
              </a:rPr>
              <a:t>Stereotyping</a:t>
            </a:r>
            <a:endParaRPr sz="1100">
              <a:solidFill>
                <a:srgbClr val="00152C"/>
              </a:solidFill>
            </a:endParaRPr>
          </a:p>
          <a:p>
            <a:pPr indent="-368300" lvl="0" marL="457200" rtl="0" algn="l">
              <a:lnSpc>
                <a:spcPct val="150000"/>
              </a:lnSpc>
              <a:spcBef>
                <a:spcPts val="0"/>
              </a:spcBef>
              <a:spcAft>
                <a:spcPts val="0"/>
              </a:spcAft>
              <a:buSzPts val="2200"/>
              <a:buNone/>
            </a:pPr>
            <a:r>
              <a:t/>
            </a:r>
            <a:endParaRPr sz="1100">
              <a:solidFill>
                <a:srgbClr val="00152C"/>
              </a:solidFill>
            </a:endParaRPr>
          </a:p>
          <a:p>
            <a:pPr indent="-368300" lvl="0" marL="457200" rtl="0" algn="l">
              <a:lnSpc>
                <a:spcPct val="150000"/>
              </a:lnSpc>
              <a:spcBef>
                <a:spcPts val="0"/>
              </a:spcBef>
              <a:spcAft>
                <a:spcPts val="0"/>
              </a:spcAft>
              <a:buSzPts val="2200"/>
              <a:buNone/>
            </a:pPr>
            <a:r>
              <a:rPr lang="fr-FR" sz="1100">
                <a:solidFill>
                  <a:srgbClr val="00152C"/>
                </a:solidFill>
              </a:rPr>
              <a:t>2. Which emotion makes people stereotype relatively more?</a:t>
            </a:r>
            <a:endParaRPr sz="1100">
              <a:solidFill>
                <a:srgbClr val="00152C"/>
              </a:solidFill>
            </a:endParaRPr>
          </a:p>
          <a:p>
            <a:pPr indent="-349250" lvl="0" marL="457200" rtl="0" algn="l">
              <a:lnSpc>
                <a:spcPct val="150000"/>
              </a:lnSpc>
              <a:spcBef>
                <a:spcPts val="0"/>
              </a:spcBef>
              <a:spcAft>
                <a:spcPts val="0"/>
              </a:spcAft>
              <a:buSzPts val="1900"/>
              <a:buChar char="➢"/>
            </a:pPr>
            <a:r>
              <a:rPr lang="fr-FR" sz="1100">
                <a:solidFill>
                  <a:srgbClr val="00152C"/>
                </a:solidFill>
              </a:rPr>
              <a:t>Anger</a:t>
            </a:r>
            <a:endParaRPr sz="1100">
              <a:solidFill>
                <a:srgbClr val="00152C"/>
              </a:solidFill>
            </a:endParaRPr>
          </a:p>
          <a:p>
            <a:pPr indent="-349250" lvl="0" marL="457200" rtl="0" algn="l">
              <a:lnSpc>
                <a:spcPct val="150000"/>
              </a:lnSpc>
              <a:spcBef>
                <a:spcPts val="0"/>
              </a:spcBef>
              <a:spcAft>
                <a:spcPts val="0"/>
              </a:spcAft>
              <a:buSzPts val="1900"/>
              <a:buChar char="➢"/>
            </a:pPr>
            <a:r>
              <a:rPr lang="fr-FR" sz="1100">
                <a:solidFill>
                  <a:srgbClr val="00152C"/>
                </a:solidFill>
              </a:rPr>
              <a:t>Sadness</a:t>
            </a:r>
            <a:endParaRPr sz="1100">
              <a:solidFill>
                <a:srgbClr val="00152C"/>
              </a:solidFill>
            </a:endParaRPr>
          </a:p>
          <a:p>
            <a:pPr indent="-349250" lvl="0" marL="457200" rtl="0" algn="l">
              <a:lnSpc>
                <a:spcPct val="150000"/>
              </a:lnSpc>
              <a:spcBef>
                <a:spcPts val="0"/>
              </a:spcBef>
              <a:spcAft>
                <a:spcPts val="0"/>
              </a:spcAft>
              <a:buSzPts val="1900"/>
              <a:buChar char="➢"/>
            </a:pPr>
            <a:r>
              <a:rPr lang="fr-FR" sz="1100">
                <a:solidFill>
                  <a:srgbClr val="00152C"/>
                </a:solidFill>
              </a:rPr>
              <a:t>Both</a:t>
            </a:r>
            <a:endParaRPr sz="1100">
              <a:solidFill>
                <a:srgbClr val="00152C"/>
              </a:solidFill>
            </a:endParaRPr>
          </a:p>
          <a:p>
            <a:pPr indent="-349250" lvl="0" marL="457200" rtl="0" algn="l">
              <a:lnSpc>
                <a:spcPct val="150000"/>
              </a:lnSpc>
              <a:spcBef>
                <a:spcPts val="0"/>
              </a:spcBef>
              <a:spcAft>
                <a:spcPts val="0"/>
              </a:spcAft>
              <a:buSzPts val="1900"/>
              <a:buChar char="➢"/>
            </a:pPr>
            <a:r>
              <a:rPr lang="fr-FR" sz="1100">
                <a:solidFill>
                  <a:srgbClr val="00152C"/>
                </a:solidFill>
              </a:rPr>
              <a:t>Neither</a:t>
            </a:r>
            <a:endParaRPr sz="1100">
              <a:solidFill>
                <a:srgbClr val="00152C"/>
              </a:solidFill>
            </a:endParaRPr>
          </a:p>
          <a:p>
            <a:pPr indent="-228600" lvl="0" marL="457200" rtl="0" algn="l">
              <a:lnSpc>
                <a:spcPct val="150000"/>
              </a:lnSpc>
              <a:spcBef>
                <a:spcPts val="0"/>
              </a:spcBef>
              <a:spcAft>
                <a:spcPts val="0"/>
              </a:spcAft>
              <a:buSzPts val="2200"/>
              <a:buNone/>
            </a:pPr>
            <a:r>
              <a:t/>
            </a:r>
            <a:endParaRPr sz="1100">
              <a:solidFill>
                <a:srgbClr val="00152C"/>
              </a:solidFill>
            </a:endParaRPr>
          </a:p>
          <a:p>
            <a:pPr indent="-368300" lvl="0" marL="457200" rtl="0" algn="l">
              <a:lnSpc>
                <a:spcPct val="150000"/>
              </a:lnSpc>
              <a:spcBef>
                <a:spcPts val="0"/>
              </a:spcBef>
              <a:spcAft>
                <a:spcPts val="0"/>
              </a:spcAft>
              <a:buSzPts val="2200"/>
              <a:buNone/>
            </a:pPr>
            <a:r>
              <a:rPr lang="fr-FR" sz="1100">
                <a:solidFill>
                  <a:srgbClr val="00152C"/>
                </a:solidFill>
                <a:latin typeface="Space Grotesk"/>
                <a:ea typeface="Space Grotesk"/>
                <a:cs typeface="Space Grotesk"/>
                <a:sym typeface="Space Grotesk"/>
              </a:rPr>
              <a:t>3. Which of the following is the best example of prejudice?</a:t>
            </a:r>
            <a:endParaRPr sz="1100">
              <a:solidFill>
                <a:srgbClr val="00152C"/>
              </a:solidFill>
            </a:endParaRPr>
          </a:p>
          <a:p>
            <a:pPr indent="-349250" lvl="0" marL="457200" rtl="0" algn="l">
              <a:lnSpc>
                <a:spcPct val="150000"/>
              </a:lnSpc>
              <a:spcBef>
                <a:spcPts val="0"/>
              </a:spcBef>
              <a:spcAft>
                <a:spcPts val="0"/>
              </a:spcAft>
              <a:buSzPts val="1900"/>
              <a:buFont typeface="Space Grotesk"/>
              <a:buChar char="➢"/>
            </a:pPr>
            <a:r>
              <a:rPr lang="fr-FR" sz="1100">
                <a:solidFill>
                  <a:srgbClr val="00152C"/>
                </a:solidFill>
                <a:latin typeface="Space Grotesk"/>
                <a:ea typeface="Space Grotesk"/>
                <a:cs typeface="Space Grotesk"/>
                <a:sym typeface="Space Grotesk"/>
              </a:rPr>
              <a:t>The owner of a company evaluates all potential employees exclusively by their professional qualifications.</a:t>
            </a:r>
            <a:endParaRPr sz="1100">
              <a:solidFill>
                <a:srgbClr val="00152C"/>
              </a:solidFill>
            </a:endParaRPr>
          </a:p>
          <a:p>
            <a:pPr indent="-349250" lvl="0" marL="457200" rtl="0" algn="l">
              <a:lnSpc>
                <a:spcPct val="150000"/>
              </a:lnSpc>
              <a:spcBef>
                <a:spcPts val="0"/>
              </a:spcBef>
              <a:spcAft>
                <a:spcPts val="0"/>
              </a:spcAft>
              <a:buSzPts val="1900"/>
              <a:buFont typeface="Space Grotesk"/>
              <a:buChar char="➢"/>
            </a:pPr>
            <a:r>
              <a:rPr lang="fr-FR" sz="1100">
                <a:solidFill>
                  <a:srgbClr val="00152C"/>
                </a:solidFill>
                <a:latin typeface="Space Grotesk"/>
                <a:ea typeface="Space Grotesk"/>
                <a:cs typeface="Space Grotesk"/>
                <a:sym typeface="Space Grotesk"/>
              </a:rPr>
              <a:t>The exaggerated and oversimplified belief that a majority of lawyers are dishonest.</a:t>
            </a:r>
            <a:endParaRPr sz="1100">
              <a:solidFill>
                <a:srgbClr val="00152C"/>
              </a:solidFill>
            </a:endParaRPr>
          </a:p>
          <a:p>
            <a:pPr indent="-349250" lvl="0" marL="457200" rtl="0" algn="l">
              <a:lnSpc>
                <a:spcPct val="150000"/>
              </a:lnSpc>
              <a:spcBef>
                <a:spcPts val="0"/>
              </a:spcBef>
              <a:spcAft>
                <a:spcPts val="0"/>
              </a:spcAft>
              <a:buSzPts val="1900"/>
              <a:buFont typeface="Space Grotesk"/>
              <a:buChar char="➢"/>
            </a:pPr>
            <a:r>
              <a:rPr lang="fr-FR" sz="1100">
                <a:solidFill>
                  <a:srgbClr val="00152C"/>
                </a:solidFill>
                <a:latin typeface="Space Grotesk"/>
                <a:ea typeface="Space Grotesk"/>
                <a:cs typeface="Space Grotesk"/>
                <a:sym typeface="Space Grotesk"/>
              </a:rPr>
              <a:t>A man from Cancun, Mexico does not like Americans because he thinks they all drink irresponsibly.</a:t>
            </a:r>
            <a:endParaRPr sz="1100">
              <a:solidFill>
                <a:srgbClr val="00152C"/>
              </a:solidFill>
            </a:endParaRPr>
          </a:p>
          <a:p>
            <a:pPr indent="-349250" lvl="0" marL="457200" rtl="0" algn="l">
              <a:lnSpc>
                <a:spcPct val="150000"/>
              </a:lnSpc>
              <a:spcBef>
                <a:spcPts val="0"/>
              </a:spcBef>
              <a:spcAft>
                <a:spcPts val="0"/>
              </a:spcAft>
              <a:buSzPts val="1900"/>
              <a:buFont typeface="Space Grotesk"/>
              <a:buChar char="➢"/>
            </a:pPr>
            <a:r>
              <a:rPr lang="fr-FR" sz="1100">
                <a:solidFill>
                  <a:srgbClr val="00152C"/>
                </a:solidFill>
                <a:latin typeface="Space Grotesk"/>
                <a:ea typeface="Space Grotesk"/>
                <a:cs typeface="Space Grotesk"/>
                <a:sym typeface="Space Grotesk"/>
              </a:rPr>
              <a:t>A woman believes it will rain because she sees many grey clouds in the sky.</a:t>
            </a:r>
            <a:endParaRPr sz="1100">
              <a:solidFill>
                <a:srgbClr val="00152C"/>
              </a:solidFill>
            </a:endParaRPr>
          </a:p>
          <a:p>
            <a:pPr indent="-368300" lvl="0" marL="457200" rtl="0" algn="l">
              <a:lnSpc>
                <a:spcPct val="115000"/>
              </a:lnSpc>
              <a:spcBef>
                <a:spcPts val="0"/>
              </a:spcBef>
              <a:spcAft>
                <a:spcPts val="0"/>
              </a:spcAft>
              <a:buSzPts val="2200"/>
              <a:buNone/>
            </a:pPr>
            <a:r>
              <a:t/>
            </a:r>
            <a:endParaRPr b="1" sz="1200">
              <a:latin typeface="Space Grotesk"/>
              <a:ea typeface="Space Grotesk"/>
              <a:cs typeface="Space Grotesk"/>
              <a:sym typeface="Space Grotesk"/>
            </a:endParaRPr>
          </a:p>
        </p:txBody>
      </p:sp>
      <p:sp>
        <p:nvSpPr>
          <p:cNvPr id="1151" name="Google Shape;1151;p38"/>
          <p:cNvSpPr txBox="1"/>
          <p:nvPr>
            <p:ph idx="12" type="sldNum"/>
          </p:nvPr>
        </p:nvSpPr>
        <p:spPr>
          <a:xfrm>
            <a:off x="4297650" y="4851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1152" name="Google Shape;1152;p38"/>
          <p:cNvSpPr/>
          <p:nvPr/>
        </p:nvSpPr>
        <p:spPr>
          <a:xfrm>
            <a:off x="633386" y="1666368"/>
            <a:ext cx="1153500" cy="3174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53" name="Google Shape;1153;p38"/>
          <p:cNvSpPr/>
          <p:nvPr/>
        </p:nvSpPr>
        <p:spPr>
          <a:xfrm>
            <a:off x="633386" y="3093889"/>
            <a:ext cx="928800" cy="2382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54" name="Google Shape;1154;p38"/>
          <p:cNvSpPr/>
          <p:nvPr/>
        </p:nvSpPr>
        <p:spPr>
          <a:xfrm>
            <a:off x="633386" y="4442188"/>
            <a:ext cx="7050977" cy="3936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gtEl>
                                        <p:attrNameLst>
                                          <p:attrName>style.visibility</p:attrName>
                                        </p:attrNameLst>
                                      </p:cBhvr>
                                      <p:to>
                                        <p:strVal val="visible"/>
                                      </p:to>
                                    </p:set>
                                    <p:animEffect filter="fade" transition="in">
                                      <p:cBhvr>
                                        <p:cTn dur="500"/>
                                        <p:tgtEl>
                                          <p:spTgt spid="1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3"/>
                                        </p:tgtEl>
                                        <p:attrNameLst>
                                          <p:attrName>style.visibility</p:attrName>
                                        </p:attrNameLst>
                                      </p:cBhvr>
                                      <p:to>
                                        <p:strVal val="visible"/>
                                      </p:to>
                                    </p:set>
                                    <p:animEffect filter="fade" transition="in">
                                      <p:cBhvr>
                                        <p:cTn dur="500"/>
                                        <p:tgtEl>
                                          <p:spTgt spid="1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4"/>
                                        </p:tgtEl>
                                        <p:attrNameLst>
                                          <p:attrName>style.visibility</p:attrName>
                                        </p:attrNameLst>
                                      </p:cBhvr>
                                      <p:to>
                                        <p:strVal val="visible"/>
                                      </p:to>
                                    </p:set>
                                    <p:animEffect filter="fade" transition="in">
                                      <p:cBhvr>
                                        <p:cTn dur="500"/>
                                        <p:tgtEl>
                                          <p:spTgt spid="1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39"/>
          <p:cNvSpPr txBox="1"/>
          <p:nvPr>
            <p:ph idx="1" type="body"/>
          </p:nvPr>
        </p:nvSpPr>
        <p:spPr>
          <a:xfrm>
            <a:off x="428625" y="296889"/>
            <a:ext cx="8501122" cy="4173629"/>
          </a:xfrm>
          <a:prstGeom prst="rect">
            <a:avLst/>
          </a:prstGeom>
          <a:noFill/>
          <a:ln>
            <a:noFill/>
          </a:ln>
        </p:spPr>
        <p:txBody>
          <a:bodyPr anchorCtr="0" anchor="t" bIns="0" lIns="0" spcFirstLastPara="1" rIns="0" wrap="square" tIns="0">
            <a:noAutofit/>
          </a:bodyPr>
          <a:lstStyle/>
          <a:p>
            <a:pPr indent="-368300" lvl="0" marL="457200" rtl="0" algn="l">
              <a:lnSpc>
                <a:spcPct val="150000"/>
              </a:lnSpc>
              <a:spcBef>
                <a:spcPts val="0"/>
              </a:spcBef>
              <a:spcAft>
                <a:spcPts val="0"/>
              </a:spcAft>
              <a:buSzPts val="2200"/>
              <a:buNone/>
            </a:pPr>
            <a:r>
              <a:rPr lang="fr-FR" sz="1100">
                <a:solidFill>
                  <a:srgbClr val="00152C"/>
                </a:solidFill>
                <a:latin typeface="Space Grotesk"/>
                <a:ea typeface="Space Grotesk"/>
                <a:cs typeface="Space Grotesk"/>
                <a:sym typeface="Space Grotesk"/>
              </a:rPr>
              <a:t>4. Denying or restricting the rights of a person due to their membership in a certain group is an example of _____.</a:t>
            </a:r>
            <a:endParaRPr sz="1100">
              <a:solidFill>
                <a:srgbClr val="00152C"/>
              </a:solidFill>
            </a:endParaRPr>
          </a:p>
          <a:p>
            <a:pPr indent="-355600" lvl="0" marL="457200" rtl="0" algn="l">
              <a:lnSpc>
                <a:spcPct val="150000"/>
              </a:lnSpc>
              <a:spcBef>
                <a:spcPts val="0"/>
              </a:spcBef>
              <a:spcAft>
                <a:spcPts val="0"/>
              </a:spcAft>
              <a:buSzPts val="2000"/>
              <a:buFont typeface="Space Grotesk"/>
              <a:buChar char="➢"/>
            </a:pPr>
            <a:r>
              <a:rPr lang="fr-FR" sz="1100">
                <a:solidFill>
                  <a:srgbClr val="00152C"/>
                </a:solidFill>
                <a:latin typeface="Space Grotesk"/>
                <a:ea typeface="Space Grotesk"/>
                <a:cs typeface="Space Grotesk"/>
                <a:sym typeface="Space Grotesk"/>
              </a:rPr>
              <a:t>Discrimination</a:t>
            </a:r>
            <a:endParaRPr sz="1100">
              <a:solidFill>
                <a:srgbClr val="00152C"/>
              </a:solidFill>
            </a:endParaRPr>
          </a:p>
          <a:p>
            <a:pPr indent="-355600" lvl="0" marL="457200" rtl="0" algn="l">
              <a:lnSpc>
                <a:spcPct val="150000"/>
              </a:lnSpc>
              <a:spcBef>
                <a:spcPts val="0"/>
              </a:spcBef>
              <a:spcAft>
                <a:spcPts val="0"/>
              </a:spcAft>
              <a:buSzPts val="2000"/>
              <a:buFont typeface="Space Grotesk"/>
              <a:buChar char="➢"/>
            </a:pPr>
            <a:r>
              <a:rPr lang="fr-FR" sz="1100">
                <a:solidFill>
                  <a:srgbClr val="00152C"/>
                </a:solidFill>
                <a:latin typeface="Space Grotesk"/>
                <a:ea typeface="Space Grotesk"/>
                <a:cs typeface="Space Grotesk"/>
                <a:sym typeface="Space Grotesk"/>
              </a:rPr>
              <a:t>Persecution</a:t>
            </a:r>
            <a:endParaRPr sz="1100">
              <a:solidFill>
                <a:srgbClr val="00152C"/>
              </a:solidFill>
            </a:endParaRPr>
          </a:p>
          <a:p>
            <a:pPr indent="-355600" lvl="0" marL="457200" rtl="0" algn="l">
              <a:lnSpc>
                <a:spcPct val="150000"/>
              </a:lnSpc>
              <a:spcBef>
                <a:spcPts val="0"/>
              </a:spcBef>
              <a:spcAft>
                <a:spcPts val="0"/>
              </a:spcAft>
              <a:buSzPts val="2000"/>
              <a:buFont typeface="Space Grotesk"/>
              <a:buChar char="➢"/>
            </a:pPr>
            <a:r>
              <a:rPr lang="fr-FR" sz="1100">
                <a:solidFill>
                  <a:srgbClr val="00152C"/>
                </a:solidFill>
                <a:latin typeface="Space Grotesk"/>
                <a:ea typeface="Space Grotesk"/>
                <a:cs typeface="Space Grotesk"/>
                <a:sym typeface="Space Grotesk"/>
              </a:rPr>
              <a:t>Prejudice</a:t>
            </a:r>
            <a:endParaRPr sz="1100">
              <a:solidFill>
                <a:srgbClr val="00152C"/>
              </a:solidFill>
            </a:endParaRPr>
          </a:p>
          <a:p>
            <a:pPr indent="-355600" lvl="0" marL="457200" rtl="0" algn="l">
              <a:lnSpc>
                <a:spcPct val="150000"/>
              </a:lnSpc>
              <a:spcBef>
                <a:spcPts val="0"/>
              </a:spcBef>
              <a:spcAft>
                <a:spcPts val="0"/>
              </a:spcAft>
              <a:buSzPts val="2000"/>
              <a:buFont typeface="Space Grotesk"/>
              <a:buChar char="➢"/>
            </a:pPr>
            <a:r>
              <a:rPr lang="fr-FR" sz="1100">
                <a:solidFill>
                  <a:srgbClr val="00152C"/>
                </a:solidFill>
                <a:latin typeface="Space Grotesk"/>
                <a:ea typeface="Space Grotesk"/>
                <a:cs typeface="Space Grotesk"/>
                <a:sym typeface="Space Grotesk"/>
              </a:rPr>
              <a:t>Stereotype</a:t>
            </a:r>
            <a:endParaRPr sz="1100">
              <a:solidFill>
                <a:srgbClr val="00152C"/>
              </a:solidFill>
              <a:latin typeface="Space Grotesk"/>
              <a:ea typeface="Space Grotesk"/>
              <a:cs typeface="Space Grotesk"/>
              <a:sym typeface="Space Grotesk"/>
            </a:endParaRPr>
          </a:p>
          <a:p>
            <a:pPr indent="-228600" lvl="0" marL="457200" rtl="0" algn="l">
              <a:lnSpc>
                <a:spcPct val="150000"/>
              </a:lnSpc>
              <a:spcBef>
                <a:spcPts val="0"/>
              </a:spcBef>
              <a:spcAft>
                <a:spcPts val="0"/>
              </a:spcAft>
              <a:buSzPts val="2000"/>
              <a:buFont typeface="Space Grotesk"/>
              <a:buNone/>
            </a:pPr>
            <a:r>
              <a:t/>
            </a:r>
            <a:endParaRPr sz="1100">
              <a:solidFill>
                <a:srgbClr val="00152C"/>
              </a:solidFill>
            </a:endParaRPr>
          </a:p>
          <a:p>
            <a:pPr indent="-368300" lvl="0" marL="457200" rtl="0" algn="l">
              <a:lnSpc>
                <a:spcPct val="150000"/>
              </a:lnSpc>
              <a:spcBef>
                <a:spcPts val="0"/>
              </a:spcBef>
              <a:spcAft>
                <a:spcPts val="0"/>
              </a:spcAft>
              <a:buSzPts val="2200"/>
              <a:buNone/>
            </a:pPr>
            <a:r>
              <a:rPr lang="fr-FR" sz="1100">
                <a:solidFill>
                  <a:srgbClr val="00152C"/>
                </a:solidFill>
                <a:latin typeface="Space Grotesk"/>
                <a:ea typeface="Space Grotesk"/>
                <a:cs typeface="Space Grotesk"/>
                <a:sym typeface="Space Grotesk"/>
              </a:rPr>
              <a:t>5. This photo is an example of</a:t>
            </a:r>
            <a:endParaRPr sz="1100">
              <a:solidFill>
                <a:srgbClr val="00152C"/>
              </a:solidFill>
            </a:endParaRPr>
          </a:p>
          <a:p>
            <a:pPr indent="-368300" lvl="0" marL="457200" rtl="0" algn="l">
              <a:lnSpc>
                <a:spcPct val="150000"/>
              </a:lnSpc>
              <a:spcBef>
                <a:spcPts val="0"/>
              </a:spcBef>
              <a:spcAft>
                <a:spcPts val="0"/>
              </a:spcAft>
              <a:buSzPts val="2200"/>
              <a:buNone/>
            </a:pPr>
            <a:r>
              <a:t/>
            </a:r>
            <a:endParaRPr sz="1100">
              <a:solidFill>
                <a:srgbClr val="00152C"/>
              </a:solidFill>
              <a:latin typeface="Space Grotesk"/>
              <a:ea typeface="Space Grotesk"/>
              <a:cs typeface="Space Grotesk"/>
              <a:sym typeface="Space Grotesk"/>
            </a:endParaRPr>
          </a:p>
          <a:p>
            <a:pPr indent="-355600" lvl="0" marL="457200" rtl="0" algn="l">
              <a:lnSpc>
                <a:spcPct val="150000"/>
              </a:lnSpc>
              <a:spcBef>
                <a:spcPts val="0"/>
              </a:spcBef>
              <a:spcAft>
                <a:spcPts val="0"/>
              </a:spcAft>
              <a:buSzPts val="2000"/>
              <a:buChar char="➢"/>
            </a:pPr>
            <a:r>
              <a:rPr lang="fr-FR" sz="1100">
                <a:solidFill>
                  <a:srgbClr val="00152C"/>
                </a:solidFill>
              </a:rPr>
              <a:t>Discrimination</a:t>
            </a:r>
            <a:endParaRPr sz="1100">
              <a:solidFill>
                <a:srgbClr val="00152C"/>
              </a:solidFill>
            </a:endParaRPr>
          </a:p>
          <a:p>
            <a:pPr indent="-355600" lvl="0" marL="457200" rtl="0" algn="l">
              <a:lnSpc>
                <a:spcPct val="150000"/>
              </a:lnSpc>
              <a:spcBef>
                <a:spcPts val="0"/>
              </a:spcBef>
              <a:spcAft>
                <a:spcPts val="0"/>
              </a:spcAft>
              <a:buSzPts val="2000"/>
              <a:buChar char="➢"/>
            </a:pPr>
            <a:r>
              <a:rPr lang="fr-FR" sz="1100">
                <a:solidFill>
                  <a:srgbClr val="00152C"/>
                </a:solidFill>
              </a:rPr>
              <a:t>Stereotype</a:t>
            </a:r>
            <a:endParaRPr sz="1100">
              <a:solidFill>
                <a:srgbClr val="00152C"/>
              </a:solidFill>
            </a:endParaRPr>
          </a:p>
          <a:p>
            <a:pPr indent="-355600" lvl="0" marL="457200" rtl="0" algn="l">
              <a:lnSpc>
                <a:spcPct val="150000"/>
              </a:lnSpc>
              <a:spcBef>
                <a:spcPts val="0"/>
              </a:spcBef>
              <a:spcAft>
                <a:spcPts val="0"/>
              </a:spcAft>
              <a:buSzPts val="2000"/>
              <a:buChar char="➢"/>
            </a:pPr>
            <a:r>
              <a:rPr lang="fr-FR" sz="1100">
                <a:solidFill>
                  <a:srgbClr val="00152C"/>
                </a:solidFill>
              </a:rPr>
              <a:t>Prejudice</a:t>
            </a:r>
            <a:endParaRPr sz="1100">
              <a:solidFill>
                <a:srgbClr val="00152C"/>
              </a:solidFill>
            </a:endParaRPr>
          </a:p>
          <a:p>
            <a:pPr indent="-368300" lvl="0" marL="457200" rtl="0" algn="l">
              <a:lnSpc>
                <a:spcPct val="150000"/>
              </a:lnSpc>
              <a:spcBef>
                <a:spcPts val="0"/>
              </a:spcBef>
              <a:spcAft>
                <a:spcPts val="0"/>
              </a:spcAft>
              <a:buSzPts val="2200"/>
              <a:buNone/>
            </a:pPr>
            <a:r>
              <a:t/>
            </a:r>
            <a:endParaRPr sz="1100">
              <a:solidFill>
                <a:srgbClr val="00152C"/>
              </a:solidFill>
              <a:latin typeface="Space Grotesk"/>
              <a:ea typeface="Space Grotesk"/>
              <a:cs typeface="Space Grotesk"/>
              <a:sym typeface="Space Grotesk"/>
            </a:endParaRPr>
          </a:p>
          <a:p>
            <a:pPr indent="-368300" lvl="0" marL="457200" rtl="0" algn="l">
              <a:lnSpc>
                <a:spcPct val="150000"/>
              </a:lnSpc>
              <a:spcBef>
                <a:spcPts val="0"/>
              </a:spcBef>
              <a:spcAft>
                <a:spcPts val="0"/>
              </a:spcAft>
              <a:buSzPts val="2200"/>
              <a:buNone/>
            </a:pPr>
            <a:r>
              <a:rPr lang="fr-FR" sz="1100">
                <a:solidFill>
                  <a:srgbClr val="00152C"/>
                </a:solidFill>
                <a:latin typeface="Space Grotesk"/>
                <a:ea typeface="Space Grotesk"/>
                <a:cs typeface="Space Grotesk"/>
                <a:sym typeface="Space Grotesk"/>
              </a:rPr>
              <a:t>6. What is this picture suggesting?</a:t>
            </a:r>
            <a:endParaRPr sz="1100">
              <a:solidFill>
                <a:srgbClr val="00152C"/>
              </a:solidFill>
            </a:endParaRPr>
          </a:p>
          <a:p>
            <a:pPr indent="-355600" lvl="0" marL="457200" rtl="0" algn="l">
              <a:lnSpc>
                <a:spcPct val="150000"/>
              </a:lnSpc>
              <a:spcBef>
                <a:spcPts val="0"/>
              </a:spcBef>
              <a:spcAft>
                <a:spcPts val="0"/>
              </a:spcAft>
              <a:buSzPts val="2000"/>
              <a:buChar char="➢"/>
            </a:pPr>
            <a:r>
              <a:rPr lang="fr-FR" sz="1100">
                <a:solidFill>
                  <a:srgbClr val="00152C"/>
                </a:solidFill>
              </a:rPr>
              <a:t>Prejudice</a:t>
            </a:r>
            <a:endParaRPr sz="1100">
              <a:solidFill>
                <a:srgbClr val="00152C"/>
              </a:solidFill>
            </a:endParaRPr>
          </a:p>
          <a:p>
            <a:pPr indent="-355600" lvl="0" marL="457200" rtl="0" algn="l">
              <a:lnSpc>
                <a:spcPct val="150000"/>
              </a:lnSpc>
              <a:spcBef>
                <a:spcPts val="0"/>
              </a:spcBef>
              <a:spcAft>
                <a:spcPts val="0"/>
              </a:spcAft>
              <a:buSzPts val="2000"/>
              <a:buChar char="➢"/>
            </a:pPr>
            <a:r>
              <a:rPr lang="fr-FR" sz="1100">
                <a:solidFill>
                  <a:srgbClr val="00152C"/>
                </a:solidFill>
              </a:rPr>
              <a:t>Discrimination</a:t>
            </a:r>
            <a:endParaRPr sz="1100">
              <a:solidFill>
                <a:srgbClr val="00152C"/>
              </a:solidFill>
            </a:endParaRPr>
          </a:p>
          <a:p>
            <a:pPr indent="-355600" lvl="0" marL="457200" rtl="0" algn="l">
              <a:lnSpc>
                <a:spcPct val="150000"/>
              </a:lnSpc>
              <a:spcBef>
                <a:spcPts val="0"/>
              </a:spcBef>
              <a:spcAft>
                <a:spcPts val="0"/>
              </a:spcAft>
              <a:buSzPts val="2000"/>
              <a:buChar char="➢"/>
            </a:pPr>
            <a:r>
              <a:rPr lang="fr-FR" sz="1100">
                <a:solidFill>
                  <a:srgbClr val="00152C"/>
                </a:solidFill>
              </a:rPr>
              <a:t>Stereotype</a:t>
            </a:r>
            <a:endParaRPr sz="1100">
              <a:solidFill>
                <a:srgbClr val="00152C"/>
              </a:solidFill>
            </a:endParaRPr>
          </a:p>
          <a:p>
            <a:pPr indent="-355600" lvl="0" marL="457200" rtl="0" algn="l">
              <a:lnSpc>
                <a:spcPct val="150000"/>
              </a:lnSpc>
              <a:spcBef>
                <a:spcPts val="0"/>
              </a:spcBef>
              <a:spcAft>
                <a:spcPts val="0"/>
              </a:spcAft>
              <a:buSzPts val="2000"/>
              <a:buChar char="➢"/>
            </a:pPr>
            <a:r>
              <a:rPr lang="fr-FR" sz="1100">
                <a:solidFill>
                  <a:srgbClr val="00152C"/>
                </a:solidFill>
              </a:rPr>
              <a:t>All of the above</a:t>
            </a:r>
            <a:endParaRPr sz="1100">
              <a:solidFill>
                <a:srgbClr val="00152C"/>
              </a:solidFill>
            </a:endParaRPr>
          </a:p>
          <a:p>
            <a:pPr indent="-368300" lvl="0" marL="457200" rtl="0" algn="l">
              <a:lnSpc>
                <a:spcPct val="115000"/>
              </a:lnSpc>
              <a:spcBef>
                <a:spcPts val="0"/>
              </a:spcBef>
              <a:spcAft>
                <a:spcPts val="0"/>
              </a:spcAft>
              <a:buSzPts val="2200"/>
              <a:buNone/>
            </a:pPr>
            <a:r>
              <a:t/>
            </a:r>
            <a:endParaRPr sz="1200"/>
          </a:p>
        </p:txBody>
      </p:sp>
      <p:sp>
        <p:nvSpPr>
          <p:cNvPr id="1160" name="Google Shape;1160;p39"/>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pic>
        <p:nvPicPr>
          <p:cNvPr descr="L2FwcGhvc3RpbmdfcHJvZC9ibG9icy9BRW5CMlVwV0txMUZlanNXd2ZOM0c0NURsRTgxR2JaLUNrNzMycGVSV0VvWklkbVhpQ0hKSlFyYXVQallfTlBqZjV4VTNhV0hmZ2dRdlRhM2p6aFI4M2ZWVV9oNzlwRjhpdy44OWo1VEd1bHI3VjNYdW.jpg" id="1161" name="Google Shape;1161;p39"/>
          <p:cNvPicPr preferRelativeResize="0"/>
          <p:nvPr/>
        </p:nvPicPr>
        <p:blipFill rotWithShape="1">
          <a:blip r:embed="rId3">
            <a:alphaModFix/>
          </a:blip>
          <a:srcRect b="0" l="0" r="0" t="0"/>
          <a:stretch/>
        </p:blipFill>
        <p:spPr>
          <a:xfrm>
            <a:off x="3905402" y="1740762"/>
            <a:ext cx="4572032" cy="1285884"/>
          </a:xfrm>
          <a:prstGeom prst="rect">
            <a:avLst/>
          </a:prstGeom>
          <a:noFill/>
          <a:ln>
            <a:noFill/>
          </a:ln>
        </p:spPr>
      </p:pic>
      <p:pic>
        <p:nvPicPr>
          <p:cNvPr descr="L2FwcGhvc3RpbmdfcHJvZC9ibG9icy9BRW5CMlVvc1JpUXhBMGFjaUgwYVROVW9uNlMxdFF5c1QzdDBGTDlzajVpNVBSbVlod0hzN3h2NG50SEFPMTRuS3Bnb0lZX0hnNFYzeElRREZ1bFJoeWxKbkY3UGgzeWRtdy42NzhoTWF6WkEwWU96V2.jpg" id="1162" name="Google Shape;1162;p39"/>
          <p:cNvPicPr preferRelativeResize="0"/>
          <p:nvPr/>
        </p:nvPicPr>
        <p:blipFill rotWithShape="1">
          <a:blip r:embed="rId4">
            <a:alphaModFix/>
          </a:blip>
          <a:srcRect b="0" l="0" r="0" t="0"/>
          <a:stretch/>
        </p:blipFill>
        <p:spPr>
          <a:xfrm>
            <a:off x="3905402" y="3078779"/>
            <a:ext cx="4572032" cy="1619250"/>
          </a:xfrm>
          <a:prstGeom prst="rect">
            <a:avLst/>
          </a:prstGeom>
          <a:noFill/>
          <a:ln>
            <a:noFill/>
          </a:ln>
        </p:spPr>
      </p:pic>
      <p:sp>
        <p:nvSpPr>
          <p:cNvPr id="1163" name="Google Shape;1163;p39"/>
          <p:cNvSpPr/>
          <p:nvPr/>
        </p:nvSpPr>
        <p:spPr>
          <a:xfrm>
            <a:off x="533958" y="501793"/>
            <a:ext cx="1785900" cy="342378"/>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64" name="Google Shape;1164;p39"/>
          <p:cNvSpPr/>
          <p:nvPr/>
        </p:nvSpPr>
        <p:spPr>
          <a:xfrm>
            <a:off x="533958" y="3200250"/>
            <a:ext cx="1928700" cy="2859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65" name="Google Shape;1165;p39"/>
          <p:cNvSpPr/>
          <p:nvPr/>
        </p:nvSpPr>
        <p:spPr>
          <a:xfrm>
            <a:off x="391146" y="5513110"/>
            <a:ext cx="1928700" cy="2859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1"/>
                                        </p:tgtEl>
                                        <p:attrNameLst>
                                          <p:attrName>style.visibility</p:attrName>
                                        </p:attrNameLst>
                                      </p:cBhvr>
                                      <p:to>
                                        <p:strVal val="visible"/>
                                      </p:to>
                                    </p:set>
                                    <p:animEffect filter="fade" transition="in">
                                      <p:cBhvr>
                                        <p:cTn dur="500"/>
                                        <p:tgtEl>
                                          <p:spTgt spid="1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gtEl>
                                        <p:attrNameLst>
                                          <p:attrName>style.visibility</p:attrName>
                                        </p:attrNameLst>
                                      </p:cBhvr>
                                      <p:to>
                                        <p:strVal val="visible"/>
                                      </p:to>
                                    </p:set>
                                    <p:animEffect filter="fade" transition="in">
                                      <p:cBhvr>
                                        <p:cTn dur="500"/>
                                        <p:tgtEl>
                                          <p:spTgt spid="1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3"/>
                                        </p:tgtEl>
                                        <p:attrNameLst>
                                          <p:attrName>style.visibility</p:attrName>
                                        </p:attrNameLst>
                                      </p:cBhvr>
                                      <p:to>
                                        <p:strVal val="visible"/>
                                      </p:to>
                                    </p:set>
                                    <p:animEffect filter="fade" transition="in">
                                      <p:cBhvr>
                                        <p:cTn dur="500"/>
                                        <p:tgtEl>
                                          <p:spTgt spid="1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gtEl>
                                        <p:attrNameLst>
                                          <p:attrName>style.visibility</p:attrName>
                                        </p:attrNameLst>
                                      </p:cBhvr>
                                      <p:to>
                                        <p:strVal val="visible"/>
                                      </p:to>
                                    </p:set>
                                    <p:animEffect filter="fade" transition="in">
                                      <p:cBhvr>
                                        <p:cTn dur="500"/>
                                        <p:tgtEl>
                                          <p:spTgt spid="1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gtEl>
                                        <p:attrNameLst>
                                          <p:attrName>style.visibility</p:attrName>
                                        </p:attrNameLst>
                                      </p:cBhvr>
                                      <p:to>
                                        <p:strVal val="visible"/>
                                      </p:to>
                                    </p:set>
                                    <p:animEffect filter="fade" transition="in">
                                      <p:cBhvr>
                                        <p:cTn dur="500"/>
                                        <p:tgtEl>
                                          <p:spTgt spid="1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40"/>
          <p:cNvSpPr txBox="1"/>
          <p:nvPr>
            <p:ph idx="1" type="body"/>
          </p:nvPr>
        </p:nvSpPr>
        <p:spPr>
          <a:xfrm>
            <a:off x="855300" y="357172"/>
            <a:ext cx="7145724" cy="4030753"/>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Char char="➢"/>
            </a:pPr>
            <a:r>
              <a:rPr lang="fr-FR" sz="1400"/>
              <a:t>The scary thing about unconscious biases is they affect us all, and we can be oblivious to their power. They are formed by the culture that surrounds us – environment, media, stories and language all influence how we think and behave toward a particular group of people. </a:t>
            </a:r>
            <a:endParaRPr/>
          </a:p>
          <a:p>
            <a:pPr indent="-368300" lvl="0" marL="457200" rtl="0" algn="l">
              <a:lnSpc>
                <a:spcPct val="115000"/>
              </a:lnSpc>
              <a:spcBef>
                <a:spcPts val="0"/>
              </a:spcBef>
              <a:spcAft>
                <a:spcPts val="0"/>
              </a:spcAft>
              <a:buSzPts val="2200"/>
              <a:buNone/>
            </a:pPr>
            <a:r>
              <a:t/>
            </a:r>
            <a:endParaRPr sz="1400"/>
          </a:p>
          <a:p>
            <a:pPr indent="-228600" lvl="0" marL="457200" rtl="0" algn="l">
              <a:lnSpc>
                <a:spcPct val="115000"/>
              </a:lnSpc>
              <a:spcBef>
                <a:spcPts val="0"/>
              </a:spcBef>
              <a:spcAft>
                <a:spcPts val="0"/>
              </a:spcAft>
              <a:buSzPts val="2200"/>
              <a:buNone/>
            </a:pPr>
            <a:r>
              <a:t/>
            </a:r>
            <a:endParaRPr sz="1400"/>
          </a:p>
          <a:p>
            <a:pPr indent="-368300" lvl="0" marL="457200" rtl="0" algn="l">
              <a:lnSpc>
                <a:spcPct val="115000"/>
              </a:lnSpc>
              <a:spcBef>
                <a:spcPts val="0"/>
              </a:spcBef>
              <a:spcAft>
                <a:spcPts val="0"/>
              </a:spcAft>
              <a:buSzPts val="2200"/>
              <a:buChar char="➢"/>
            </a:pPr>
            <a:r>
              <a:rPr lang="fr-FR" sz="1400"/>
              <a:t>To demonstrate this, take a look at this old riddle.</a:t>
            </a:r>
            <a:endParaRPr/>
          </a:p>
          <a:p>
            <a:pPr indent="-228600" lvl="0" marL="457200" rtl="0" algn="l">
              <a:lnSpc>
                <a:spcPct val="115000"/>
              </a:lnSpc>
              <a:spcBef>
                <a:spcPts val="0"/>
              </a:spcBef>
              <a:spcAft>
                <a:spcPts val="0"/>
              </a:spcAft>
              <a:buSzPts val="2200"/>
              <a:buNone/>
            </a:pPr>
            <a:r>
              <a:t/>
            </a:r>
            <a:endParaRPr sz="1400"/>
          </a:p>
          <a:p>
            <a:pPr indent="-368300" lvl="0" marL="457200" rtl="0" algn="l">
              <a:lnSpc>
                <a:spcPct val="115000"/>
              </a:lnSpc>
              <a:spcBef>
                <a:spcPts val="0"/>
              </a:spcBef>
              <a:spcAft>
                <a:spcPts val="0"/>
              </a:spcAft>
              <a:buSzPts val="2200"/>
              <a:buChar char="➢"/>
            </a:pPr>
            <a:r>
              <a:rPr lang="fr-FR" sz="1400"/>
              <a:t> A father and son are in a car accident. The father dies at the scene and the son, badly injured, is rushed to hospital. In the operating room, the surgeon looks at the boy and says, “I can’t operate on this boy. He is my son”. </a:t>
            </a:r>
            <a:endParaRPr/>
          </a:p>
          <a:p>
            <a:pPr indent="-228600" lvl="0" marL="457200" rtl="0" algn="l">
              <a:lnSpc>
                <a:spcPct val="115000"/>
              </a:lnSpc>
              <a:spcBef>
                <a:spcPts val="0"/>
              </a:spcBef>
              <a:spcAft>
                <a:spcPts val="0"/>
              </a:spcAft>
              <a:buSzPts val="2200"/>
              <a:buNone/>
            </a:pPr>
            <a:r>
              <a:t/>
            </a:r>
            <a:endParaRPr sz="1400"/>
          </a:p>
          <a:p>
            <a:pPr indent="-368300" lvl="0" marL="457200" rtl="0" algn="l">
              <a:lnSpc>
                <a:spcPct val="115000"/>
              </a:lnSpc>
              <a:spcBef>
                <a:spcPts val="0"/>
              </a:spcBef>
              <a:spcAft>
                <a:spcPts val="0"/>
              </a:spcAft>
              <a:buSzPts val="2200"/>
              <a:buChar char="➢"/>
            </a:pPr>
            <a:r>
              <a:rPr lang="fr-FR" sz="1400"/>
              <a:t>How can this be?</a:t>
            </a:r>
            <a:endParaRPr/>
          </a:p>
          <a:p>
            <a:pPr indent="-228600" lvl="0" marL="457200" rtl="0" algn="l">
              <a:lnSpc>
                <a:spcPct val="115000"/>
              </a:lnSpc>
              <a:spcBef>
                <a:spcPts val="0"/>
              </a:spcBef>
              <a:spcAft>
                <a:spcPts val="0"/>
              </a:spcAft>
              <a:buSzPts val="2200"/>
              <a:buNone/>
            </a:pPr>
            <a:r>
              <a:t/>
            </a:r>
            <a:endParaRPr sz="1200"/>
          </a:p>
        </p:txBody>
      </p:sp>
      <p:sp>
        <p:nvSpPr>
          <p:cNvPr id="1171" name="Google Shape;1171;p40"/>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xEl>
                                              <p:pRg end="0" st="0"/>
                                            </p:txEl>
                                          </p:spTgt>
                                        </p:tgtEl>
                                        <p:attrNameLst>
                                          <p:attrName>style.visibility</p:attrName>
                                        </p:attrNameLst>
                                      </p:cBhvr>
                                      <p:to>
                                        <p:strVal val="visible"/>
                                      </p:to>
                                    </p:set>
                                    <p:animEffect filter="fade" transition="in">
                                      <p:cBhvr>
                                        <p:cTn dur="2000"/>
                                        <p:tgtEl>
                                          <p:spTgt spid="11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xEl>
                                              <p:pRg end="1" st="1"/>
                                            </p:txEl>
                                          </p:spTgt>
                                        </p:tgtEl>
                                        <p:attrNameLst>
                                          <p:attrName>style.visibility</p:attrName>
                                        </p:attrNameLst>
                                      </p:cBhvr>
                                      <p:to>
                                        <p:strVal val="visible"/>
                                      </p:to>
                                    </p:set>
                                    <p:animEffect filter="fade" transition="in">
                                      <p:cBhvr>
                                        <p:cTn dur="2000"/>
                                        <p:tgtEl>
                                          <p:spTgt spid="11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xEl>
                                              <p:pRg end="2" st="2"/>
                                            </p:txEl>
                                          </p:spTgt>
                                        </p:tgtEl>
                                        <p:attrNameLst>
                                          <p:attrName>style.visibility</p:attrName>
                                        </p:attrNameLst>
                                      </p:cBhvr>
                                      <p:to>
                                        <p:strVal val="visible"/>
                                      </p:to>
                                    </p:set>
                                    <p:animEffect filter="fade" transition="in">
                                      <p:cBhvr>
                                        <p:cTn dur="2000"/>
                                        <p:tgtEl>
                                          <p:spTgt spid="11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xEl>
                                              <p:pRg end="3" st="3"/>
                                            </p:txEl>
                                          </p:spTgt>
                                        </p:tgtEl>
                                        <p:attrNameLst>
                                          <p:attrName>style.visibility</p:attrName>
                                        </p:attrNameLst>
                                      </p:cBhvr>
                                      <p:to>
                                        <p:strVal val="visible"/>
                                      </p:to>
                                    </p:set>
                                    <p:animEffect filter="fade" transition="in">
                                      <p:cBhvr>
                                        <p:cTn dur="2000"/>
                                        <p:tgtEl>
                                          <p:spTgt spid="11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xEl>
                                              <p:pRg end="4" st="4"/>
                                            </p:txEl>
                                          </p:spTgt>
                                        </p:tgtEl>
                                        <p:attrNameLst>
                                          <p:attrName>style.visibility</p:attrName>
                                        </p:attrNameLst>
                                      </p:cBhvr>
                                      <p:to>
                                        <p:strVal val="visible"/>
                                      </p:to>
                                    </p:set>
                                    <p:animEffect filter="fade" transition="in">
                                      <p:cBhvr>
                                        <p:cTn dur="2000"/>
                                        <p:tgtEl>
                                          <p:spTgt spid="11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xEl>
                                              <p:pRg end="5" st="5"/>
                                            </p:txEl>
                                          </p:spTgt>
                                        </p:tgtEl>
                                        <p:attrNameLst>
                                          <p:attrName>style.visibility</p:attrName>
                                        </p:attrNameLst>
                                      </p:cBhvr>
                                      <p:to>
                                        <p:strVal val="visible"/>
                                      </p:to>
                                    </p:set>
                                    <p:animEffect filter="fade" transition="in">
                                      <p:cBhvr>
                                        <p:cTn dur="2000"/>
                                        <p:tgtEl>
                                          <p:spTgt spid="11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xEl>
                                              <p:pRg end="6" st="6"/>
                                            </p:txEl>
                                          </p:spTgt>
                                        </p:tgtEl>
                                        <p:attrNameLst>
                                          <p:attrName>style.visibility</p:attrName>
                                        </p:attrNameLst>
                                      </p:cBhvr>
                                      <p:to>
                                        <p:strVal val="visible"/>
                                      </p:to>
                                    </p:set>
                                    <p:animEffect filter="fade" transition="in">
                                      <p:cBhvr>
                                        <p:cTn dur="2000"/>
                                        <p:tgtEl>
                                          <p:spTgt spid="117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xEl>
                                              <p:pRg end="7" st="7"/>
                                            </p:txEl>
                                          </p:spTgt>
                                        </p:tgtEl>
                                        <p:attrNameLst>
                                          <p:attrName>style.visibility</p:attrName>
                                        </p:attrNameLst>
                                      </p:cBhvr>
                                      <p:to>
                                        <p:strVal val="visible"/>
                                      </p:to>
                                    </p:set>
                                    <p:animEffect filter="fade" transition="in">
                                      <p:cBhvr>
                                        <p:cTn dur="2000"/>
                                        <p:tgtEl>
                                          <p:spTgt spid="117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xEl>
                                              <p:pRg end="8" st="8"/>
                                            </p:txEl>
                                          </p:spTgt>
                                        </p:tgtEl>
                                        <p:attrNameLst>
                                          <p:attrName>style.visibility</p:attrName>
                                        </p:attrNameLst>
                                      </p:cBhvr>
                                      <p:to>
                                        <p:strVal val="visible"/>
                                      </p:to>
                                    </p:set>
                                    <p:animEffect filter="fade" transition="in">
                                      <p:cBhvr>
                                        <p:cTn dur="2000"/>
                                        <p:tgtEl>
                                          <p:spTgt spid="1170">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41"/>
          <p:cNvSpPr txBox="1"/>
          <p:nvPr>
            <p:ph idx="1" type="body"/>
          </p:nvPr>
        </p:nvSpPr>
        <p:spPr>
          <a:xfrm>
            <a:off x="571472" y="1285866"/>
            <a:ext cx="7715304" cy="3102059"/>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Char char="➢"/>
            </a:pPr>
            <a:r>
              <a:rPr lang="fr-FR" sz="1200"/>
              <a:t>If your immediate reaction is puzzlement, it’s because your unconscious mind has tricked you to think ‘male’ on reading surgeon. The association that surgeon equals male is part of a stereotype. A glitch in your brain prevented you from figuring out that the surgeon must be the boy’s mother.</a:t>
            </a:r>
            <a:endParaRPr/>
          </a:p>
          <a:p>
            <a:pPr indent="-228600" lvl="0" marL="457200" rtl="0" algn="l">
              <a:lnSpc>
                <a:spcPct val="115000"/>
              </a:lnSpc>
              <a:spcBef>
                <a:spcPts val="0"/>
              </a:spcBef>
              <a:spcAft>
                <a:spcPts val="0"/>
              </a:spcAft>
              <a:buSzPts val="2200"/>
              <a:buNone/>
            </a:pPr>
            <a:r>
              <a:t/>
            </a:r>
            <a:endParaRPr sz="1200"/>
          </a:p>
          <a:p>
            <a:pPr indent="-228600" lvl="0" marL="457200" rtl="0" algn="l">
              <a:lnSpc>
                <a:spcPct val="115000"/>
              </a:lnSpc>
              <a:spcBef>
                <a:spcPts val="0"/>
              </a:spcBef>
              <a:spcAft>
                <a:spcPts val="0"/>
              </a:spcAft>
              <a:buSzPts val="2200"/>
              <a:buNone/>
            </a:pPr>
            <a:r>
              <a:t/>
            </a:r>
            <a:endParaRPr sz="1200"/>
          </a:p>
          <a:p>
            <a:pPr indent="-368300" lvl="0" marL="457200" rtl="0" algn="l">
              <a:lnSpc>
                <a:spcPct val="115000"/>
              </a:lnSpc>
              <a:spcBef>
                <a:spcPts val="0"/>
              </a:spcBef>
              <a:spcAft>
                <a:spcPts val="0"/>
              </a:spcAft>
              <a:buSzPts val="2200"/>
              <a:buNone/>
            </a:pPr>
            <a:r>
              <a:t/>
            </a:r>
            <a:endParaRPr sz="1200"/>
          </a:p>
          <a:p>
            <a:pPr indent="-368300" lvl="0" marL="457200" rtl="0" algn="l">
              <a:lnSpc>
                <a:spcPct val="115000"/>
              </a:lnSpc>
              <a:spcBef>
                <a:spcPts val="0"/>
              </a:spcBef>
              <a:spcAft>
                <a:spcPts val="0"/>
              </a:spcAft>
              <a:buSzPts val="2200"/>
              <a:buChar char="➢"/>
            </a:pPr>
            <a:r>
              <a:rPr lang="fr-FR" sz="1200"/>
              <a:t> About 40% of people make this mistake when presented with the riddle. </a:t>
            </a:r>
            <a:endParaRPr/>
          </a:p>
          <a:p>
            <a:pPr indent="-228600" lvl="0" marL="457200" rtl="0" algn="l">
              <a:lnSpc>
                <a:spcPct val="115000"/>
              </a:lnSpc>
              <a:spcBef>
                <a:spcPts val="0"/>
              </a:spcBef>
              <a:spcAft>
                <a:spcPts val="0"/>
              </a:spcAft>
              <a:buSzPts val="2200"/>
              <a:buNone/>
            </a:pPr>
            <a:r>
              <a:t/>
            </a:r>
            <a:endParaRPr sz="1200"/>
          </a:p>
          <a:p>
            <a:pPr indent="-228600" lvl="0" marL="457200" rtl="0" algn="l">
              <a:lnSpc>
                <a:spcPct val="115000"/>
              </a:lnSpc>
              <a:spcBef>
                <a:spcPts val="0"/>
              </a:spcBef>
              <a:spcAft>
                <a:spcPts val="0"/>
              </a:spcAft>
              <a:buSzPts val="2200"/>
              <a:buNone/>
            </a:pPr>
            <a:r>
              <a:t/>
            </a:r>
            <a:endParaRPr sz="1200"/>
          </a:p>
          <a:p>
            <a:pPr indent="-368300" lvl="0" marL="457200" rtl="0" algn="l">
              <a:lnSpc>
                <a:spcPct val="115000"/>
              </a:lnSpc>
              <a:spcBef>
                <a:spcPts val="0"/>
              </a:spcBef>
              <a:spcAft>
                <a:spcPts val="0"/>
              </a:spcAft>
              <a:buSzPts val="2200"/>
              <a:buChar char="➢"/>
            </a:pPr>
            <a:r>
              <a:rPr lang="fr-FR" sz="1200"/>
              <a:t>This is prejudice, and it is often wrong. </a:t>
            </a:r>
            <a:endParaRPr sz="1200"/>
          </a:p>
        </p:txBody>
      </p:sp>
      <p:sp>
        <p:nvSpPr>
          <p:cNvPr id="1177" name="Google Shape;1177;p41"/>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1178" name="Google Shape;1178;p41"/>
          <p:cNvSpPr/>
          <p:nvPr/>
        </p:nvSpPr>
        <p:spPr>
          <a:xfrm>
            <a:off x="4500562" y="3143254"/>
            <a:ext cx="3643338" cy="1428760"/>
          </a:xfrm>
          <a:prstGeom prst="horizontalScroll">
            <a:avLst>
              <a:gd fmla="val 12500" name="adj"/>
            </a:avLst>
          </a:prstGeom>
          <a:solidFill>
            <a:schemeClr val="accent1"/>
          </a:solid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lt1"/>
                </a:solidFill>
                <a:latin typeface="Aparajita"/>
                <a:ea typeface="Aparajita"/>
                <a:cs typeface="Aparajita"/>
                <a:sym typeface="Aparajita"/>
              </a:rPr>
              <a:t>We don’t see things as they are we see things as we are</a:t>
            </a:r>
            <a:r>
              <a:rPr b="0" i="0" lang="fr-FR" sz="1400" u="none" cap="none" strike="noStrike">
                <a:solidFill>
                  <a:schemeClr val="lt1"/>
                </a:solidFill>
                <a:latin typeface="Arial"/>
                <a:ea typeface="Arial"/>
                <a:cs typeface="Arial"/>
                <a:sym typeface="Arial"/>
              </a:rPr>
              <a:t>.</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0" st="0"/>
                                            </p:txEl>
                                          </p:spTgt>
                                        </p:tgtEl>
                                        <p:attrNameLst>
                                          <p:attrName>style.visibility</p:attrName>
                                        </p:attrNameLst>
                                      </p:cBhvr>
                                      <p:to>
                                        <p:strVal val="visible"/>
                                      </p:to>
                                    </p:set>
                                    <p:animEffect filter="fade" transition="in">
                                      <p:cBhvr>
                                        <p:cTn dur="2000"/>
                                        <p:tgtEl>
                                          <p:spTgt spid="11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1" st="1"/>
                                            </p:txEl>
                                          </p:spTgt>
                                        </p:tgtEl>
                                        <p:attrNameLst>
                                          <p:attrName>style.visibility</p:attrName>
                                        </p:attrNameLst>
                                      </p:cBhvr>
                                      <p:to>
                                        <p:strVal val="visible"/>
                                      </p:to>
                                    </p:set>
                                    <p:animEffect filter="fade" transition="in">
                                      <p:cBhvr>
                                        <p:cTn dur="2000"/>
                                        <p:tgtEl>
                                          <p:spTgt spid="11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2" st="2"/>
                                            </p:txEl>
                                          </p:spTgt>
                                        </p:tgtEl>
                                        <p:attrNameLst>
                                          <p:attrName>style.visibility</p:attrName>
                                        </p:attrNameLst>
                                      </p:cBhvr>
                                      <p:to>
                                        <p:strVal val="visible"/>
                                      </p:to>
                                    </p:set>
                                    <p:animEffect filter="fade" transition="in">
                                      <p:cBhvr>
                                        <p:cTn dur="2000"/>
                                        <p:tgtEl>
                                          <p:spTgt spid="11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3" st="3"/>
                                            </p:txEl>
                                          </p:spTgt>
                                        </p:tgtEl>
                                        <p:attrNameLst>
                                          <p:attrName>style.visibility</p:attrName>
                                        </p:attrNameLst>
                                      </p:cBhvr>
                                      <p:to>
                                        <p:strVal val="visible"/>
                                      </p:to>
                                    </p:set>
                                    <p:animEffect filter="fade" transition="in">
                                      <p:cBhvr>
                                        <p:cTn dur="2000"/>
                                        <p:tgtEl>
                                          <p:spTgt spid="11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4" st="4"/>
                                            </p:txEl>
                                          </p:spTgt>
                                        </p:tgtEl>
                                        <p:attrNameLst>
                                          <p:attrName>style.visibility</p:attrName>
                                        </p:attrNameLst>
                                      </p:cBhvr>
                                      <p:to>
                                        <p:strVal val="visible"/>
                                      </p:to>
                                    </p:set>
                                    <p:animEffect filter="fade" transition="in">
                                      <p:cBhvr>
                                        <p:cTn dur="2000"/>
                                        <p:tgtEl>
                                          <p:spTgt spid="11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5" st="5"/>
                                            </p:txEl>
                                          </p:spTgt>
                                        </p:tgtEl>
                                        <p:attrNameLst>
                                          <p:attrName>style.visibility</p:attrName>
                                        </p:attrNameLst>
                                      </p:cBhvr>
                                      <p:to>
                                        <p:strVal val="visible"/>
                                      </p:to>
                                    </p:set>
                                    <p:animEffect filter="fade" transition="in">
                                      <p:cBhvr>
                                        <p:cTn dur="2000"/>
                                        <p:tgtEl>
                                          <p:spTgt spid="117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6" st="6"/>
                                            </p:txEl>
                                          </p:spTgt>
                                        </p:tgtEl>
                                        <p:attrNameLst>
                                          <p:attrName>style.visibility</p:attrName>
                                        </p:attrNameLst>
                                      </p:cBhvr>
                                      <p:to>
                                        <p:strVal val="visible"/>
                                      </p:to>
                                    </p:set>
                                    <p:animEffect filter="fade" transition="in">
                                      <p:cBhvr>
                                        <p:cTn dur="2000"/>
                                        <p:tgtEl>
                                          <p:spTgt spid="117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7" st="7"/>
                                            </p:txEl>
                                          </p:spTgt>
                                        </p:tgtEl>
                                        <p:attrNameLst>
                                          <p:attrName>style.visibility</p:attrName>
                                        </p:attrNameLst>
                                      </p:cBhvr>
                                      <p:to>
                                        <p:strVal val="visible"/>
                                      </p:to>
                                    </p:set>
                                    <p:animEffect filter="fade" transition="in">
                                      <p:cBhvr>
                                        <p:cTn dur="2000"/>
                                        <p:tgtEl>
                                          <p:spTgt spid="117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8">
                                            <p:txEl>
                                              <p:pRg end="0" st="0"/>
                                            </p:txEl>
                                          </p:spTgt>
                                        </p:tgtEl>
                                        <p:attrNameLst>
                                          <p:attrName>style.visibility</p:attrName>
                                        </p:attrNameLst>
                                      </p:cBhvr>
                                      <p:to>
                                        <p:strVal val="visible"/>
                                      </p:to>
                                    </p:set>
                                    <p:anim calcmode="lin" valueType="num">
                                      <p:cBhvr additive="base">
                                        <p:cTn dur="500"/>
                                        <p:tgtEl>
                                          <p:spTgt spid="117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42"/>
          <p:cNvSpPr txBox="1"/>
          <p:nvPr>
            <p:ph type="ctrTitle"/>
          </p:nvPr>
        </p:nvSpPr>
        <p:spPr>
          <a:xfrm>
            <a:off x="1735675" y="1991825"/>
            <a:ext cx="5672700" cy="1159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SzPts val="5800"/>
              <a:buNone/>
            </a:pPr>
            <a:r>
              <a:rPr lang="fr-FR" sz="4400"/>
              <a:t>How can we prevent making biased judgments about others?</a:t>
            </a:r>
            <a:br>
              <a:rPr lang="fr-FR"/>
            </a:br>
            <a:endParaRPr/>
          </a:p>
        </p:txBody>
      </p:sp>
      <p:sp>
        <p:nvSpPr>
          <p:cNvPr id="1184" name="Google Shape;1184;p42"/>
          <p:cNvSpPr txBox="1"/>
          <p:nvPr>
            <p:ph idx="4294967295" type="sldNum"/>
          </p:nvPr>
        </p:nvSpPr>
        <p:spPr>
          <a:xfrm>
            <a:off x="0" y="4597400"/>
            <a:ext cx="549275" cy="393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3"/>
                                        </p:tgtEl>
                                        <p:attrNameLst>
                                          <p:attrName>style.visibility</p:attrName>
                                        </p:attrNameLst>
                                      </p:cBhvr>
                                      <p:to>
                                        <p:strVal val="visible"/>
                                      </p:to>
                                    </p:set>
                                    <p:anim calcmode="lin" valueType="num">
                                      <p:cBhvr additive="base">
                                        <p:cTn dur="500"/>
                                        <p:tgtEl>
                                          <p:spTgt spid="118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43"/>
          <p:cNvSpPr txBox="1"/>
          <p:nvPr>
            <p:ph idx="1" type="body"/>
          </p:nvPr>
        </p:nvSpPr>
        <p:spPr>
          <a:xfrm>
            <a:off x="285725" y="285724"/>
            <a:ext cx="6200700" cy="4656300"/>
          </a:xfrm>
          <a:prstGeom prst="rect">
            <a:avLst/>
          </a:prstGeom>
          <a:noFill/>
          <a:ln>
            <a:noFill/>
          </a:ln>
        </p:spPr>
        <p:txBody>
          <a:bodyPr anchorCtr="0" anchor="t" bIns="0" lIns="0" spcFirstLastPara="1" rIns="0" wrap="square" tIns="0">
            <a:noAutofit/>
          </a:bodyPr>
          <a:lstStyle/>
          <a:p>
            <a:pPr indent="-374650" lvl="0" marL="457200" rtl="0" algn="l">
              <a:lnSpc>
                <a:spcPct val="115000"/>
              </a:lnSpc>
              <a:spcBef>
                <a:spcPts val="0"/>
              </a:spcBef>
              <a:spcAft>
                <a:spcPts val="0"/>
              </a:spcAft>
              <a:buSzPts val="2300"/>
              <a:buFont typeface="Space Grotesk"/>
              <a:buChar char="➢"/>
            </a:pPr>
            <a:r>
              <a:rPr b="1" lang="fr-FR" sz="1200">
                <a:latin typeface="Space Grotesk"/>
                <a:ea typeface="Space Grotesk"/>
                <a:cs typeface="Space Grotesk"/>
                <a:sym typeface="Space Grotesk"/>
              </a:rPr>
              <a:t>Reflect on your own ideas and actions to see if you have prejudiced attitudes or act in discriminatory ways (either on purpose or unintentionally)</a:t>
            </a:r>
            <a:endParaRPr b="1" sz="1200">
              <a:latin typeface="Space Grotesk"/>
              <a:ea typeface="Space Grotesk"/>
              <a:cs typeface="Space Grotesk"/>
              <a:sym typeface="Space Grotesk"/>
            </a:endParaRPr>
          </a:p>
          <a:p>
            <a:pPr indent="-228600" lvl="0" marL="457200" rtl="0" algn="l">
              <a:lnSpc>
                <a:spcPct val="115000"/>
              </a:lnSpc>
              <a:spcBef>
                <a:spcPts val="0"/>
              </a:spcBef>
              <a:spcAft>
                <a:spcPts val="0"/>
              </a:spcAft>
              <a:buSzPts val="2200"/>
              <a:buNone/>
            </a:pPr>
            <a:r>
              <a:t/>
            </a:r>
            <a:endParaRPr sz="1200"/>
          </a:p>
          <a:p>
            <a:pPr indent="-228600" lvl="0" marL="457200" rtl="0" algn="l">
              <a:lnSpc>
                <a:spcPct val="115000"/>
              </a:lnSpc>
              <a:spcBef>
                <a:spcPts val="0"/>
              </a:spcBef>
              <a:spcAft>
                <a:spcPts val="0"/>
              </a:spcAft>
              <a:buSzPts val="2200"/>
              <a:buNone/>
            </a:pPr>
            <a:r>
              <a:t/>
            </a:r>
            <a:endParaRPr sz="1200"/>
          </a:p>
          <a:p>
            <a:pPr indent="-374650" lvl="0" marL="457200" rtl="0" algn="l">
              <a:lnSpc>
                <a:spcPct val="115000"/>
              </a:lnSpc>
              <a:spcBef>
                <a:spcPts val="0"/>
              </a:spcBef>
              <a:spcAft>
                <a:spcPts val="0"/>
              </a:spcAft>
              <a:buSzPts val="2300"/>
              <a:buFont typeface="Space Grotesk"/>
              <a:buChar char="➢"/>
            </a:pPr>
            <a:r>
              <a:rPr b="1" lang="fr-FR" sz="1200">
                <a:latin typeface="Space Grotesk"/>
                <a:ea typeface="Space Grotesk"/>
                <a:cs typeface="Space Grotesk"/>
                <a:sym typeface="Space Grotesk"/>
              </a:rPr>
              <a:t>Challenge peers/family who express prejudiced beliefs</a:t>
            </a:r>
            <a:endParaRPr b="1" sz="1200">
              <a:latin typeface="Space Grotesk"/>
              <a:ea typeface="Space Grotesk"/>
              <a:cs typeface="Space Grotesk"/>
              <a:sym typeface="Space Grotesk"/>
            </a:endParaRPr>
          </a:p>
          <a:p>
            <a:pPr indent="-228600" lvl="0" marL="457200" rtl="0" algn="l">
              <a:lnSpc>
                <a:spcPct val="115000"/>
              </a:lnSpc>
              <a:spcBef>
                <a:spcPts val="0"/>
              </a:spcBef>
              <a:spcAft>
                <a:spcPts val="0"/>
              </a:spcAft>
              <a:buSzPts val="2300"/>
              <a:buFont typeface="Space Grotesk"/>
              <a:buNone/>
            </a:pPr>
            <a:r>
              <a:t/>
            </a:r>
            <a:endParaRPr sz="1200"/>
          </a:p>
          <a:p>
            <a:pPr indent="-374650" lvl="0" marL="457200" rtl="0" algn="l">
              <a:lnSpc>
                <a:spcPct val="115000"/>
              </a:lnSpc>
              <a:spcBef>
                <a:spcPts val="0"/>
              </a:spcBef>
              <a:spcAft>
                <a:spcPts val="0"/>
              </a:spcAft>
              <a:buSzPts val="2300"/>
              <a:buFont typeface="Space Grotesk"/>
              <a:buChar char="➢"/>
            </a:pPr>
            <a:r>
              <a:rPr b="1" lang="fr-FR" sz="1200">
                <a:latin typeface="Space Grotesk"/>
                <a:ea typeface="Space Grotesk"/>
                <a:cs typeface="Space Grotesk"/>
                <a:sym typeface="Space Grotesk"/>
              </a:rPr>
              <a:t>Support organizations that help address the root causes and effects of stereotypes, prejudice and discrimination</a:t>
            </a:r>
            <a:endParaRPr b="1" sz="2300">
              <a:latin typeface="Space Grotesk"/>
              <a:ea typeface="Space Grotesk"/>
              <a:cs typeface="Space Grotesk"/>
              <a:sym typeface="Space Grotesk"/>
            </a:endParaRPr>
          </a:p>
          <a:p>
            <a:pPr indent="-228600" lvl="0" marL="457200" rtl="0" algn="l">
              <a:lnSpc>
                <a:spcPct val="115000"/>
              </a:lnSpc>
              <a:spcBef>
                <a:spcPts val="0"/>
              </a:spcBef>
              <a:spcAft>
                <a:spcPts val="0"/>
              </a:spcAft>
              <a:buSzPts val="2200"/>
              <a:buNone/>
            </a:pPr>
            <a:r>
              <a:t/>
            </a:r>
            <a:endParaRPr sz="1100"/>
          </a:p>
          <a:p>
            <a:pPr indent="-368300" lvl="0" marL="457200" rtl="0" algn="l">
              <a:lnSpc>
                <a:spcPct val="115000"/>
              </a:lnSpc>
              <a:spcBef>
                <a:spcPts val="0"/>
              </a:spcBef>
              <a:spcAft>
                <a:spcPts val="0"/>
              </a:spcAft>
              <a:buSzPts val="2200"/>
              <a:buNone/>
            </a:pPr>
            <a:r>
              <a:t/>
            </a:r>
            <a:endParaRPr/>
          </a:p>
        </p:txBody>
      </p:sp>
      <p:sp>
        <p:nvSpPr>
          <p:cNvPr id="1190" name="Google Shape;1190;p43"/>
          <p:cNvSpPr/>
          <p:nvPr/>
        </p:nvSpPr>
        <p:spPr>
          <a:xfrm>
            <a:off x="728913" y="2877050"/>
            <a:ext cx="1237200" cy="601200"/>
          </a:xfrm>
          <a:prstGeom prst="rightArrow">
            <a:avLst>
              <a:gd fmla="val 50000" name="adj1"/>
              <a:gd fmla="val 50000" name="adj2"/>
            </a:avLst>
          </a:prstGeom>
          <a:solidFill>
            <a:schemeClr val="accent1"/>
          </a:solid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91" name="Google Shape;1191;p43"/>
          <p:cNvSpPr txBox="1"/>
          <p:nvPr/>
        </p:nvSpPr>
        <p:spPr>
          <a:xfrm>
            <a:off x="2286125" y="2762150"/>
            <a:ext cx="42003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dk1"/>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1700"/>
              <a:buFont typeface="Arial"/>
              <a:buNone/>
            </a:pPr>
            <a:r>
              <a:rPr b="1" i="0" lang="fr-FR" sz="1700" u="none" cap="none" strike="noStrike">
                <a:solidFill>
                  <a:schemeClr val="dk1"/>
                </a:solidFill>
                <a:latin typeface="Space Grotesk"/>
                <a:ea typeface="Space Grotesk"/>
                <a:cs typeface="Space Grotesk"/>
                <a:sym typeface="Space Grotesk"/>
              </a:rPr>
              <a:t>Develop an empathetic attitude</a:t>
            </a:r>
            <a:endParaRPr b="1"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92" name="Google Shape;1192;p43"/>
          <p:cNvSpPr/>
          <p:nvPr/>
        </p:nvSpPr>
        <p:spPr>
          <a:xfrm>
            <a:off x="6215074" y="2143122"/>
            <a:ext cx="2714644" cy="1857388"/>
          </a:xfrm>
          <a:prstGeom prst="horizontalScroll">
            <a:avLst>
              <a:gd fmla="val 12500" name="adj"/>
            </a:avLst>
          </a:prstGeom>
          <a:solidFill>
            <a:schemeClr val="accent1"/>
          </a:solid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1" lang="fr-FR" sz="1200" u="none" cap="none" strike="noStrike">
                <a:solidFill>
                  <a:schemeClr val="lt1"/>
                </a:solidFill>
                <a:latin typeface="Arial"/>
                <a:ea typeface="Arial"/>
                <a:cs typeface="Arial"/>
                <a:sym typeface="Arial"/>
              </a:rPr>
              <a:t>« Could a greater miracle take place than for us to look through each other’s eyes for an instant?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t/>
            </a:r>
            <a:endParaRPr b="0" i="1" sz="12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1" lang="fr-FR" sz="1100" u="none" cap="none" strike="noStrike">
                <a:solidFill>
                  <a:schemeClr val="lt1"/>
                </a:solidFill>
                <a:latin typeface="Arial"/>
                <a:ea typeface="Arial"/>
                <a:cs typeface="Arial"/>
                <a:sym typeface="Arial"/>
              </a:rPr>
              <a:t>Henry David Thoreau</a:t>
            </a:r>
            <a:endParaRPr b="0" i="1" sz="11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9">
                                            <p:txEl>
                                              <p:pRg end="0" st="0"/>
                                            </p:txEl>
                                          </p:spTgt>
                                        </p:tgtEl>
                                        <p:attrNameLst>
                                          <p:attrName>style.visibility</p:attrName>
                                        </p:attrNameLst>
                                      </p:cBhvr>
                                      <p:to>
                                        <p:strVal val="visible"/>
                                      </p:to>
                                    </p:set>
                                    <p:animEffect filter="fade" transition="in">
                                      <p:cBhvr>
                                        <p:cTn dur="2000"/>
                                        <p:tgtEl>
                                          <p:spTgt spid="11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9">
                                            <p:txEl>
                                              <p:pRg end="1" st="1"/>
                                            </p:txEl>
                                          </p:spTgt>
                                        </p:tgtEl>
                                        <p:attrNameLst>
                                          <p:attrName>style.visibility</p:attrName>
                                        </p:attrNameLst>
                                      </p:cBhvr>
                                      <p:to>
                                        <p:strVal val="visible"/>
                                      </p:to>
                                    </p:set>
                                    <p:animEffect filter="fade" transition="in">
                                      <p:cBhvr>
                                        <p:cTn dur="2000"/>
                                        <p:tgtEl>
                                          <p:spTgt spid="11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9">
                                            <p:txEl>
                                              <p:pRg end="2" st="2"/>
                                            </p:txEl>
                                          </p:spTgt>
                                        </p:tgtEl>
                                        <p:attrNameLst>
                                          <p:attrName>style.visibility</p:attrName>
                                        </p:attrNameLst>
                                      </p:cBhvr>
                                      <p:to>
                                        <p:strVal val="visible"/>
                                      </p:to>
                                    </p:set>
                                    <p:animEffect filter="fade" transition="in">
                                      <p:cBhvr>
                                        <p:cTn dur="2000"/>
                                        <p:tgtEl>
                                          <p:spTgt spid="11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9">
                                            <p:txEl>
                                              <p:pRg end="3" st="3"/>
                                            </p:txEl>
                                          </p:spTgt>
                                        </p:tgtEl>
                                        <p:attrNameLst>
                                          <p:attrName>style.visibility</p:attrName>
                                        </p:attrNameLst>
                                      </p:cBhvr>
                                      <p:to>
                                        <p:strVal val="visible"/>
                                      </p:to>
                                    </p:set>
                                    <p:animEffect filter="fade" transition="in">
                                      <p:cBhvr>
                                        <p:cTn dur="2000"/>
                                        <p:tgtEl>
                                          <p:spTgt spid="11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9">
                                            <p:txEl>
                                              <p:pRg end="4" st="4"/>
                                            </p:txEl>
                                          </p:spTgt>
                                        </p:tgtEl>
                                        <p:attrNameLst>
                                          <p:attrName>style.visibility</p:attrName>
                                        </p:attrNameLst>
                                      </p:cBhvr>
                                      <p:to>
                                        <p:strVal val="visible"/>
                                      </p:to>
                                    </p:set>
                                    <p:animEffect filter="fade" transition="in">
                                      <p:cBhvr>
                                        <p:cTn dur="2000"/>
                                        <p:tgtEl>
                                          <p:spTgt spid="11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9">
                                            <p:txEl>
                                              <p:pRg end="5" st="5"/>
                                            </p:txEl>
                                          </p:spTgt>
                                        </p:tgtEl>
                                        <p:attrNameLst>
                                          <p:attrName>style.visibility</p:attrName>
                                        </p:attrNameLst>
                                      </p:cBhvr>
                                      <p:to>
                                        <p:strVal val="visible"/>
                                      </p:to>
                                    </p:set>
                                    <p:animEffect filter="fade" transition="in">
                                      <p:cBhvr>
                                        <p:cTn dur="2000"/>
                                        <p:tgtEl>
                                          <p:spTgt spid="118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9">
                                            <p:txEl>
                                              <p:pRg end="6" st="6"/>
                                            </p:txEl>
                                          </p:spTgt>
                                        </p:tgtEl>
                                        <p:attrNameLst>
                                          <p:attrName>style.visibility</p:attrName>
                                        </p:attrNameLst>
                                      </p:cBhvr>
                                      <p:to>
                                        <p:strVal val="visible"/>
                                      </p:to>
                                    </p:set>
                                    <p:animEffect filter="fade" transition="in">
                                      <p:cBhvr>
                                        <p:cTn dur="2000"/>
                                        <p:tgtEl>
                                          <p:spTgt spid="118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9">
                                            <p:txEl>
                                              <p:pRg end="7" st="7"/>
                                            </p:txEl>
                                          </p:spTgt>
                                        </p:tgtEl>
                                        <p:attrNameLst>
                                          <p:attrName>style.visibility</p:attrName>
                                        </p:attrNameLst>
                                      </p:cBhvr>
                                      <p:to>
                                        <p:strVal val="visible"/>
                                      </p:to>
                                    </p:set>
                                    <p:animEffect filter="fade" transition="in">
                                      <p:cBhvr>
                                        <p:cTn dur="2000"/>
                                        <p:tgtEl>
                                          <p:spTgt spid="118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0"/>
                                        </p:tgtEl>
                                        <p:attrNameLst>
                                          <p:attrName>style.visibility</p:attrName>
                                        </p:attrNameLst>
                                      </p:cBhvr>
                                      <p:to>
                                        <p:strVal val="visible"/>
                                      </p:to>
                                    </p:set>
                                    <p:animEffect filter="fade" transition="in">
                                      <p:cBhvr>
                                        <p:cTn dur="2000"/>
                                        <p:tgtEl>
                                          <p:spTgt spid="1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1">
                                            <p:txEl>
                                              <p:pRg end="0" st="0"/>
                                            </p:txEl>
                                          </p:spTgt>
                                        </p:tgtEl>
                                        <p:attrNameLst>
                                          <p:attrName>style.visibility</p:attrName>
                                        </p:attrNameLst>
                                      </p:cBhvr>
                                      <p:to>
                                        <p:strVal val="visible"/>
                                      </p:to>
                                    </p:set>
                                    <p:anim calcmode="lin" valueType="num">
                                      <p:cBhvr additive="base">
                                        <p:cTn dur="500"/>
                                        <p:tgtEl>
                                          <p:spTgt spid="119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1">
                                            <p:txEl>
                                              <p:pRg end="1" st="1"/>
                                            </p:txEl>
                                          </p:spTgt>
                                        </p:tgtEl>
                                        <p:attrNameLst>
                                          <p:attrName>style.visibility</p:attrName>
                                        </p:attrNameLst>
                                      </p:cBhvr>
                                      <p:to>
                                        <p:strVal val="visible"/>
                                      </p:to>
                                    </p:set>
                                    <p:anim calcmode="lin" valueType="num">
                                      <p:cBhvr additive="base">
                                        <p:cTn dur="500"/>
                                        <p:tgtEl>
                                          <p:spTgt spid="119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1">
                                            <p:txEl>
                                              <p:pRg end="2" st="2"/>
                                            </p:txEl>
                                          </p:spTgt>
                                        </p:tgtEl>
                                        <p:attrNameLst>
                                          <p:attrName>style.visibility</p:attrName>
                                        </p:attrNameLst>
                                      </p:cBhvr>
                                      <p:to>
                                        <p:strVal val="visible"/>
                                      </p:to>
                                    </p:set>
                                    <p:anim calcmode="lin" valueType="num">
                                      <p:cBhvr additive="base">
                                        <p:cTn dur="500"/>
                                        <p:tgtEl>
                                          <p:spTgt spid="119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2">
                                            <p:txEl>
                                              <p:pRg end="0" st="0"/>
                                            </p:txEl>
                                          </p:spTgt>
                                        </p:tgtEl>
                                        <p:attrNameLst>
                                          <p:attrName>style.visibility</p:attrName>
                                        </p:attrNameLst>
                                      </p:cBhvr>
                                      <p:to>
                                        <p:strVal val="visible"/>
                                      </p:to>
                                    </p:set>
                                    <p:anim calcmode="lin" valueType="num">
                                      <p:cBhvr additive="base">
                                        <p:cTn dur="500"/>
                                        <p:tgtEl>
                                          <p:spTgt spid="119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2">
                                            <p:txEl>
                                              <p:pRg end="1" st="1"/>
                                            </p:txEl>
                                          </p:spTgt>
                                        </p:tgtEl>
                                        <p:attrNameLst>
                                          <p:attrName>style.visibility</p:attrName>
                                        </p:attrNameLst>
                                      </p:cBhvr>
                                      <p:to>
                                        <p:strVal val="visible"/>
                                      </p:to>
                                    </p:set>
                                    <p:anim calcmode="lin" valueType="num">
                                      <p:cBhvr additive="base">
                                        <p:cTn dur="500"/>
                                        <p:tgtEl>
                                          <p:spTgt spid="119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2">
                                            <p:txEl>
                                              <p:pRg end="2" st="2"/>
                                            </p:txEl>
                                          </p:spTgt>
                                        </p:tgtEl>
                                        <p:attrNameLst>
                                          <p:attrName>style.visibility</p:attrName>
                                        </p:attrNameLst>
                                      </p:cBhvr>
                                      <p:to>
                                        <p:strVal val="visible"/>
                                      </p:to>
                                    </p:set>
                                    <p:anim calcmode="lin" valueType="num">
                                      <p:cBhvr additive="base">
                                        <p:cTn dur="500"/>
                                        <p:tgtEl>
                                          <p:spTgt spid="119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44"/>
          <p:cNvSpPr txBox="1"/>
          <p:nvPr>
            <p:ph type="title"/>
          </p:nvPr>
        </p:nvSpPr>
        <p:spPr>
          <a:xfrm>
            <a:off x="855300" y="836000"/>
            <a:ext cx="6240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a:t>Breaking the cycle of prejudice</a:t>
            </a:r>
            <a:endParaRPr/>
          </a:p>
        </p:txBody>
      </p:sp>
      <p:sp>
        <p:nvSpPr>
          <p:cNvPr id="1198" name="Google Shape;1198;p44"/>
          <p:cNvSpPr/>
          <p:nvPr/>
        </p:nvSpPr>
        <p:spPr>
          <a:xfrm>
            <a:off x="3500430" y="3714758"/>
            <a:ext cx="2071702" cy="1143008"/>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99" name="Google Shape;1199;p44"/>
          <p:cNvSpPr txBox="1"/>
          <p:nvPr/>
        </p:nvSpPr>
        <p:spPr>
          <a:xfrm>
            <a:off x="1714480" y="2928940"/>
            <a:ext cx="171451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Stereotypes</a:t>
            </a:r>
            <a:endParaRPr b="0" i="0" sz="1600" u="none" cap="none" strike="noStrike">
              <a:solidFill>
                <a:srgbClr val="000000"/>
              </a:solidFill>
              <a:latin typeface="Batang"/>
              <a:ea typeface="Batang"/>
              <a:cs typeface="Batang"/>
              <a:sym typeface="Batang"/>
            </a:endParaRPr>
          </a:p>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They are </a:t>
            </a:r>
            <a:endParaRPr b="0" i="0" sz="1600" u="none" cap="none" strike="noStrike">
              <a:solidFill>
                <a:srgbClr val="000000"/>
              </a:solidFill>
              <a:latin typeface="Batang"/>
              <a:ea typeface="Batang"/>
              <a:cs typeface="Batang"/>
              <a:sym typeface="Batang"/>
            </a:endParaRPr>
          </a:p>
        </p:txBody>
      </p:sp>
      <p:sp>
        <p:nvSpPr>
          <p:cNvPr id="1200" name="Google Shape;1200;p44"/>
          <p:cNvSpPr/>
          <p:nvPr/>
        </p:nvSpPr>
        <p:spPr>
          <a:xfrm>
            <a:off x="1714480" y="2500312"/>
            <a:ext cx="1785950" cy="1419236"/>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01" name="Google Shape;1201;p44"/>
          <p:cNvSpPr txBox="1"/>
          <p:nvPr/>
        </p:nvSpPr>
        <p:spPr>
          <a:xfrm>
            <a:off x="3714744" y="1643056"/>
            <a:ext cx="171451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Prejudice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They can’t </a:t>
            </a:r>
            <a:endParaRPr b="0" i="0" sz="1600" u="none" cap="none" strike="noStrike">
              <a:solidFill>
                <a:srgbClr val="000000"/>
              </a:solidFill>
              <a:latin typeface="Batang"/>
              <a:ea typeface="Batang"/>
              <a:cs typeface="Batang"/>
              <a:sym typeface="Batang"/>
            </a:endParaRPr>
          </a:p>
        </p:txBody>
      </p:sp>
      <p:sp>
        <p:nvSpPr>
          <p:cNvPr id="1202" name="Google Shape;1202;p44"/>
          <p:cNvSpPr/>
          <p:nvPr/>
        </p:nvSpPr>
        <p:spPr>
          <a:xfrm>
            <a:off x="3652830" y="1295390"/>
            <a:ext cx="1847864" cy="1347798"/>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03" name="Google Shape;1203;p44"/>
          <p:cNvSpPr txBox="1"/>
          <p:nvPr/>
        </p:nvSpPr>
        <p:spPr>
          <a:xfrm>
            <a:off x="5572132" y="2714626"/>
            <a:ext cx="171451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Discrimination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We won’t</a:t>
            </a:r>
            <a:endParaRPr b="0" i="0" sz="1600" u="none" cap="none" strike="noStrike">
              <a:solidFill>
                <a:srgbClr val="000000"/>
              </a:solidFill>
              <a:latin typeface="Batang"/>
              <a:ea typeface="Batang"/>
              <a:cs typeface="Batang"/>
              <a:sym typeface="Batang"/>
            </a:endParaRPr>
          </a:p>
        </p:txBody>
      </p:sp>
      <p:sp>
        <p:nvSpPr>
          <p:cNvPr id="1204" name="Google Shape;1204;p44"/>
          <p:cNvSpPr/>
          <p:nvPr/>
        </p:nvSpPr>
        <p:spPr>
          <a:xfrm>
            <a:off x="5286380" y="2500312"/>
            <a:ext cx="2071702" cy="1143008"/>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05" name="Google Shape;1205;p44"/>
          <p:cNvSpPr txBox="1"/>
          <p:nvPr/>
        </p:nvSpPr>
        <p:spPr>
          <a:xfrm>
            <a:off x="3714744" y="3929072"/>
            <a:ext cx="171451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Reaction</a:t>
            </a:r>
            <a:endParaRPr b="0" i="0" sz="1600" u="none" cap="none" strike="noStrike">
              <a:solidFill>
                <a:srgbClr val="000000"/>
              </a:solidFill>
              <a:latin typeface="Batang"/>
              <a:ea typeface="Batang"/>
              <a:cs typeface="Batang"/>
              <a:sym typeface="Batang"/>
            </a:endParaRPr>
          </a:p>
        </p:txBody>
      </p:sp>
      <p:cxnSp>
        <p:nvCxnSpPr>
          <p:cNvPr id="1206" name="Google Shape;1206;p44"/>
          <p:cNvCxnSpPr/>
          <p:nvPr/>
        </p:nvCxnSpPr>
        <p:spPr>
          <a:xfrm>
            <a:off x="5572132" y="1928808"/>
            <a:ext cx="642900" cy="500100"/>
          </a:xfrm>
          <a:prstGeom prst="curvedConnector3">
            <a:avLst>
              <a:gd fmla="val 50003" name="adj1"/>
            </a:avLst>
          </a:prstGeom>
          <a:noFill/>
          <a:ln cap="flat" cmpd="sng" w="9525">
            <a:solidFill>
              <a:srgbClr val="5582C5"/>
            </a:solidFill>
            <a:prstDash val="solid"/>
            <a:round/>
            <a:headEnd len="sm" w="sm" type="none"/>
            <a:tailEnd len="med" w="med" type="stealth"/>
          </a:ln>
        </p:spPr>
      </p:cxnSp>
      <p:cxnSp>
        <p:nvCxnSpPr>
          <p:cNvPr id="1207" name="Google Shape;1207;p44"/>
          <p:cNvCxnSpPr/>
          <p:nvPr/>
        </p:nvCxnSpPr>
        <p:spPr>
          <a:xfrm flipH="1">
            <a:off x="5500660" y="3714758"/>
            <a:ext cx="500100" cy="357300"/>
          </a:xfrm>
          <a:prstGeom prst="curvedConnector3">
            <a:avLst>
              <a:gd fmla="val 49997" name="adj1"/>
            </a:avLst>
          </a:prstGeom>
          <a:noFill/>
          <a:ln cap="flat" cmpd="sng" w="9525">
            <a:solidFill>
              <a:srgbClr val="5582C5"/>
            </a:solidFill>
            <a:prstDash val="solid"/>
            <a:round/>
            <a:headEnd len="sm" w="sm" type="none"/>
            <a:tailEnd len="med" w="med" type="stealth"/>
          </a:ln>
        </p:spPr>
      </p:cxnSp>
      <p:cxnSp>
        <p:nvCxnSpPr>
          <p:cNvPr id="1208" name="Google Shape;1208;p44"/>
          <p:cNvCxnSpPr>
            <a:stCxn id="1198" idx="2"/>
          </p:cNvCxnSpPr>
          <p:nvPr/>
        </p:nvCxnSpPr>
        <p:spPr>
          <a:xfrm rot="10800000">
            <a:off x="3071730" y="3857562"/>
            <a:ext cx="428700" cy="428700"/>
          </a:xfrm>
          <a:prstGeom prst="curvedConnector2">
            <a:avLst/>
          </a:prstGeom>
          <a:noFill/>
          <a:ln cap="flat" cmpd="sng" w="9525">
            <a:solidFill>
              <a:srgbClr val="5582C5"/>
            </a:solidFill>
            <a:prstDash val="solid"/>
            <a:round/>
            <a:headEnd len="sm" w="sm" type="none"/>
            <a:tailEnd len="med" w="med" type="stealth"/>
          </a:ln>
        </p:spPr>
      </p:cxnSp>
      <p:cxnSp>
        <p:nvCxnSpPr>
          <p:cNvPr id="1209" name="Google Shape;1209;p44"/>
          <p:cNvCxnSpPr/>
          <p:nvPr/>
        </p:nvCxnSpPr>
        <p:spPr>
          <a:xfrm flipH="1" rot="10800000">
            <a:off x="2786050" y="1786012"/>
            <a:ext cx="857400" cy="714300"/>
          </a:xfrm>
          <a:prstGeom prst="curvedConnector3">
            <a:avLst>
              <a:gd fmla="val 49992" name="adj1"/>
            </a:avLst>
          </a:prstGeom>
          <a:noFill/>
          <a:ln cap="flat" cmpd="sng" w="9525">
            <a:solidFill>
              <a:srgbClr val="5582C5"/>
            </a:solidFill>
            <a:prstDash val="solid"/>
            <a:round/>
            <a:headEnd len="sm" w="sm" type="none"/>
            <a:tailEnd len="med" w="med" type="stealth"/>
          </a:ln>
        </p:spPr>
      </p:cxnSp>
      <p:sp>
        <p:nvSpPr>
          <p:cNvPr id="1210" name="Google Shape;1210;p44"/>
          <p:cNvSpPr txBox="1"/>
          <p:nvPr/>
        </p:nvSpPr>
        <p:spPr>
          <a:xfrm>
            <a:off x="6143636" y="4143386"/>
            <a:ext cx="121444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Offender</a:t>
            </a:r>
            <a:endParaRPr b="0" i="0" sz="1600" u="none" cap="none" strike="noStrike">
              <a:solidFill>
                <a:srgbClr val="000000"/>
              </a:solidFill>
              <a:latin typeface="Batang"/>
              <a:ea typeface="Batang"/>
              <a:cs typeface="Batang"/>
              <a:sym typeface="Batang"/>
            </a:endParaRPr>
          </a:p>
        </p:txBody>
      </p:sp>
      <p:sp>
        <p:nvSpPr>
          <p:cNvPr id="1211" name="Google Shape;1211;p44"/>
          <p:cNvSpPr txBox="1"/>
          <p:nvPr/>
        </p:nvSpPr>
        <p:spPr>
          <a:xfrm>
            <a:off x="1643042" y="4214824"/>
            <a:ext cx="1428760"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Batang"/>
                <a:ea typeface="Batang"/>
                <a:cs typeface="Batang"/>
                <a:sym typeface="Batang"/>
              </a:rPr>
              <a:t>Victim </a:t>
            </a:r>
            <a:endParaRPr b="0" i="0" sz="1400" u="none" cap="none" strike="noStrike">
              <a:solidFill>
                <a:srgbClr val="000000"/>
              </a:solidFill>
              <a:latin typeface="Arial"/>
              <a:ea typeface="Arial"/>
              <a:cs typeface="Arial"/>
              <a:sym typeface="Arial"/>
            </a:endParaRPr>
          </a:p>
        </p:txBody>
      </p:sp>
      <p:sp>
        <p:nvSpPr>
          <p:cNvPr id="1212" name="Google Shape;1212;p44"/>
          <p:cNvSpPr/>
          <p:nvPr/>
        </p:nvSpPr>
        <p:spPr>
          <a:xfrm>
            <a:off x="1928794" y="1643056"/>
            <a:ext cx="571504" cy="714380"/>
          </a:xfrm>
          <a:custGeom>
            <a:rect b="b" l="l" r="r" t="t"/>
            <a:pathLst>
              <a:path extrusionOk="0" h="120000" w="120000">
                <a:moveTo>
                  <a:pt x="0" y="0"/>
                </a:moveTo>
                <a:lnTo>
                  <a:pt x="120000" y="0"/>
                </a:lnTo>
                <a:lnTo>
                  <a:pt x="120000" y="120000"/>
                </a:lnTo>
                <a:lnTo>
                  <a:pt x="0" y="120000"/>
                </a:lnTo>
                <a:close/>
                <a:moveTo>
                  <a:pt x="34286" y="44571"/>
                </a:moveTo>
                <a:cubicBezTo>
                  <a:pt x="34286" y="33210"/>
                  <a:pt x="45798" y="24000"/>
                  <a:pt x="60000" y="24000"/>
                </a:cubicBezTo>
                <a:cubicBezTo>
                  <a:pt x="74202" y="24000"/>
                  <a:pt x="85714" y="33210"/>
                  <a:pt x="85714" y="44571"/>
                </a:cubicBezTo>
                <a:lnTo>
                  <a:pt x="85714" y="44571"/>
                </a:lnTo>
                <a:cubicBezTo>
                  <a:pt x="85714" y="53092"/>
                  <a:pt x="79958" y="60000"/>
                  <a:pt x="72857" y="60000"/>
                </a:cubicBezTo>
                <a:cubicBezTo>
                  <a:pt x="69307" y="60000"/>
                  <a:pt x="66429" y="63454"/>
                  <a:pt x="66429" y="67714"/>
                </a:cubicBezTo>
                <a:lnTo>
                  <a:pt x="66429" y="78000"/>
                </a:lnTo>
                <a:lnTo>
                  <a:pt x="53571" y="78000"/>
                </a:lnTo>
                <a:lnTo>
                  <a:pt x="53571" y="67714"/>
                </a:lnTo>
                <a:lnTo>
                  <a:pt x="53571" y="67714"/>
                </a:lnTo>
                <a:cubicBezTo>
                  <a:pt x="53571" y="59193"/>
                  <a:pt x="59328" y="52286"/>
                  <a:pt x="66429" y="52286"/>
                </a:cubicBezTo>
                <a:cubicBezTo>
                  <a:pt x="69979" y="52286"/>
                  <a:pt x="72857" y="48832"/>
                  <a:pt x="72857" y="44571"/>
                </a:cubicBezTo>
                <a:cubicBezTo>
                  <a:pt x="72857" y="38891"/>
                  <a:pt x="67101" y="34286"/>
                  <a:pt x="60000" y="34286"/>
                </a:cubicBezTo>
                <a:cubicBezTo>
                  <a:pt x="52899" y="34286"/>
                  <a:pt x="47143" y="38891"/>
                  <a:pt x="47143" y="44571"/>
                </a:cubicBezTo>
                <a:close/>
                <a:moveTo>
                  <a:pt x="60000" y="80571"/>
                </a:moveTo>
                <a:lnTo>
                  <a:pt x="60000" y="80571"/>
                </a:lnTo>
                <a:cubicBezTo>
                  <a:pt x="65326" y="80571"/>
                  <a:pt x="69643" y="84025"/>
                  <a:pt x="69643" y="88286"/>
                </a:cubicBezTo>
                <a:cubicBezTo>
                  <a:pt x="69643" y="92546"/>
                  <a:pt x="65326" y="96000"/>
                  <a:pt x="60000" y="96000"/>
                </a:cubicBezTo>
                <a:cubicBezTo>
                  <a:pt x="54674" y="96000"/>
                  <a:pt x="50357" y="92546"/>
                  <a:pt x="50357" y="88286"/>
                </a:cubicBezTo>
                <a:cubicBezTo>
                  <a:pt x="50357" y="84025"/>
                  <a:pt x="54674" y="80571"/>
                  <a:pt x="60000" y="80571"/>
                </a:cubicBezTo>
                <a:close/>
              </a:path>
              <a:path extrusionOk="0" fill="darken" h="120000" w="120000">
                <a:moveTo>
                  <a:pt x="34286" y="44571"/>
                </a:moveTo>
                <a:cubicBezTo>
                  <a:pt x="34286" y="33210"/>
                  <a:pt x="45798" y="24000"/>
                  <a:pt x="60000" y="24000"/>
                </a:cubicBezTo>
                <a:cubicBezTo>
                  <a:pt x="74202" y="24000"/>
                  <a:pt x="85714" y="33210"/>
                  <a:pt x="85714" y="44571"/>
                </a:cubicBezTo>
                <a:lnTo>
                  <a:pt x="85714" y="44571"/>
                </a:lnTo>
                <a:cubicBezTo>
                  <a:pt x="85714" y="53092"/>
                  <a:pt x="79958" y="60000"/>
                  <a:pt x="72857" y="60000"/>
                </a:cubicBezTo>
                <a:cubicBezTo>
                  <a:pt x="69307" y="60000"/>
                  <a:pt x="66429" y="63454"/>
                  <a:pt x="66429" y="67714"/>
                </a:cubicBezTo>
                <a:lnTo>
                  <a:pt x="66429" y="78000"/>
                </a:lnTo>
                <a:lnTo>
                  <a:pt x="53571" y="78000"/>
                </a:lnTo>
                <a:lnTo>
                  <a:pt x="53571" y="67714"/>
                </a:lnTo>
                <a:lnTo>
                  <a:pt x="53571" y="67714"/>
                </a:lnTo>
                <a:cubicBezTo>
                  <a:pt x="53571" y="59193"/>
                  <a:pt x="59328" y="52286"/>
                  <a:pt x="66429" y="52286"/>
                </a:cubicBezTo>
                <a:cubicBezTo>
                  <a:pt x="69979" y="52286"/>
                  <a:pt x="72857" y="48832"/>
                  <a:pt x="72857" y="44571"/>
                </a:cubicBezTo>
                <a:cubicBezTo>
                  <a:pt x="72857" y="38891"/>
                  <a:pt x="67101" y="34286"/>
                  <a:pt x="60000" y="34286"/>
                </a:cubicBezTo>
                <a:cubicBezTo>
                  <a:pt x="52899" y="34286"/>
                  <a:pt x="47143" y="38891"/>
                  <a:pt x="47143" y="44571"/>
                </a:cubicBezTo>
                <a:close/>
                <a:moveTo>
                  <a:pt x="60000" y="80571"/>
                </a:moveTo>
                <a:lnTo>
                  <a:pt x="60000" y="80571"/>
                </a:lnTo>
                <a:cubicBezTo>
                  <a:pt x="65326" y="80571"/>
                  <a:pt x="69643" y="84025"/>
                  <a:pt x="69643" y="88286"/>
                </a:cubicBezTo>
                <a:cubicBezTo>
                  <a:pt x="69643" y="92546"/>
                  <a:pt x="65326" y="96000"/>
                  <a:pt x="60000" y="96000"/>
                </a:cubicBezTo>
                <a:cubicBezTo>
                  <a:pt x="54674" y="96000"/>
                  <a:pt x="50357" y="92546"/>
                  <a:pt x="50357" y="88286"/>
                </a:cubicBezTo>
                <a:cubicBezTo>
                  <a:pt x="50357" y="84025"/>
                  <a:pt x="54674" y="80571"/>
                  <a:pt x="60000" y="80571"/>
                </a:cubicBezTo>
                <a:close/>
              </a:path>
              <a:path extrusionOk="0" fill="none" h="120000" w="120000">
                <a:moveTo>
                  <a:pt x="34286" y="44571"/>
                </a:moveTo>
                <a:cubicBezTo>
                  <a:pt x="34286" y="33210"/>
                  <a:pt x="45798" y="24000"/>
                  <a:pt x="60000" y="24000"/>
                </a:cubicBezTo>
                <a:cubicBezTo>
                  <a:pt x="74202" y="24000"/>
                  <a:pt x="85714" y="33210"/>
                  <a:pt x="85714" y="44571"/>
                </a:cubicBezTo>
                <a:lnTo>
                  <a:pt x="85714" y="44571"/>
                </a:lnTo>
                <a:cubicBezTo>
                  <a:pt x="85714" y="53092"/>
                  <a:pt x="79958" y="60000"/>
                  <a:pt x="72857" y="60000"/>
                </a:cubicBezTo>
                <a:cubicBezTo>
                  <a:pt x="69307" y="60000"/>
                  <a:pt x="66429" y="63454"/>
                  <a:pt x="66429" y="67714"/>
                </a:cubicBezTo>
                <a:lnTo>
                  <a:pt x="66429" y="78000"/>
                </a:lnTo>
                <a:lnTo>
                  <a:pt x="53571" y="78000"/>
                </a:lnTo>
                <a:lnTo>
                  <a:pt x="53571" y="67714"/>
                </a:lnTo>
                <a:lnTo>
                  <a:pt x="53571" y="67714"/>
                </a:lnTo>
                <a:cubicBezTo>
                  <a:pt x="53571" y="59193"/>
                  <a:pt x="59328" y="52286"/>
                  <a:pt x="66429" y="52286"/>
                </a:cubicBezTo>
                <a:cubicBezTo>
                  <a:pt x="69979" y="52286"/>
                  <a:pt x="72857" y="48832"/>
                  <a:pt x="72857" y="44571"/>
                </a:cubicBezTo>
                <a:cubicBezTo>
                  <a:pt x="72857" y="38891"/>
                  <a:pt x="67101" y="34286"/>
                  <a:pt x="60000" y="34286"/>
                </a:cubicBezTo>
                <a:cubicBezTo>
                  <a:pt x="52899" y="34286"/>
                  <a:pt x="47143" y="38891"/>
                  <a:pt x="47143" y="44571"/>
                </a:cubicBezTo>
                <a:close/>
                <a:moveTo>
                  <a:pt x="60000" y="80571"/>
                </a:moveTo>
                <a:lnTo>
                  <a:pt x="60000" y="80571"/>
                </a:lnTo>
                <a:cubicBezTo>
                  <a:pt x="65326" y="80571"/>
                  <a:pt x="69643" y="84025"/>
                  <a:pt x="69643" y="88286"/>
                </a:cubicBezTo>
                <a:cubicBezTo>
                  <a:pt x="69643" y="92546"/>
                  <a:pt x="65326" y="96000"/>
                  <a:pt x="60000" y="96000"/>
                </a:cubicBezTo>
                <a:cubicBezTo>
                  <a:pt x="54674" y="96000"/>
                  <a:pt x="50357" y="92546"/>
                  <a:pt x="50357" y="88286"/>
                </a:cubicBezTo>
                <a:cubicBezTo>
                  <a:pt x="50357" y="84025"/>
                  <a:pt x="54674" y="80571"/>
                  <a:pt x="60000" y="80571"/>
                </a:cubicBezTo>
                <a:close/>
              </a:path>
              <a:path extrusionOk="0" fill="none" h="120000" w="120000">
                <a:moveTo>
                  <a:pt x="0" y="0"/>
                </a:moveTo>
                <a:lnTo>
                  <a:pt x="120000" y="0"/>
                </a:lnTo>
                <a:lnTo>
                  <a:pt x="120000" y="120000"/>
                </a:lnTo>
                <a:lnTo>
                  <a:pt x="0" y="120000"/>
                </a:lnTo>
                <a:close/>
              </a:path>
            </a:pathLst>
          </a:custGeom>
          <a:solidFill>
            <a:schemeClr val="accent1"/>
          </a:solid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13" name="Google Shape;1213;p44"/>
          <p:cNvSpPr txBox="1"/>
          <p:nvPr/>
        </p:nvSpPr>
        <p:spPr>
          <a:xfrm>
            <a:off x="285720" y="1857370"/>
            <a:ext cx="157163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rgbClr val="000000"/>
                </a:solidFill>
                <a:latin typeface="Batang"/>
                <a:ea typeface="Batang"/>
                <a:cs typeface="Batang"/>
                <a:sym typeface="Batang"/>
              </a:rPr>
              <a:t>Question assumptions</a:t>
            </a:r>
            <a:endParaRPr b="0" i="0" sz="1200" u="none" cap="none" strike="noStrike">
              <a:solidFill>
                <a:srgbClr val="000000"/>
              </a:solidFill>
              <a:latin typeface="Batang"/>
              <a:ea typeface="Batang"/>
              <a:cs typeface="Batang"/>
              <a:sym typeface="Batang"/>
            </a:endParaRPr>
          </a:p>
        </p:txBody>
      </p:sp>
      <p:sp>
        <p:nvSpPr>
          <p:cNvPr id="1214" name="Google Shape;1214;p44"/>
          <p:cNvSpPr/>
          <p:nvPr/>
        </p:nvSpPr>
        <p:spPr>
          <a:xfrm>
            <a:off x="5786446" y="1142990"/>
            <a:ext cx="571504" cy="714380"/>
          </a:xfrm>
          <a:custGeom>
            <a:rect b="b" l="l" r="r" t="t"/>
            <a:pathLst>
              <a:path extrusionOk="0" h="120000" w="120000">
                <a:moveTo>
                  <a:pt x="0" y="0"/>
                </a:moveTo>
                <a:lnTo>
                  <a:pt x="120000" y="0"/>
                </a:lnTo>
                <a:lnTo>
                  <a:pt x="120000" y="120000"/>
                </a:lnTo>
                <a:lnTo>
                  <a:pt x="0" y="120000"/>
                </a:lnTo>
                <a:close/>
                <a:moveTo>
                  <a:pt x="34286" y="44571"/>
                </a:moveTo>
                <a:cubicBezTo>
                  <a:pt x="34286" y="33210"/>
                  <a:pt x="45798" y="24000"/>
                  <a:pt x="60000" y="24000"/>
                </a:cubicBezTo>
                <a:cubicBezTo>
                  <a:pt x="74202" y="24000"/>
                  <a:pt x="85714" y="33210"/>
                  <a:pt x="85714" y="44571"/>
                </a:cubicBezTo>
                <a:lnTo>
                  <a:pt x="85714" y="44571"/>
                </a:lnTo>
                <a:cubicBezTo>
                  <a:pt x="85714" y="53092"/>
                  <a:pt x="79958" y="60000"/>
                  <a:pt x="72857" y="60000"/>
                </a:cubicBezTo>
                <a:cubicBezTo>
                  <a:pt x="69307" y="60000"/>
                  <a:pt x="66429" y="63454"/>
                  <a:pt x="66429" y="67714"/>
                </a:cubicBezTo>
                <a:lnTo>
                  <a:pt x="66429" y="78000"/>
                </a:lnTo>
                <a:lnTo>
                  <a:pt x="53571" y="78000"/>
                </a:lnTo>
                <a:lnTo>
                  <a:pt x="53571" y="67714"/>
                </a:lnTo>
                <a:lnTo>
                  <a:pt x="53571" y="67714"/>
                </a:lnTo>
                <a:cubicBezTo>
                  <a:pt x="53571" y="59193"/>
                  <a:pt x="59328" y="52286"/>
                  <a:pt x="66429" y="52286"/>
                </a:cubicBezTo>
                <a:cubicBezTo>
                  <a:pt x="69979" y="52286"/>
                  <a:pt x="72857" y="48832"/>
                  <a:pt x="72857" y="44571"/>
                </a:cubicBezTo>
                <a:cubicBezTo>
                  <a:pt x="72857" y="38891"/>
                  <a:pt x="67101" y="34286"/>
                  <a:pt x="60000" y="34286"/>
                </a:cubicBezTo>
                <a:cubicBezTo>
                  <a:pt x="52899" y="34286"/>
                  <a:pt x="47143" y="38891"/>
                  <a:pt x="47143" y="44571"/>
                </a:cubicBezTo>
                <a:close/>
                <a:moveTo>
                  <a:pt x="60000" y="80571"/>
                </a:moveTo>
                <a:lnTo>
                  <a:pt x="60000" y="80571"/>
                </a:lnTo>
                <a:cubicBezTo>
                  <a:pt x="65326" y="80571"/>
                  <a:pt x="69643" y="84025"/>
                  <a:pt x="69643" y="88286"/>
                </a:cubicBezTo>
                <a:cubicBezTo>
                  <a:pt x="69643" y="92546"/>
                  <a:pt x="65326" y="96000"/>
                  <a:pt x="60000" y="96000"/>
                </a:cubicBezTo>
                <a:cubicBezTo>
                  <a:pt x="54674" y="96000"/>
                  <a:pt x="50357" y="92546"/>
                  <a:pt x="50357" y="88286"/>
                </a:cubicBezTo>
                <a:cubicBezTo>
                  <a:pt x="50357" y="84025"/>
                  <a:pt x="54674" y="80571"/>
                  <a:pt x="60000" y="80571"/>
                </a:cubicBezTo>
                <a:close/>
              </a:path>
              <a:path extrusionOk="0" fill="darken" h="120000" w="120000">
                <a:moveTo>
                  <a:pt x="34286" y="44571"/>
                </a:moveTo>
                <a:cubicBezTo>
                  <a:pt x="34286" y="33210"/>
                  <a:pt x="45798" y="24000"/>
                  <a:pt x="60000" y="24000"/>
                </a:cubicBezTo>
                <a:cubicBezTo>
                  <a:pt x="74202" y="24000"/>
                  <a:pt x="85714" y="33210"/>
                  <a:pt x="85714" y="44571"/>
                </a:cubicBezTo>
                <a:lnTo>
                  <a:pt x="85714" y="44571"/>
                </a:lnTo>
                <a:cubicBezTo>
                  <a:pt x="85714" y="53092"/>
                  <a:pt x="79958" y="60000"/>
                  <a:pt x="72857" y="60000"/>
                </a:cubicBezTo>
                <a:cubicBezTo>
                  <a:pt x="69307" y="60000"/>
                  <a:pt x="66429" y="63454"/>
                  <a:pt x="66429" y="67714"/>
                </a:cubicBezTo>
                <a:lnTo>
                  <a:pt x="66429" y="78000"/>
                </a:lnTo>
                <a:lnTo>
                  <a:pt x="53571" y="78000"/>
                </a:lnTo>
                <a:lnTo>
                  <a:pt x="53571" y="67714"/>
                </a:lnTo>
                <a:lnTo>
                  <a:pt x="53571" y="67714"/>
                </a:lnTo>
                <a:cubicBezTo>
                  <a:pt x="53571" y="59193"/>
                  <a:pt x="59328" y="52286"/>
                  <a:pt x="66429" y="52286"/>
                </a:cubicBezTo>
                <a:cubicBezTo>
                  <a:pt x="69979" y="52286"/>
                  <a:pt x="72857" y="48832"/>
                  <a:pt x="72857" y="44571"/>
                </a:cubicBezTo>
                <a:cubicBezTo>
                  <a:pt x="72857" y="38891"/>
                  <a:pt x="67101" y="34286"/>
                  <a:pt x="60000" y="34286"/>
                </a:cubicBezTo>
                <a:cubicBezTo>
                  <a:pt x="52899" y="34286"/>
                  <a:pt x="47143" y="38891"/>
                  <a:pt x="47143" y="44571"/>
                </a:cubicBezTo>
                <a:close/>
                <a:moveTo>
                  <a:pt x="60000" y="80571"/>
                </a:moveTo>
                <a:lnTo>
                  <a:pt x="60000" y="80571"/>
                </a:lnTo>
                <a:cubicBezTo>
                  <a:pt x="65326" y="80571"/>
                  <a:pt x="69643" y="84025"/>
                  <a:pt x="69643" y="88286"/>
                </a:cubicBezTo>
                <a:cubicBezTo>
                  <a:pt x="69643" y="92546"/>
                  <a:pt x="65326" y="96000"/>
                  <a:pt x="60000" y="96000"/>
                </a:cubicBezTo>
                <a:cubicBezTo>
                  <a:pt x="54674" y="96000"/>
                  <a:pt x="50357" y="92546"/>
                  <a:pt x="50357" y="88286"/>
                </a:cubicBezTo>
                <a:cubicBezTo>
                  <a:pt x="50357" y="84025"/>
                  <a:pt x="54674" y="80571"/>
                  <a:pt x="60000" y="80571"/>
                </a:cubicBezTo>
                <a:close/>
              </a:path>
              <a:path extrusionOk="0" fill="none" h="120000" w="120000">
                <a:moveTo>
                  <a:pt x="34286" y="44571"/>
                </a:moveTo>
                <a:cubicBezTo>
                  <a:pt x="34286" y="33210"/>
                  <a:pt x="45798" y="24000"/>
                  <a:pt x="60000" y="24000"/>
                </a:cubicBezTo>
                <a:cubicBezTo>
                  <a:pt x="74202" y="24000"/>
                  <a:pt x="85714" y="33210"/>
                  <a:pt x="85714" y="44571"/>
                </a:cubicBezTo>
                <a:lnTo>
                  <a:pt x="85714" y="44571"/>
                </a:lnTo>
                <a:cubicBezTo>
                  <a:pt x="85714" y="53092"/>
                  <a:pt x="79958" y="60000"/>
                  <a:pt x="72857" y="60000"/>
                </a:cubicBezTo>
                <a:cubicBezTo>
                  <a:pt x="69307" y="60000"/>
                  <a:pt x="66429" y="63454"/>
                  <a:pt x="66429" y="67714"/>
                </a:cubicBezTo>
                <a:lnTo>
                  <a:pt x="66429" y="78000"/>
                </a:lnTo>
                <a:lnTo>
                  <a:pt x="53571" y="78000"/>
                </a:lnTo>
                <a:lnTo>
                  <a:pt x="53571" y="67714"/>
                </a:lnTo>
                <a:lnTo>
                  <a:pt x="53571" y="67714"/>
                </a:lnTo>
                <a:cubicBezTo>
                  <a:pt x="53571" y="59193"/>
                  <a:pt x="59328" y="52286"/>
                  <a:pt x="66429" y="52286"/>
                </a:cubicBezTo>
                <a:cubicBezTo>
                  <a:pt x="69979" y="52286"/>
                  <a:pt x="72857" y="48832"/>
                  <a:pt x="72857" y="44571"/>
                </a:cubicBezTo>
                <a:cubicBezTo>
                  <a:pt x="72857" y="38891"/>
                  <a:pt x="67101" y="34286"/>
                  <a:pt x="60000" y="34286"/>
                </a:cubicBezTo>
                <a:cubicBezTo>
                  <a:pt x="52899" y="34286"/>
                  <a:pt x="47143" y="38891"/>
                  <a:pt x="47143" y="44571"/>
                </a:cubicBezTo>
                <a:close/>
                <a:moveTo>
                  <a:pt x="60000" y="80571"/>
                </a:moveTo>
                <a:lnTo>
                  <a:pt x="60000" y="80571"/>
                </a:lnTo>
                <a:cubicBezTo>
                  <a:pt x="65326" y="80571"/>
                  <a:pt x="69643" y="84025"/>
                  <a:pt x="69643" y="88286"/>
                </a:cubicBezTo>
                <a:cubicBezTo>
                  <a:pt x="69643" y="92546"/>
                  <a:pt x="65326" y="96000"/>
                  <a:pt x="60000" y="96000"/>
                </a:cubicBezTo>
                <a:cubicBezTo>
                  <a:pt x="54674" y="96000"/>
                  <a:pt x="50357" y="92546"/>
                  <a:pt x="50357" y="88286"/>
                </a:cubicBezTo>
                <a:cubicBezTo>
                  <a:pt x="50357" y="84025"/>
                  <a:pt x="54674" y="80571"/>
                  <a:pt x="60000" y="80571"/>
                </a:cubicBezTo>
                <a:close/>
              </a:path>
              <a:path extrusionOk="0" fill="none" h="120000" w="120000">
                <a:moveTo>
                  <a:pt x="0" y="0"/>
                </a:moveTo>
                <a:lnTo>
                  <a:pt x="120000" y="0"/>
                </a:lnTo>
                <a:lnTo>
                  <a:pt x="120000" y="120000"/>
                </a:lnTo>
                <a:lnTo>
                  <a:pt x="0" y="120000"/>
                </a:lnTo>
                <a:close/>
              </a:path>
            </a:pathLst>
          </a:custGeom>
          <a:solidFill>
            <a:schemeClr val="accent1"/>
          </a:solid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15" name="Google Shape;1215;p44"/>
          <p:cNvSpPr txBox="1"/>
          <p:nvPr/>
        </p:nvSpPr>
        <p:spPr>
          <a:xfrm>
            <a:off x="6715140" y="1571618"/>
            <a:ext cx="1500198"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rgbClr val="000000"/>
                </a:solidFill>
                <a:latin typeface="Batang"/>
                <a:ea typeface="Batang"/>
                <a:cs typeface="Batang"/>
                <a:sym typeface="Batang"/>
              </a:rPr>
              <a:t>Question values on which policies they are based on </a:t>
            </a:r>
            <a:endParaRPr b="0" i="0" sz="1400" u="none" cap="none" strike="noStrike">
              <a:solidFill>
                <a:srgbClr val="000000"/>
              </a:solidFill>
              <a:latin typeface="Arial"/>
              <a:ea typeface="Arial"/>
              <a:cs typeface="Arial"/>
              <a:sym typeface="Arial"/>
            </a:endParaRPr>
          </a:p>
        </p:txBody>
      </p:sp>
      <p:sp>
        <p:nvSpPr>
          <p:cNvPr id="1216" name="Google Shape;1216;p44"/>
          <p:cNvSpPr txBox="1"/>
          <p:nvPr/>
        </p:nvSpPr>
        <p:spPr>
          <a:xfrm>
            <a:off x="7286644" y="3857634"/>
            <a:ext cx="1500198"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rgbClr val="000000"/>
                </a:solidFill>
                <a:latin typeface="Batang"/>
                <a:ea typeface="Batang"/>
                <a:cs typeface="Batang"/>
                <a:sym typeface="Batang"/>
              </a:rPr>
              <a:t>Reacting to situations one cannot control </a:t>
            </a:r>
            <a:endParaRPr b="0" i="0" sz="1400" u="none" cap="none" strike="noStrike">
              <a:solidFill>
                <a:srgbClr val="000000"/>
              </a:solidFill>
              <a:latin typeface="Arial"/>
              <a:ea typeface="Arial"/>
              <a:cs typeface="Arial"/>
              <a:sym typeface="Arial"/>
            </a:endParaRPr>
          </a:p>
        </p:txBody>
      </p:sp>
      <p:sp>
        <p:nvSpPr>
          <p:cNvPr id="1217" name="Google Shape;1217;p44"/>
          <p:cNvSpPr txBox="1"/>
          <p:nvPr/>
        </p:nvSpPr>
        <p:spPr>
          <a:xfrm>
            <a:off x="285720" y="3929072"/>
            <a:ext cx="142876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rgbClr val="000000"/>
                </a:solidFill>
                <a:latin typeface="Batang"/>
                <a:ea typeface="Batang"/>
                <a:cs typeface="Batang"/>
                <a:sym typeface="Batang"/>
              </a:rPr>
              <a:t>Act contrary to  expected stereotype</a:t>
            </a:r>
            <a:endParaRPr b="0" i="0" sz="1200" u="none" cap="none" strike="noStrike">
              <a:solidFill>
                <a:srgbClr val="000000"/>
              </a:solidFill>
              <a:latin typeface="Batang"/>
              <a:ea typeface="Batang"/>
              <a:cs typeface="Batang"/>
              <a:sym typeface="Batang"/>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7"/>
                                        </p:tgtEl>
                                        <p:attrNameLst>
                                          <p:attrName>style.visibility</p:attrName>
                                        </p:attrNameLst>
                                      </p:cBhvr>
                                      <p:to>
                                        <p:strVal val="visible"/>
                                      </p:to>
                                    </p:set>
                                    <p:animEffect filter="fade" transition="in">
                                      <p:cBhvr>
                                        <p:cTn dur="2000"/>
                                        <p:tgtEl>
                                          <p:spTgt spid="1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0"/>
                                        </p:tgtEl>
                                        <p:attrNameLst>
                                          <p:attrName>style.visibility</p:attrName>
                                        </p:attrNameLst>
                                      </p:cBhvr>
                                      <p:to>
                                        <p:strVal val="visible"/>
                                      </p:to>
                                    </p:set>
                                    <p:animEffect filter="fade" transition="in">
                                      <p:cBhvr>
                                        <p:cTn dur="2000"/>
                                        <p:tgtEl>
                                          <p:spTgt spid="1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gtEl>
                                        <p:attrNameLst>
                                          <p:attrName>style.visibility</p:attrName>
                                        </p:attrNameLst>
                                      </p:cBhvr>
                                      <p:to>
                                        <p:strVal val="visible"/>
                                      </p:to>
                                    </p:set>
                                    <p:animEffect filter="fade" transition="in">
                                      <p:cBhvr>
                                        <p:cTn dur="500"/>
                                        <p:tgtEl>
                                          <p:spTgt spid="1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gtEl>
                                        <p:attrNameLst>
                                          <p:attrName>style.visibility</p:attrName>
                                        </p:attrNameLst>
                                      </p:cBhvr>
                                      <p:to>
                                        <p:strVal val="visible"/>
                                      </p:to>
                                    </p:set>
                                    <p:animEffect filter="fade" transition="in">
                                      <p:cBhvr>
                                        <p:cTn dur="2000"/>
                                        <p:tgtEl>
                                          <p:spTgt spid="1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9"/>
                                        </p:tgtEl>
                                        <p:attrNameLst>
                                          <p:attrName>style.visibility</p:attrName>
                                        </p:attrNameLst>
                                      </p:cBhvr>
                                      <p:to>
                                        <p:strVal val="visible"/>
                                      </p:to>
                                    </p:set>
                                    <p:animEffect filter="fade" transition="in">
                                      <p:cBhvr>
                                        <p:cTn dur="500"/>
                                        <p:tgtEl>
                                          <p:spTgt spid="1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2"/>
                                        </p:tgtEl>
                                        <p:attrNameLst>
                                          <p:attrName>style.visibility</p:attrName>
                                        </p:attrNameLst>
                                      </p:cBhvr>
                                      <p:to>
                                        <p:strVal val="visible"/>
                                      </p:to>
                                    </p:set>
                                    <p:animEffect filter="fade" transition="in">
                                      <p:cBhvr>
                                        <p:cTn dur="2000"/>
                                        <p:tgtEl>
                                          <p:spTgt spid="1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4"/>
                                        </p:tgtEl>
                                        <p:attrNameLst>
                                          <p:attrName>style.visibility</p:attrName>
                                        </p:attrNameLst>
                                      </p:cBhvr>
                                      <p:to>
                                        <p:strVal val="visible"/>
                                      </p:to>
                                    </p:set>
                                    <p:animEffect filter="fade" transition="in">
                                      <p:cBhvr>
                                        <p:cTn dur="500"/>
                                        <p:tgtEl>
                                          <p:spTgt spid="1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5"/>
                                        </p:tgtEl>
                                        <p:attrNameLst>
                                          <p:attrName>style.visibility</p:attrName>
                                        </p:attrNameLst>
                                      </p:cBhvr>
                                      <p:to>
                                        <p:strVal val="visible"/>
                                      </p:to>
                                    </p:set>
                                    <p:animEffect filter="fade" transition="in">
                                      <p:cBhvr>
                                        <p:cTn dur="2000"/>
                                        <p:tgtEl>
                                          <p:spTgt spid="12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6"/>
                                        </p:tgtEl>
                                        <p:attrNameLst>
                                          <p:attrName>style.visibility</p:attrName>
                                        </p:attrNameLst>
                                      </p:cBhvr>
                                      <p:to>
                                        <p:strVal val="visible"/>
                                      </p:to>
                                    </p:set>
                                    <p:animEffect filter="fade" transition="in">
                                      <p:cBhvr>
                                        <p:cTn dur="500"/>
                                        <p:tgtEl>
                                          <p:spTgt spid="1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4"/>
                                        </p:tgtEl>
                                        <p:attrNameLst>
                                          <p:attrName>style.visibility</p:attrName>
                                        </p:attrNameLst>
                                      </p:cBhvr>
                                      <p:to>
                                        <p:strVal val="visible"/>
                                      </p:to>
                                    </p:set>
                                    <p:animEffect filter="fade" transition="in">
                                      <p:cBhvr>
                                        <p:cTn dur="2000"/>
                                        <p:tgtEl>
                                          <p:spTgt spid="1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7"/>
                                        </p:tgtEl>
                                        <p:attrNameLst>
                                          <p:attrName>style.visibility</p:attrName>
                                        </p:attrNameLst>
                                      </p:cBhvr>
                                      <p:to>
                                        <p:strVal val="visible"/>
                                      </p:to>
                                    </p:set>
                                    <p:animEffect filter="fade" transition="in">
                                      <p:cBhvr>
                                        <p:cTn dur="500"/>
                                        <p:tgtEl>
                                          <p:spTgt spid="1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gtEl>
                                        <p:attrNameLst>
                                          <p:attrName>style.visibility</p:attrName>
                                        </p:attrNameLst>
                                      </p:cBhvr>
                                      <p:to>
                                        <p:strVal val="visible"/>
                                      </p:to>
                                    </p:set>
                                    <p:animEffect filter="fade" transition="in">
                                      <p:cBhvr>
                                        <p:cTn dur="2000"/>
                                        <p:tgtEl>
                                          <p:spTgt spid="1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10"/>
                                        </p:tgtEl>
                                        <p:attrNameLst>
                                          <p:attrName>style.visibility</p:attrName>
                                        </p:attrNameLst>
                                      </p:cBhvr>
                                      <p:to>
                                        <p:strVal val="visible"/>
                                      </p:to>
                                    </p:set>
                                    <p:anim calcmode="lin" valueType="num">
                                      <p:cBhvr additive="base">
                                        <p:cTn dur="500"/>
                                        <p:tgtEl>
                                          <p:spTgt spid="121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6"/>
                                        </p:tgtEl>
                                        <p:attrNameLst>
                                          <p:attrName>style.visibility</p:attrName>
                                        </p:attrNameLst>
                                      </p:cBhvr>
                                      <p:to>
                                        <p:strVal val="visible"/>
                                      </p:to>
                                    </p:set>
                                    <p:animEffect filter="fade" transition="in">
                                      <p:cBhvr>
                                        <p:cTn dur="500"/>
                                        <p:tgtEl>
                                          <p:spTgt spid="1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8"/>
                                        </p:tgtEl>
                                        <p:attrNameLst>
                                          <p:attrName>style.visibility</p:attrName>
                                        </p:attrNameLst>
                                      </p:cBhvr>
                                      <p:to>
                                        <p:strVal val="visible"/>
                                      </p:to>
                                    </p:set>
                                    <p:animEffect filter="fade" transition="in">
                                      <p:cBhvr>
                                        <p:cTn dur="500"/>
                                        <p:tgtEl>
                                          <p:spTgt spid="1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11"/>
                                        </p:tgtEl>
                                        <p:attrNameLst>
                                          <p:attrName>style.visibility</p:attrName>
                                        </p:attrNameLst>
                                      </p:cBhvr>
                                      <p:to>
                                        <p:strVal val="visible"/>
                                      </p:to>
                                    </p:set>
                                    <p:anim calcmode="lin" valueType="num">
                                      <p:cBhvr additive="base">
                                        <p:cTn dur="500"/>
                                        <p:tgtEl>
                                          <p:spTgt spid="121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7"/>
                                        </p:tgtEl>
                                        <p:attrNameLst>
                                          <p:attrName>style.visibility</p:attrName>
                                        </p:attrNameLst>
                                      </p:cBhvr>
                                      <p:to>
                                        <p:strVal val="visible"/>
                                      </p:to>
                                    </p:set>
                                    <p:animEffect filter="fade" transition="in">
                                      <p:cBhvr>
                                        <p:cTn dur="500"/>
                                        <p:tgtEl>
                                          <p:spTgt spid="12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45"/>
          <p:cNvSpPr txBox="1"/>
          <p:nvPr>
            <p:ph type="title"/>
          </p:nvPr>
        </p:nvSpPr>
        <p:spPr>
          <a:xfrm>
            <a:off x="855300" y="0"/>
            <a:ext cx="6240900" cy="714362"/>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r>
              <a:rPr lang="fr-FR" sz="3300">
                <a:latin typeface="Lato"/>
                <a:ea typeface="Lato"/>
                <a:cs typeface="Lato"/>
                <a:sym typeface="Lato"/>
              </a:rPr>
              <a:t>To wrap up</a:t>
            </a:r>
            <a:endParaRPr sz="3300">
              <a:latin typeface="Lato"/>
              <a:ea typeface="Lato"/>
              <a:cs typeface="Lato"/>
              <a:sym typeface="Lato"/>
            </a:endParaRPr>
          </a:p>
        </p:txBody>
      </p:sp>
      <p:sp>
        <p:nvSpPr>
          <p:cNvPr id="1223" name="Google Shape;1223;p45"/>
          <p:cNvSpPr txBox="1"/>
          <p:nvPr>
            <p:ph idx="1" type="body"/>
          </p:nvPr>
        </p:nvSpPr>
        <p:spPr>
          <a:xfrm>
            <a:off x="428596" y="785800"/>
            <a:ext cx="8072494" cy="3602125"/>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Font typeface="Oswald"/>
              <a:buChar char="➢"/>
            </a:pPr>
            <a:r>
              <a:rPr b="1" lang="fr-FR">
                <a:latin typeface="Oswald"/>
                <a:ea typeface="Oswald"/>
                <a:cs typeface="Oswald"/>
                <a:sym typeface="Oswald"/>
              </a:rPr>
              <a:t>Prejudice</a:t>
            </a:r>
            <a:endParaRPr b="1">
              <a:latin typeface="Oswald"/>
              <a:ea typeface="Oswald"/>
              <a:cs typeface="Oswald"/>
              <a:sym typeface="Oswald"/>
            </a:endParaRPr>
          </a:p>
          <a:p>
            <a:pPr indent="-368300" lvl="0" marL="457200" rtl="0" algn="l">
              <a:lnSpc>
                <a:spcPct val="115000"/>
              </a:lnSpc>
              <a:spcBef>
                <a:spcPts val="0"/>
              </a:spcBef>
              <a:spcAft>
                <a:spcPts val="0"/>
              </a:spcAft>
              <a:buSzPts val="2200"/>
              <a:buNone/>
            </a:pPr>
            <a:r>
              <a:rPr b="1" lang="fr-FR" sz="1400">
                <a:latin typeface="Arial"/>
                <a:ea typeface="Arial"/>
                <a:cs typeface="Arial"/>
                <a:sym typeface="Arial"/>
              </a:rPr>
              <a:t>Unreasonable feelings, opinions, or attitudes, especially of a hostile nature, regarding an ethnic, racial, social, or religious group.</a:t>
            </a:r>
            <a:endParaRPr b="1">
              <a:latin typeface="Arial"/>
              <a:ea typeface="Arial"/>
              <a:cs typeface="Arial"/>
              <a:sym typeface="Arial"/>
            </a:endParaRPr>
          </a:p>
          <a:p>
            <a:pPr indent="-228600" lvl="0" marL="457200" rtl="0" algn="l">
              <a:lnSpc>
                <a:spcPct val="115000"/>
              </a:lnSpc>
              <a:spcBef>
                <a:spcPts val="0"/>
              </a:spcBef>
              <a:spcAft>
                <a:spcPts val="0"/>
              </a:spcAft>
              <a:buSzPts val="2200"/>
              <a:buNone/>
            </a:pPr>
            <a:r>
              <a:t/>
            </a:r>
            <a:endParaRPr/>
          </a:p>
          <a:p>
            <a:pPr indent="-228600" lvl="0" marL="457200" rtl="0" algn="l">
              <a:lnSpc>
                <a:spcPct val="115000"/>
              </a:lnSpc>
              <a:spcBef>
                <a:spcPts val="0"/>
              </a:spcBef>
              <a:spcAft>
                <a:spcPts val="0"/>
              </a:spcAft>
              <a:buSzPts val="2200"/>
              <a:buNone/>
            </a:pPr>
            <a:r>
              <a:t/>
            </a:r>
            <a:endParaRPr/>
          </a:p>
        </p:txBody>
      </p:sp>
      <p:sp>
        <p:nvSpPr>
          <p:cNvPr id="1224" name="Google Shape;1224;p45"/>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descr="C:\Users\user\Desktop\CCCA3 2021 2022\Breaking prejudice\modal-verbs-speculation-and-deduction-16-638 (1).webp" id="1225" name="Google Shape;1225;p4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45"/>
          <p:cNvSpPr txBox="1"/>
          <p:nvPr/>
        </p:nvSpPr>
        <p:spPr>
          <a:xfrm>
            <a:off x="4572000" y="2285998"/>
            <a:ext cx="30717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Space Grotesk Light"/>
                <a:ea typeface="Space Grotesk Light"/>
                <a:cs typeface="Space Grotesk Light"/>
                <a:sym typeface="Space Grotesk Light"/>
              </a:rPr>
              <a:t>He </a:t>
            </a:r>
            <a:r>
              <a:rPr b="1" i="0" lang="fr-FR" sz="1400" u="none" cap="none" strike="noStrike">
                <a:solidFill>
                  <a:srgbClr val="FF00FF"/>
                </a:solidFill>
                <a:latin typeface="Space Grotesk"/>
                <a:ea typeface="Space Grotesk"/>
                <a:cs typeface="Space Grotesk"/>
                <a:sym typeface="Space Grotesk"/>
              </a:rPr>
              <a:t>can’t</a:t>
            </a:r>
            <a:r>
              <a:rPr b="0" i="0" lang="fr-FR" sz="1400" u="none" cap="none" strike="noStrike">
                <a:solidFill>
                  <a:srgbClr val="FF00FF"/>
                </a:solidFill>
                <a:latin typeface="Space Grotesk Light"/>
                <a:ea typeface="Space Grotesk Light"/>
                <a:cs typeface="Space Grotesk Light"/>
                <a:sym typeface="Space Grotesk Light"/>
              </a:rPr>
              <a:t> </a:t>
            </a:r>
            <a:r>
              <a:rPr b="0" i="0" lang="fr-FR" sz="1400" u="none" cap="none" strike="noStrike">
                <a:solidFill>
                  <a:schemeClr val="dk1"/>
                </a:solidFill>
                <a:latin typeface="Space Grotesk Light"/>
                <a:ea typeface="Space Grotesk Light"/>
                <a:cs typeface="Space Grotesk Light"/>
                <a:sym typeface="Space Grotesk Light"/>
              </a:rPr>
              <a:t>be a doctor.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Space Grotesk Light"/>
                <a:ea typeface="Space Grotesk Light"/>
                <a:cs typeface="Space Grotesk Light"/>
                <a:sym typeface="Space Grotesk Light"/>
              </a:rPr>
              <a:t>He </a:t>
            </a:r>
            <a:r>
              <a:rPr b="1" i="0" lang="fr-FR" sz="1400" u="none" cap="none" strike="noStrike">
                <a:solidFill>
                  <a:srgbClr val="FF00FF"/>
                </a:solidFill>
                <a:latin typeface="Space Grotesk"/>
                <a:ea typeface="Space Grotesk"/>
                <a:cs typeface="Space Grotesk"/>
                <a:sym typeface="Space Grotesk"/>
              </a:rPr>
              <a:t>must</a:t>
            </a:r>
            <a:r>
              <a:rPr b="0" i="0" lang="fr-FR" sz="1400" u="none" cap="none" strike="noStrike">
                <a:solidFill>
                  <a:srgbClr val="FF00FF"/>
                </a:solidFill>
                <a:latin typeface="Space Grotesk Light"/>
                <a:ea typeface="Space Grotesk Light"/>
                <a:cs typeface="Space Grotesk Light"/>
                <a:sym typeface="Space Grotesk Light"/>
              </a:rPr>
              <a:t> </a:t>
            </a:r>
            <a:r>
              <a:rPr b="0" i="0" lang="fr-FR" sz="1400" u="none" cap="none" strike="noStrike">
                <a:solidFill>
                  <a:schemeClr val="dk1"/>
                </a:solidFill>
                <a:latin typeface="Space Grotesk Light"/>
                <a:ea typeface="Space Grotesk Light"/>
                <a:cs typeface="Space Grotesk Light"/>
                <a:sym typeface="Space Grotesk Light"/>
              </a:rPr>
              <a:t>be inferior.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Space Grotesk Light"/>
                <a:ea typeface="Space Grotesk Light"/>
                <a:cs typeface="Space Grotesk Light"/>
                <a:sym typeface="Space Grotesk Light"/>
              </a:rPr>
              <a:t>He</a:t>
            </a:r>
            <a:r>
              <a:rPr b="0" i="0" lang="fr-FR" sz="1400" u="none" cap="none" strike="noStrike">
                <a:solidFill>
                  <a:srgbClr val="FF0000"/>
                </a:solidFill>
                <a:latin typeface="Space Grotesk Light"/>
                <a:ea typeface="Space Grotesk Light"/>
                <a:cs typeface="Space Grotesk Light"/>
                <a:sym typeface="Space Grotesk Light"/>
              </a:rPr>
              <a:t> </a:t>
            </a:r>
            <a:r>
              <a:rPr b="1" i="0" lang="fr-FR" sz="1400" u="none" cap="none" strike="noStrike">
                <a:solidFill>
                  <a:srgbClr val="FF00FF"/>
                </a:solidFill>
                <a:latin typeface="Space Grotesk"/>
                <a:ea typeface="Space Grotesk"/>
                <a:cs typeface="Space Grotesk"/>
                <a:sym typeface="Space Grotesk"/>
              </a:rPr>
              <a:t>might</a:t>
            </a:r>
            <a:r>
              <a:rPr b="0" i="0" lang="fr-FR" sz="1400" u="none" cap="none" strike="noStrike">
                <a:solidFill>
                  <a:srgbClr val="FF00FF"/>
                </a:solidFill>
                <a:latin typeface="Space Grotesk Light"/>
                <a:ea typeface="Space Grotesk Light"/>
                <a:cs typeface="Space Grotesk Light"/>
                <a:sym typeface="Space Grotesk Light"/>
              </a:rPr>
              <a:t> </a:t>
            </a:r>
            <a:r>
              <a:rPr b="0" i="0" lang="fr-FR" sz="1400" u="none" cap="none" strike="noStrike">
                <a:solidFill>
                  <a:schemeClr val="dk1"/>
                </a:solidFill>
                <a:latin typeface="Space Grotesk Light"/>
                <a:ea typeface="Space Grotesk Light"/>
                <a:cs typeface="Space Grotesk Light"/>
                <a:sym typeface="Space Grotesk Light"/>
              </a:rPr>
              <a:t>be a psychopath</a:t>
            </a:r>
            <a:r>
              <a:rPr b="0" i="0" lang="fr-FR"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descr="phsychopath-sociopath-Freaky-Smiling-Psycho-Man.jpg" id="1227" name="Google Shape;1227;p45"/>
          <p:cNvPicPr preferRelativeResize="0"/>
          <p:nvPr/>
        </p:nvPicPr>
        <p:blipFill rotWithShape="1">
          <a:blip r:embed="rId3">
            <a:alphaModFix/>
          </a:blip>
          <a:srcRect b="0" l="0" r="0" t="0"/>
          <a:stretch/>
        </p:blipFill>
        <p:spPr>
          <a:xfrm>
            <a:off x="214282" y="1785932"/>
            <a:ext cx="3856420" cy="2928940"/>
          </a:xfrm>
          <a:prstGeom prst="rect">
            <a:avLst/>
          </a:prstGeom>
          <a:noFill/>
          <a:ln>
            <a:noFill/>
          </a:ln>
        </p:spPr>
      </p:pic>
      <p:sp>
        <p:nvSpPr>
          <p:cNvPr id="1228" name="Google Shape;1228;p45"/>
          <p:cNvSpPr/>
          <p:nvPr/>
        </p:nvSpPr>
        <p:spPr>
          <a:xfrm>
            <a:off x="5572132" y="3143254"/>
            <a:ext cx="2714644" cy="1643074"/>
          </a:xfrm>
          <a:prstGeom prst="ellipse">
            <a:avLst/>
          </a:prstGeom>
          <a:solidFill>
            <a:schemeClr val="accent1"/>
          </a:solid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29" name="Google Shape;1229;p45"/>
          <p:cNvSpPr txBox="1"/>
          <p:nvPr/>
        </p:nvSpPr>
        <p:spPr>
          <a:xfrm>
            <a:off x="5786446" y="3643320"/>
            <a:ext cx="22146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1" lang="fr-FR" sz="1600" u="none" cap="none" strike="noStrike">
                <a:solidFill>
                  <a:schemeClr val="dk1"/>
                </a:solidFill>
                <a:latin typeface="Oswald"/>
                <a:ea typeface="Oswald"/>
                <a:cs typeface="Oswald"/>
                <a:sym typeface="Oswald"/>
              </a:rPr>
              <a:t>Modals of deduction in the present</a:t>
            </a:r>
            <a:endParaRPr b="1" i="1" sz="1600" u="none" cap="none" strike="noStrike">
              <a:solidFill>
                <a:schemeClr val="dk1"/>
              </a:solidFill>
              <a:latin typeface="Oswald"/>
              <a:ea typeface="Oswald"/>
              <a:cs typeface="Oswald"/>
              <a:sym typeface="Oswa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2"/>
                                        </p:tgtEl>
                                        <p:attrNameLst>
                                          <p:attrName>style.visibility</p:attrName>
                                        </p:attrNameLst>
                                      </p:cBhvr>
                                      <p:to>
                                        <p:strVal val="visible"/>
                                      </p:to>
                                    </p:set>
                                    <p:animEffect filter="fade" transition="in">
                                      <p:cBhvr>
                                        <p:cTn dur="2000"/>
                                        <p:tgtEl>
                                          <p:spTgt spid="1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3">
                                            <p:txEl>
                                              <p:pRg end="0" st="0"/>
                                            </p:txEl>
                                          </p:spTgt>
                                        </p:tgtEl>
                                        <p:attrNameLst>
                                          <p:attrName>style.visibility</p:attrName>
                                        </p:attrNameLst>
                                      </p:cBhvr>
                                      <p:to>
                                        <p:strVal val="visible"/>
                                      </p:to>
                                    </p:set>
                                    <p:animEffect filter="fade" transition="in">
                                      <p:cBhvr>
                                        <p:cTn dur="2000"/>
                                        <p:tgtEl>
                                          <p:spTgt spid="12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3">
                                            <p:txEl>
                                              <p:pRg end="1" st="1"/>
                                            </p:txEl>
                                          </p:spTgt>
                                        </p:tgtEl>
                                        <p:attrNameLst>
                                          <p:attrName>style.visibility</p:attrName>
                                        </p:attrNameLst>
                                      </p:cBhvr>
                                      <p:to>
                                        <p:strVal val="visible"/>
                                      </p:to>
                                    </p:set>
                                    <p:animEffect filter="fade" transition="in">
                                      <p:cBhvr>
                                        <p:cTn dur="2000"/>
                                        <p:tgtEl>
                                          <p:spTgt spid="12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3">
                                            <p:txEl>
                                              <p:pRg end="2" st="2"/>
                                            </p:txEl>
                                          </p:spTgt>
                                        </p:tgtEl>
                                        <p:attrNameLst>
                                          <p:attrName>style.visibility</p:attrName>
                                        </p:attrNameLst>
                                      </p:cBhvr>
                                      <p:to>
                                        <p:strVal val="visible"/>
                                      </p:to>
                                    </p:set>
                                    <p:animEffect filter="fade" transition="in">
                                      <p:cBhvr>
                                        <p:cTn dur="2000"/>
                                        <p:tgtEl>
                                          <p:spTgt spid="12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3">
                                            <p:txEl>
                                              <p:pRg end="3" st="3"/>
                                            </p:txEl>
                                          </p:spTgt>
                                        </p:tgtEl>
                                        <p:attrNameLst>
                                          <p:attrName>style.visibility</p:attrName>
                                        </p:attrNameLst>
                                      </p:cBhvr>
                                      <p:to>
                                        <p:strVal val="visible"/>
                                      </p:to>
                                    </p:set>
                                    <p:animEffect filter="fade" transition="in">
                                      <p:cBhvr>
                                        <p:cTn dur="2000"/>
                                        <p:tgtEl>
                                          <p:spTgt spid="12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7"/>
                                        </p:tgtEl>
                                        <p:attrNameLst>
                                          <p:attrName>style.visibility</p:attrName>
                                        </p:attrNameLst>
                                      </p:cBhvr>
                                      <p:to>
                                        <p:strVal val="visible"/>
                                      </p:to>
                                    </p:set>
                                    <p:animEffect filter="fade" transition="in">
                                      <p:cBhvr>
                                        <p:cTn dur="2000"/>
                                        <p:tgtEl>
                                          <p:spTgt spid="1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6"/>
                                        </p:tgtEl>
                                        <p:attrNameLst>
                                          <p:attrName>style.visibility</p:attrName>
                                        </p:attrNameLst>
                                      </p:cBhvr>
                                      <p:to>
                                        <p:strVal val="visible"/>
                                      </p:to>
                                    </p:set>
                                    <p:animEffect filter="fade" transition="in">
                                      <p:cBhvr>
                                        <p:cTn dur="500"/>
                                        <p:tgtEl>
                                          <p:spTgt spid="12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9"/>
                                        </p:tgtEl>
                                        <p:attrNameLst>
                                          <p:attrName>style.visibility</p:attrName>
                                        </p:attrNameLst>
                                      </p:cBhvr>
                                      <p:to>
                                        <p:strVal val="visible"/>
                                      </p:to>
                                    </p:set>
                                    <p:animEffect filter="fade" transition="in">
                                      <p:cBhvr>
                                        <p:cTn dur="500"/>
                                        <p:tgtEl>
                                          <p:spTgt spid="1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8"/>
                                        </p:tgtEl>
                                        <p:attrNameLst>
                                          <p:attrName>style.visibility</p:attrName>
                                        </p:attrNameLst>
                                      </p:cBhvr>
                                      <p:to>
                                        <p:strVal val="visible"/>
                                      </p:to>
                                    </p:set>
                                    <p:animEffect filter="fade" transition="in">
                                      <p:cBhvr>
                                        <p:cTn dur="500"/>
                                        <p:tgtEl>
                                          <p:spTgt spid="1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46"/>
          <p:cNvSpPr txBox="1"/>
          <p:nvPr>
            <p:ph type="title"/>
          </p:nvPr>
        </p:nvSpPr>
        <p:spPr>
          <a:xfrm>
            <a:off x="0" y="0"/>
            <a:ext cx="2214546" cy="571486"/>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3200"/>
              <a:buNone/>
            </a:pPr>
            <a:r>
              <a:rPr b="1" lang="fr-FR">
                <a:latin typeface="Lato"/>
                <a:ea typeface="Lato"/>
                <a:cs typeface="Lato"/>
                <a:sym typeface="Lato"/>
              </a:rPr>
              <a:t>Grammar </a:t>
            </a:r>
            <a:endParaRPr b="1">
              <a:latin typeface="Lato"/>
              <a:ea typeface="Lato"/>
              <a:cs typeface="Lato"/>
              <a:sym typeface="Lato"/>
            </a:endParaRPr>
          </a:p>
        </p:txBody>
      </p:sp>
      <p:sp>
        <p:nvSpPr>
          <p:cNvPr id="1235" name="Google Shape;1235;p46"/>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pic>
        <p:nvPicPr>
          <p:cNvPr descr="http://calibermag.org/wp-content/uploads/2012/10/Hippie-340x281.jpg" id="1236" name="Google Shape;1236;p46"/>
          <p:cNvPicPr preferRelativeResize="0"/>
          <p:nvPr/>
        </p:nvPicPr>
        <p:blipFill rotWithShape="1">
          <a:blip r:embed="rId3">
            <a:alphaModFix/>
          </a:blip>
          <a:srcRect b="0" l="0" r="0" t="0"/>
          <a:stretch/>
        </p:blipFill>
        <p:spPr>
          <a:xfrm>
            <a:off x="6772275" y="0"/>
            <a:ext cx="2371725" cy="1960161"/>
          </a:xfrm>
          <a:prstGeom prst="rect">
            <a:avLst/>
          </a:prstGeom>
          <a:noFill/>
          <a:ln>
            <a:noFill/>
          </a:ln>
        </p:spPr>
      </p:pic>
      <p:pic>
        <p:nvPicPr>
          <p:cNvPr descr="https://encrypted-tbn1.gstatic.com/images?q=tbn:ANd9GcSG7xB-QEe4XU0HjuJ4cjYQclg4wiSxak4DDNLbMs9NV6qLbpxBlQ" id="1237" name="Google Shape;1237;p46"/>
          <p:cNvPicPr preferRelativeResize="0"/>
          <p:nvPr/>
        </p:nvPicPr>
        <p:blipFill rotWithShape="1">
          <a:blip r:embed="rId4">
            <a:alphaModFix/>
          </a:blip>
          <a:srcRect b="0" l="0" r="0" t="0"/>
          <a:stretch/>
        </p:blipFill>
        <p:spPr>
          <a:xfrm>
            <a:off x="6524625" y="3400425"/>
            <a:ext cx="2619375" cy="1743075"/>
          </a:xfrm>
          <a:prstGeom prst="rect">
            <a:avLst/>
          </a:prstGeom>
          <a:noFill/>
          <a:ln>
            <a:noFill/>
          </a:ln>
        </p:spPr>
      </p:pic>
      <p:pic>
        <p:nvPicPr>
          <p:cNvPr descr="http://i.ytimg.com/vi/ZooNIKu57Rs/maxresdefault.jpg" id="1238" name="Google Shape;1238;p46"/>
          <p:cNvPicPr preferRelativeResize="0"/>
          <p:nvPr/>
        </p:nvPicPr>
        <p:blipFill rotWithShape="1">
          <a:blip r:embed="rId5">
            <a:alphaModFix/>
          </a:blip>
          <a:srcRect b="0" l="0" r="0" t="0"/>
          <a:stretch/>
        </p:blipFill>
        <p:spPr>
          <a:xfrm flipH="1">
            <a:off x="6429388" y="2000246"/>
            <a:ext cx="2486025" cy="1398388"/>
          </a:xfrm>
          <a:prstGeom prst="rect">
            <a:avLst/>
          </a:prstGeom>
          <a:noFill/>
          <a:ln>
            <a:noFill/>
          </a:ln>
        </p:spPr>
      </p:pic>
      <p:pic>
        <p:nvPicPr>
          <p:cNvPr descr="http://www.caribjournal.com/wp-content/uploads/2013/12/ville.jpg" id="1239" name="Google Shape;1239;p46"/>
          <p:cNvPicPr preferRelativeResize="0"/>
          <p:nvPr/>
        </p:nvPicPr>
        <p:blipFill rotWithShape="1">
          <a:blip r:embed="rId6">
            <a:alphaModFix/>
          </a:blip>
          <a:srcRect b="0" l="0" r="0" t="0"/>
          <a:stretch/>
        </p:blipFill>
        <p:spPr>
          <a:xfrm>
            <a:off x="3571868" y="3000378"/>
            <a:ext cx="2635308" cy="1638300"/>
          </a:xfrm>
          <a:prstGeom prst="rect">
            <a:avLst/>
          </a:prstGeom>
          <a:noFill/>
          <a:ln>
            <a:noFill/>
          </a:ln>
        </p:spPr>
      </p:pic>
      <p:pic>
        <p:nvPicPr>
          <p:cNvPr descr="https://haroldleemiller.files.wordpress.com/2011/08/lrtommy-roberson_0898.jpg" id="1240" name="Google Shape;1240;p46"/>
          <p:cNvPicPr preferRelativeResize="0"/>
          <p:nvPr/>
        </p:nvPicPr>
        <p:blipFill rotWithShape="1">
          <a:blip r:embed="rId7">
            <a:alphaModFix/>
          </a:blip>
          <a:srcRect b="0" l="0" r="0" t="0"/>
          <a:stretch/>
        </p:blipFill>
        <p:spPr>
          <a:xfrm>
            <a:off x="4214810" y="285734"/>
            <a:ext cx="2400300" cy="1867433"/>
          </a:xfrm>
          <a:prstGeom prst="rect">
            <a:avLst/>
          </a:prstGeom>
          <a:noFill/>
          <a:ln>
            <a:noFill/>
          </a:ln>
        </p:spPr>
      </p:pic>
      <p:pic>
        <p:nvPicPr>
          <p:cNvPr descr="http://www.gannett-cdn.com/-mm-/7c80399fa81184107b5d7eeeb840ea5e24d856a3/c=17-0-1662-2193&amp;r=537&amp;c=0-0-534-712/local/-/media/2015/03/11/Indianapolis/Indianapolis/635616911877058754-464805244.jpg" id="1241" name="Google Shape;1241;p46"/>
          <p:cNvPicPr preferRelativeResize="0"/>
          <p:nvPr/>
        </p:nvPicPr>
        <p:blipFill rotWithShape="1">
          <a:blip r:embed="rId8">
            <a:alphaModFix/>
          </a:blip>
          <a:srcRect b="0" l="0" r="0" t="0"/>
          <a:stretch/>
        </p:blipFill>
        <p:spPr>
          <a:xfrm>
            <a:off x="1500166" y="2928940"/>
            <a:ext cx="1809750" cy="1928808"/>
          </a:xfrm>
          <a:prstGeom prst="rect">
            <a:avLst/>
          </a:prstGeom>
          <a:noFill/>
          <a:ln>
            <a:noFill/>
          </a:ln>
        </p:spPr>
      </p:pic>
      <p:sp>
        <p:nvSpPr>
          <p:cNvPr id="1242" name="Google Shape;1242;p46"/>
          <p:cNvSpPr txBox="1"/>
          <p:nvPr/>
        </p:nvSpPr>
        <p:spPr>
          <a:xfrm>
            <a:off x="0" y="500049"/>
            <a:ext cx="4143372"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t/>
            </a:r>
            <a:endParaRPr b="0" i="1" sz="1400" u="sng"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Space Grotesk"/>
                <a:ea typeface="Space Grotesk"/>
                <a:cs typeface="Space Grotesk"/>
                <a:sym typeface="Space Grotesk"/>
              </a:rPr>
              <a:t>Make speculations about these people. Decide which person has which job.</a:t>
            </a:r>
            <a:endParaRPr b="0" i="0" sz="1400" u="none" cap="none" strike="noStrike">
              <a:solidFill>
                <a:srgbClr val="000000"/>
              </a:solidFill>
              <a:latin typeface="Space Grotesk"/>
              <a:ea typeface="Space Grotesk"/>
              <a:cs typeface="Space Grotesk"/>
              <a:sym typeface="Space Grotesk"/>
            </a:endParaRPr>
          </a:p>
        </p:txBody>
      </p:sp>
      <p:sp>
        <p:nvSpPr>
          <p:cNvPr id="1243" name="Google Shape;1243;p46"/>
          <p:cNvSpPr/>
          <p:nvPr/>
        </p:nvSpPr>
        <p:spPr>
          <a:xfrm>
            <a:off x="0" y="1214428"/>
            <a:ext cx="3357586" cy="1500198"/>
          </a:xfrm>
          <a:prstGeom prst="ellipse">
            <a:avLst/>
          </a:prstGeom>
          <a:solidFill>
            <a:schemeClr val="accent1"/>
          </a:solid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44" name="Google Shape;1244;p46"/>
          <p:cNvSpPr txBox="1"/>
          <p:nvPr/>
        </p:nvSpPr>
        <p:spPr>
          <a:xfrm>
            <a:off x="500034" y="1500180"/>
            <a:ext cx="2928900" cy="89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fr-FR" sz="1300" u="none" cap="none" strike="noStrike">
                <a:solidFill>
                  <a:srgbClr val="000000"/>
                </a:solidFill>
                <a:latin typeface="Oswald"/>
                <a:ea typeface="Oswald"/>
                <a:cs typeface="Oswald"/>
                <a:sym typeface="Oswald"/>
              </a:rPr>
              <a:t>A lawyer/ A police officer</a:t>
            </a:r>
            <a:endParaRPr b="0" i="0" sz="1600" u="none" cap="none" strike="noStrike">
              <a:solidFill>
                <a:srgbClr val="0000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300"/>
              <a:buFont typeface="Arial"/>
              <a:buNone/>
            </a:pPr>
            <a:r>
              <a:rPr b="0" i="0" lang="fr-FR" sz="1300" u="none" cap="none" strike="noStrike">
                <a:solidFill>
                  <a:srgbClr val="000000"/>
                </a:solidFill>
                <a:latin typeface="Oswald"/>
                <a:ea typeface="Oswald"/>
                <a:cs typeface="Oswald"/>
                <a:sym typeface="Oswald"/>
              </a:rPr>
              <a:t>A serial-killer /A billionaire</a:t>
            </a:r>
            <a:endParaRPr b="0" i="0" sz="1600" u="none" cap="none" strike="noStrike">
              <a:solidFill>
                <a:srgbClr val="0000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300"/>
              <a:buFont typeface="Arial"/>
              <a:buNone/>
            </a:pPr>
            <a:r>
              <a:rPr b="0" i="0" lang="fr-FR" sz="1300" u="none" cap="none" strike="noStrike">
                <a:solidFill>
                  <a:srgbClr val="000000"/>
                </a:solidFill>
                <a:latin typeface="Oswald"/>
                <a:ea typeface="Oswald"/>
                <a:cs typeface="Oswald"/>
                <a:sym typeface="Oswald"/>
              </a:rPr>
              <a:t>A rock star / A bank robber</a:t>
            </a:r>
            <a:endParaRPr b="0" i="0" sz="1600" u="none" cap="none" strike="noStrike">
              <a:solidFill>
                <a:srgbClr val="0000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300"/>
              <a:buFont typeface="Arial"/>
              <a:buNone/>
            </a:pPr>
            <a:r>
              <a:rPr b="0" i="0" lang="fr-FR" sz="1300" u="none" cap="none" strike="noStrike">
                <a:solidFill>
                  <a:srgbClr val="000000"/>
                </a:solidFill>
                <a:latin typeface="Oswald"/>
                <a:ea typeface="Oswald"/>
                <a:cs typeface="Oswald"/>
                <a:sym typeface="Oswald"/>
              </a:rPr>
              <a:t>A chef /A professional sports-person</a:t>
            </a:r>
            <a:endParaRPr b="0" i="0" sz="1300" u="none" cap="none" strike="noStrike">
              <a:solidFill>
                <a:srgbClr val="000000"/>
              </a:solidFill>
              <a:latin typeface="Oswald"/>
              <a:ea typeface="Oswald"/>
              <a:cs typeface="Oswald"/>
              <a:sym typeface="Oswa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4"/>
                                        </p:tgtEl>
                                        <p:attrNameLst>
                                          <p:attrName>style.visibility</p:attrName>
                                        </p:attrNameLst>
                                      </p:cBhvr>
                                      <p:to>
                                        <p:strVal val="visible"/>
                                      </p:to>
                                    </p:set>
                                    <p:animEffect filter="fade" transition="in">
                                      <p:cBhvr>
                                        <p:cTn dur="2000"/>
                                        <p:tgtEl>
                                          <p:spTgt spid="1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0"/>
                                        </p:tgtEl>
                                        <p:attrNameLst>
                                          <p:attrName>style.visibility</p:attrName>
                                        </p:attrNameLst>
                                      </p:cBhvr>
                                      <p:to>
                                        <p:strVal val="visible"/>
                                      </p:to>
                                    </p:set>
                                    <p:animEffect filter="fade" transition="in">
                                      <p:cBhvr>
                                        <p:cTn dur="2000"/>
                                        <p:tgtEl>
                                          <p:spTgt spid="1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6"/>
                                        </p:tgtEl>
                                        <p:attrNameLst>
                                          <p:attrName>style.visibility</p:attrName>
                                        </p:attrNameLst>
                                      </p:cBhvr>
                                      <p:to>
                                        <p:strVal val="visible"/>
                                      </p:to>
                                    </p:set>
                                    <p:animEffect filter="fade" transition="in">
                                      <p:cBhvr>
                                        <p:cTn dur="2000"/>
                                        <p:tgtEl>
                                          <p:spTgt spid="1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8"/>
                                        </p:tgtEl>
                                        <p:attrNameLst>
                                          <p:attrName>style.visibility</p:attrName>
                                        </p:attrNameLst>
                                      </p:cBhvr>
                                      <p:to>
                                        <p:strVal val="visible"/>
                                      </p:to>
                                    </p:set>
                                    <p:animEffect filter="fade" transition="in">
                                      <p:cBhvr>
                                        <p:cTn dur="2000"/>
                                        <p:tgtEl>
                                          <p:spTgt spid="1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1"/>
                                        </p:tgtEl>
                                        <p:attrNameLst>
                                          <p:attrName>style.visibility</p:attrName>
                                        </p:attrNameLst>
                                      </p:cBhvr>
                                      <p:to>
                                        <p:strVal val="visible"/>
                                      </p:to>
                                    </p:set>
                                    <p:animEffect filter="fade" transition="in">
                                      <p:cBhvr>
                                        <p:cTn dur="500"/>
                                        <p:tgtEl>
                                          <p:spTgt spid="1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9"/>
                                        </p:tgtEl>
                                        <p:attrNameLst>
                                          <p:attrName>style.visibility</p:attrName>
                                        </p:attrNameLst>
                                      </p:cBhvr>
                                      <p:to>
                                        <p:strVal val="visible"/>
                                      </p:to>
                                    </p:set>
                                    <p:animEffect filter="fade" transition="in">
                                      <p:cBhvr>
                                        <p:cTn dur="2000"/>
                                        <p:tgtEl>
                                          <p:spTgt spid="1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7"/>
                                        </p:tgtEl>
                                        <p:attrNameLst>
                                          <p:attrName>style.visibility</p:attrName>
                                        </p:attrNameLst>
                                      </p:cBhvr>
                                      <p:to>
                                        <p:strVal val="visible"/>
                                      </p:to>
                                    </p:set>
                                    <p:animEffect filter="fade" transition="in">
                                      <p:cBhvr>
                                        <p:cTn dur="2000"/>
                                        <p:tgtEl>
                                          <p:spTgt spid="1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4">
                                            <p:txEl>
                                              <p:pRg end="0" st="0"/>
                                            </p:txEl>
                                          </p:spTgt>
                                        </p:tgtEl>
                                        <p:attrNameLst>
                                          <p:attrName>style.visibility</p:attrName>
                                        </p:attrNameLst>
                                      </p:cBhvr>
                                      <p:to>
                                        <p:strVal val="visible"/>
                                      </p:to>
                                    </p:set>
                                    <p:animEffect filter="fade" transition="in">
                                      <p:cBhvr>
                                        <p:cTn dur="2000"/>
                                        <p:tgtEl>
                                          <p:spTgt spid="12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4">
                                            <p:txEl>
                                              <p:pRg end="1" st="1"/>
                                            </p:txEl>
                                          </p:spTgt>
                                        </p:tgtEl>
                                        <p:attrNameLst>
                                          <p:attrName>style.visibility</p:attrName>
                                        </p:attrNameLst>
                                      </p:cBhvr>
                                      <p:to>
                                        <p:strVal val="visible"/>
                                      </p:to>
                                    </p:set>
                                    <p:animEffect filter="fade" transition="in">
                                      <p:cBhvr>
                                        <p:cTn dur="2000"/>
                                        <p:tgtEl>
                                          <p:spTgt spid="12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4">
                                            <p:txEl>
                                              <p:pRg end="2" st="2"/>
                                            </p:txEl>
                                          </p:spTgt>
                                        </p:tgtEl>
                                        <p:attrNameLst>
                                          <p:attrName>style.visibility</p:attrName>
                                        </p:attrNameLst>
                                      </p:cBhvr>
                                      <p:to>
                                        <p:strVal val="visible"/>
                                      </p:to>
                                    </p:set>
                                    <p:animEffect filter="fade" transition="in">
                                      <p:cBhvr>
                                        <p:cTn dur="2000"/>
                                        <p:tgtEl>
                                          <p:spTgt spid="12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4">
                                            <p:txEl>
                                              <p:pRg end="3" st="3"/>
                                            </p:txEl>
                                          </p:spTgt>
                                        </p:tgtEl>
                                        <p:attrNameLst>
                                          <p:attrName>style.visibility</p:attrName>
                                        </p:attrNameLst>
                                      </p:cBhvr>
                                      <p:to>
                                        <p:strVal val="visible"/>
                                      </p:to>
                                    </p:set>
                                    <p:animEffect filter="fade" transition="in">
                                      <p:cBhvr>
                                        <p:cTn dur="2000"/>
                                        <p:tgtEl>
                                          <p:spTgt spid="124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3"/>
                                        </p:tgtEl>
                                        <p:attrNameLst>
                                          <p:attrName>style.visibility</p:attrName>
                                        </p:attrNameLst>
                                      </p:cBhvr>
                                      <p:to>
                                        <p:strVal val="visible"/>
                                      </p:to>
                                    </p:set>
                                    <p:anim calcmode="lin" valueType="num">
                                      <p:cBhvr additive="base">
                                        <p:cTn dur="500"/>
                                        <p:tgtEl>
                                          <p:spTgt spid="124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47"/>
          <p:cNvSpPr txBox="1"/>
          <p:nvPr>
            <p:ph type="title"/>
          </p:nvPr>
        </p:nvSpPr>
        <p:spPr>
          <a:xfrm>
            <a:off x="0" y="142858"/>
            <a:ext cx="7096200" cy="428628"/>
          </a:xfrm>
          <a:prstGeom prst="rect">
            <a:avLst/>
          </a:prstGeom>
          <a:noFill/>
          <a:ln>
            <a:noFill/>
          </a:ln>
        </p:spPr>
        <p:txBody>
          <a:bodyPr anchorCtr="0" anchor="b" bIns="0" lIns="0" spcFirstLastPara="1" rIns="0" wrap="square" tIns="0">
            <a:noAutofit/>
          </a:bodyPr>
          <a:lstStyle/>
          <a:p>
            <a:pPr indent="457200" lvl="0" marL="0" rtl="0" algn="l">
              <a:lnSpc>
                <a:spcPct val="90000"/>
              </a:lnSpc>
              <a:spcBef>
                <a:spcPts val="0"/>
              </a:spcBef>
              <a:spcAft>
                <a:spcPts val="0"/>
              </a:spcAft>
              <a:buSzPts val="3200"/>
              <a:buNone/>
            </a:pPr>
            <a:r>
              <a:rPr lang="fr-FR">
                <a:latin typeface="Oswald"/>
                <a:ea typeface="Oswald"/>
                <a:cs typeface="Oswald"/>
                <a:sym typeface="Oswald"/>
              </a:rPr>
              <a:t>Possible answers</a:t>
            </a:r>
            <a:endParaRPr/>
          </a:p>
        </p:txBody>
      </p:sp>
      <p:sp>
        <p:nvSpPr>
          <p:cNvPr id="1250" name="Google Shape;1250;p47"/>
          <p:cNvSpPr txBox="1"/>
          <p:nvPr>
            <p:ph idx="1" type="body"/>
          </p:nvPr>
        </p:nvSpPr>
        <p:spPr>
          <a:xfrm>
            <a:off x="357158" y="928676"/>
            <a:ext cx="8072494" cy="3530687"/>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Font typeface="Oswald"/>
              <a:buChar char="➢"/>
            </a:pPr>
            <a:r>
              <a:rPr lang="fr-FR">
                <a:latin typeface="Oswald"/>
                <a:ea typeface="Oswald"/>
                <a:cs typeface="Oswald"/>
                <a:sym typeface="Oswald"/>
              </a:rPr>
              <a:t>He/she …                             a  rockstar (possible)</a:t>
            </a:r>
            <a:endParaRPr>
              <a:latin typeface="Oswald"/>
              <a:ea typeface="Oswald"/>
              <a:cs typeface="Oswald"/>
              <a:sym typeface="Oswald"/>
            </a:endParaRPr>
          </a:p>
          <a:p>
            <a:pPr indent="-368300" lvl="0" marL="457200" rtl="0" algn="l">
              <a:lnSpc>
                <a:spcPct val="115000"/>
              </a:lnSpc>
              <a:spcBef>
                <a:spcPts val="0"/>
              </a:spcBef>
              <a:spcAft>
                <a:spcPts val="0"/>
              </a:spcAft>
              <a:buSzPts val="2200"/>
              <a:buFont typeface="Oswald"/>
              <a:buChar char="➢"/>
            </a:pPr>
            <a:r>
              <a:rPr lang="fr-FR">
                <a:latin typeface="Oswald"/>
                <a:ea typeface="Oswald"/>
                <a:cs typeface="Oswald"/>
                <a:sym typeface="Oswald"/>
              </a:rPr>
              <a:t>There’s a chance that he’s… (possible)</a:t>
            </a:r>
            <a:endParaRPr>
              <a:latin typeface="Oswald"/>
              <a:ea typeface="Oswald"/>
              <a:cs typeface="Oswald"/>
              <a:sym typeface="Oswald"/>
            </a:endParaRPr>
          </a:p>
          <a:p>
            <a:pPr indent="-228600" lvl="0" marL="457200" rtl="0" algn="l">
              <a:lnSpc>
                <a:spcPct val="115000"/>
              </a:lnSpc>
              <a:spcBef>
                <a:spcPts val="0"/>
              </a:spcBef>
              <a:spcAft>
                <a:spcPts val="0"/>
              </a:spcAft>
              <a:buSzPts val="2200"/>
              <a:buNone/>
            </a:pPr>
            <a:r>
              <a:t/>
            </a:r>
            <a:endParaRPr>
              <a:latin typeface="Oswald"/>
              <a:ea typeface="Oswald"/>
              <a:cs typeface="Oswald"/>
              <a:sym typeface="Oswald"/>
            </a:endParaRPr>
          </a:p>
          <a:p>
            <a:pPr indent="-368300" lvl="0" marL="457200" rtl="0" algn="l">
              <a:lnSpc>
                <a:spcPct val="115000"/>
              </a:lnSpc>
              <a:spcBef>
                <a:spcPts val="0"/>
              </a:spcBef>
              <a:spcAft>
                <a:spcPts val="0"/>
              </a:spcAft>
              <a:buSzPts val="2200"/>
              <a:buFont typeface="Oswald"/>
              <a:buChar char="➢"/>
            </a:pPr>
            <a:r>
              <a:rPr lang="fr-FR">
                <a:latin typeface="Oswald"/>
                <a:ea typeface="Oswald"/>
                <a:cs typeface="Oswald"/>
                <a:sym typeface="Oswald"/>
              </a:rPr>
              <a:t>He/she …                   a police officer (impossible)</a:t>
            </a:r>
            <a:endParaRPr>
              <a:latin typeface="Oswald"/>
              <a:ea typeface="Oswald"/>
              <a:cs typeface="Oswald"/>
              <a:sym typeface="Oswald"/>
            </a:endParaRPr>
          </a:p>
          <a:p>
            <a:pPr indent="-368300" lvl="0" marL="457200" rtl="0" algn="l">
              <a:lnSpc>
                <a:spcPct val="115000"/>
              </a:lnSpc>
              <a:spcBef>
                <a:spcPts val="0"/>
              </a:spcBef>
              <a:spcAft>
                <a:spcPts val="0"/>
              </a:spcAft>
              <a:buSzPts val="2200"/>
              <a:buFont typeface="Oswald"/>
              <a:buChar char="➢"/>
            </a:pPr>
            <a:r>
              <a:rPr lang="fr-FR">
                <a:latin typeface="Oswald"/>
                <a:ea typeface="Oswald"/>
                <a:cs typeface="Oswald"/>
                <a:sym typeface="Oswald"/>
              </a:rPr>
              <a:t>There’s no way he’s… (impossible)</a:t>
            </a:r>
            <a:endParaRPr>
              <a:latin typeface="Oswald"/>
              <a:ea typeface="Oswald"/>
              <a:cs typeface="Oswald"/>
              <a:sym typeface="Oswald"/>
            </a:endParaRPr>
          </a:p>
          <a:p>
            <a:pPr indent="-228600" lvl="0" marL="457200" rtl="0" algn="l">
              <a:lnSpc>
                <a:spcPct val="115000"/>
              </a:lnSpc>
              <a:spcBef>
                <a:spcPts val="0"/>
              </a:spcBef>
              <a:spcAft>
                <a:spcPts val="0"/>
              </a:spcAft>
              <a:buSzPts val="2200"/>
              <a:buNone/>
            </a:pPr>
            <a:r>
              <a:t/>
            </a:r>
            <a:endParaRPr>
              <a:latin typeface="Oswald"/>
              <a:ea typeface="Oswald"/>
              <a:cs typeface="Oswald"/>
              <a:sym typeface="Oswald"/>
            </a:endParaRPr>
          </a:p>
          <a:p>
            <a:pPr indent="-368300" lvl="0" marL="457200" rtl="0" algn="l">
              <a:lnSpc>
                <a:spcPct val="115000"/>
              </a:lnSpc>
              <a:spcBef>
                <a:spcPts val="0"/>
              </a:spcBef>
              <a:spcAft>
                <a:spcPts val="0"/>
              </a:spcAft>
              <a:buSzPts val="2200"/>
              <a:buFont typeface="Oswald"/>
              <a:buChar char="➢"/>
            </a:pPr>
            <a:r>
              <a:rPr lang="fr-FR">
                <a:latin typeface="Oswald"/>
                <a:ea typeface="Oswald"/>
                <a:cs typeface="Oswald"/>
                <a:sym typeface="Oswald"/>
              </a:rPr>
              <a:t>He/she                be a lawyer… (almost certain) </a:t>
            </a:r>
            <a:endParaRPr>
              <a:latin typeface="Oswald"/>
              <a:ea typeface="Oswald"/>
              <a:cs typeface="Oswald"/>
              <a:sym typeface="Oswald"/>
            </a:endParaRPr>
          </a:p>
          <a:p>
            <a:pPr indent="-368300" lvl="0" marL="457200" rtl="0" algn="l">
              <a:lnSpc>
                <a:spcPct val="115000"/>
              </a:lnSpc>
              <a:spcBef>
                <a:spcPts val="0"/>
              </a:spcBef>
              <a:spcAft>
                <a:spcPts val="0"/>
              </a:spcAft>
              <a:buSzPts val="2200"/>
              <a:buFont typeface="Oswald"/>
              <a:buChar char="➢"/>
            </a:pPr>
            <a:r>
              <a:rPr lang="fr-FR">
                <a:latin typeface="Oswald"/>
                <a:ea typeface="Oswald"/>
                <a:cs typeface="Oswald"/>
                <a:sym typeface="Oswald"/>
              </a:rPr>
              <a:t>I’m pretty sure he’s… (quite certain)</a:t>
            </a:r>
            <a:endParaRPr>
              <a:latin typeface="Oswald"/>
              <a:ea typeface="Oswald"/>
              <a:cs typeface="Oswald"/>
              <a:sym typeface="Oswald"/>
            </a:endParaRPr>
          </a:p>
          <a:p>
            <a:pPr indent="-228600" lvl="0" marL="457200" rtl="0" algn="l">
              <a:lnSpc>
                <a:spcPct val="115000"/>
              </a:lnSpc>
              <a:spcBef>
                <a:spcPts val="0"/>
              </a:spcBef>
              <a:spcAft>
                <a:spcPts val="0"/>
              </a:spcAft>
              <a:buSzPts val="2200"/>
              <a:buNone/>
            </a:pPr>
            <a:r>
              <a:t/>
            </a:r>
            <a:endParaRPr/>
          </a:p>
        </p:txBody>
      </p:sp>
      <p:sp>
        <p:nvSpPr>
          <p:cNvPr id="1251" name="Google Shape;1251;p47"/>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1252" name="Google Shape;1252;p47"/>
          <p:cNvSpPr txBox="1"/>
          <p:nvPr/>
        </p:nvSpPr>
        <p:spPr>
          <a:xfrm>
            <a:off x="1785918" y="857238"/>
            <a:ext cx="18573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fr-FR" sz="1500" u="sng" cap="none" strike="noStrike">
                <a:solidFill>
                  <a:srgbClr val="FF00FF"/>
                </a:solidFill>
                <a:latin typeface="Oswald"/>
                <a:ea typeface="Oswald"/>
                <a:cs typeface="Oswald"/>
                <a:sym typeface="Oswald"/>
              </a:rPr>
              <a:t>might/may/could be</a:t>
            </a:r>
            <a:endParaRPr b="0" i="0" sz="1500" u="none" cap="none" strike="noStrike">
              <a:solidFill>
                <a:srgbClr val="FF00FF"/>
              </a:solidFill>
              <a:latin typeface="Oswald"/>
              <a:ea typeface="Oswald"/>
              <a:cs typeface="Oswald"/>
              <a:sym typeface="Oswald"/>
            </a:endParaRPr>
          </a:p>
        </p:txBody>
      </p:sp>
      <p:sp>
        <p:nvSpPr>
          <p:cNvPr id="1253" name="Google Shape;1253;p47"/>
          <p:cNvSpPr txBox="1"/>
          <p:nvPr/>
        </p:nvSpPr>
        <p:spPr>
          <a:xfrm>
            <a:off x="3357554" y="1714494"/>
            <a:ext cx="64294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47"/>
          <p:cNvSpPr txBox="1"/>
          <p:nvPr/>
        </p:nvSpPr>
        <p:spPr>
          <a:xfrm>
            <a:off x="1785918" y="1071552"/>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47"/>
          <p:cNvSpPr txBox="1"/>
          <p:nvPr/>
        </p:nvSpPr>
        <p:spPr>
          <a:xfrm>
            <a:off x="1928794" y="2143122"/>
            <a:ext cx="10716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fr-FR" sz="1500" u="sng" cap="none" strike="noStrike">
                <a:solidFill>
                  <a:srgbClr val="FF00FF"/>
                </a:solidFill>
                <a:latin typeface="Oswald"/>
                <a:ea typeface="Oswald"/>
                <a:cs typeface="Oswald"/>
                <a:sym typeface="Oswald"/>
              </a:rPr>
              <a:t>can’t</a:t>
            </a:r>
            <a:r>
              <a:rPr b="1" i="0" lang="fr-FR" sz="1500" u="sng" cap="none" strike="noStrike">
                <a:solidFill>
                  <a:srgbClr val="FF0000"/>
                </a:solidFill>
                <a:latin typeface="Oswald"/>
                <a:ea typeface="Oswald"/>
                <a:cs typeface="Oswald"/>
                <a:sym typeface="Oswald"/>
              </a:rPr>
              <a:t> </a:t>
            </a:r>
            <a:r>
              <a:rPr b="1" i="0" lang="fr-FR" sz="1500" u="sng" cap="none" strike="noStrike">
                <a:solidFill>
                  <a:srgbClr val="FF00FF"/>
                </a:solidFill>
                <a:latin typeface="Oswald"/>
                <a:ea typeface="Oswald"/>
                <a:cs typeface="Oswald"/>
                <a:sym typeface="Oswald"/>
              </a:rPr>
              <a:t>be</a:t>
            </a:r>
            <a:r>
              <a:rPr b="1" i="0" lang="fr-FR" sz="1500" u="sng" cap="none" strike="noStrike">
                <a:solidFill>
                  <a:srgbClr val="FF0000"/>
                </a:solidFill>
                <a:latin typeface="Oswald"/>
                <a:ea typeface="Oswald"/>
                <a:cs typeface="Oswald"/>
                <a:sym typeface="Oswald"/>
              </a:rPr>
              <a:t> </a:t>
            </a:r>
            <a:endParaRPr b="1" i="0" sz="1500" u="none" cap="none" strike="noStrike">
              <a:solidFill>
                <a:srgbClr val="000000"/>
              </a:solidFill>
              <a:latin typeface="Oswald"/>
              <a:ea typeface="Oswald"/>
              <a:cs typeface="Oswald"/>
              <a:sym typeface="Oswald"/>
            </a:endParaRPr>
          </a:p>
        </p:txBody>
      </p:sp>
      <p:sp>
        <p:nvSpPr>
          <p:cNvPr id="1256" name="Google Shape;1256;p47"/>
          <p:cNvSpPr txBox="1"/>
          <p:nvPr/>
        </p:nvSpPr>
        <p:spPr>
          <a:xfrm>
            <a:off x="1938318" y="1223952"/>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47"/>
          <p:cNvSpPr txBox="1"/>
          <p:nvPr/>
        </p:nvSpPr>
        <p:spPr>
          <a:xfrm>
            <a:off x="1928794" y="3286130"/>
            <a:ext cx="7143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fr-FR" sz="1500" u="sng" cap="none" strike="noStrike">
                <a:solidFill>
                  <a:srgbClr val="FF00FF"/>
                </a:solidFill>
                <a:latin typeface="Oswald"/>
                <a:ea typeface="Oswald"/>
                <a:cs typeface="Oswald"/>
                <a:sym typeface="Oswald"/>
              </a:rPr>
              <a:t>must</a:t>
            </a:r>
            <a:endParaRPr b="0" i="0" sz="1500" u="none" cap="none" strike="noStrike">
              <a:solidFill>
                <a:srgbClr val="000000"/>
              </a:solidFill>
              <a:latin typeface="Oswald"/>
              <a:ea typeface="Oswald"/>
              <a:cs typeface="Oswald"/>
              <a:sym typeface="Oswa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9"/>
                                        </p:tgtEl>
                                        <p:attrNameLst>
                                          <p:attrName>style.visibility</p:attrName>
                                        </p:attrNameLst>
                                      </p:cBhvr>
                                      <p:to>
                                        <p:strVal val="visible"/>
                                      </p:to>
                                    </p:set>
                                    <p:animEffect filter="fade" transition="in">
                                      <p:cBhvr>
                                        <p:cTn dur="2000"/>
                                        <p:tgtEl>
                                          <p:spTgt spid="1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0" st="0"/>
                                            </p:txEl>
                                          </p:spTgt>
                                        </p:tgtEl>
                                        <p:attrNameLst>
                                          <p:attrName>style.visibility</p:attrName>
                                        </p:attrNameLst>
                                      </p:cBhvr>
                                      <p:to>
                                        <p:strVal val="visible"/>
                                      </p:to>
                                    </p:set>
                                    <p:animEffect filter="fade" transition="in">
                                      <p:cBhvr>
                                        <p:cTn dur="2000"/>
                                        <p:tgtEl>
                                          <p:spTgt spid="12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1" st="1"/>
                                            </p:txEl>
                                          </p:spTgt>
                                        </p:tgtEl>
                                        <p:attrNameLst>
                                          <p:attrName>style.visibility</p:attrName>
                                        </p:attrNameLst>
                                      </p:cBhvr>
                                      <p:to>
                                        <p:strVal val="visible"/>
                                      </p:to>
                                    </p:set>
                                    <p:animEffect filter="fade" transition="in">
                                      <p:cBhvr>
                                        <p:cTn dur="2000"/>
                                        <p:tgtEl>
                                          <p:spTgt spid="12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2" st="2"/>
                                            </p:txEl>
                                          </p:spTgt>
                                        </p:tgtEl>
                                        <p:attrNameLst>
                                          <p:attrName>style.visibility</p:attrName>
                                        </p:attrNameLst>
                                      </p:cBhvr>
                                      <p:to>
                                        <p:strVal val="visible"/>
                                      </p:to>
                                    </p:set>
                                    <p:animEffect filter="fade" transition="in">
                                      <p:cBhvr>
                                        <p:cTn dur="2000"/>
                                        <p:tgtEl>
                                          <p:spTgt spid="12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3" st="3"/>
                                            </p:txEl>
                                          </p:spTgt>
                                        </p:tgtEl>
                                        <p:attrNameLst>
                                          <p:attrName>style.visibility</p:attrName>
                                        </p:attrNameLst>
                                      </p:cBhvr>
                                      <p:to>
                                        <p:strVal val="visible"/>
                                      </p:to>
                                    </p:set>
                                    <p:animEffect filter="fade" transition="in">
                                      <p:cBhvr>
                                        <p:cTn dur="2000"/>
                                        <p:tgtEl>
                                          <p:spTgt spid="12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4" st="4"/>
                                            </p:txEl>
                                          </p:spTgt>
                                        </p:tgtEl>
                                        <p:attrNameLst>
                                          <p:attrName>style.visibility</p:attrName>
                                        </p:attrNameLst>
                                      </p:cBhvr>
                                      <p:to>
                                        <p:strVal val="visible"/>
                                      </p:to>
                                    </p:set>
                                    <p:animEffect filter="fade" transition="in">
                                      <p:cBhvr>
                                        <p:cTn dur="2000"/>
                                        <p:tgtEl>
                                          <p:spTgt spid="12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5" st="5"/>
                                            </p:txEl>
                                          </p:spTgt>
                                        </p:tgtEl>
                                        <p:attrNameLst>
                                          <p:attrName>style.visibility</p:attrName>
                                        </p:attrNameLst>
                                      </p:cBhvr>
                                      <p:to>
                                        <p:strVal val="visible"/>
                                      </p:to>
                                    </p:set>
                                    <p:animEffect filter="fade" transition="in">
                                      <p:cBhvr>
                                        <p:cTn dur="2000"/>
                                        <p:tgtEl>
                                          <p:spTgt spid="125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6" st="6"/>
                                            </p:txEl>
                                          </p:spTgt>
                                        </p:tgtEl>
                                        <p:attrNameLst>
                                          <p:attrName>style.visibility</p:attrName>
                                        </p:attrNameLst>
                                      </p:cBhvr>
                                      <p:to>
                                        <p:strVal val="visible"/>
                                      </p:to>
                                    </p:set>
                                    <p:animEffect filter="fade" transition="in">
                                      <p:cBhvr>
                                        <p:cTn dur="2000"/>
                                        <p:tgtEl>
                                          <p:spTgt spid="125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7" st="7"/>
                                            </p:txEl>
                                          </p:spTgt>
                                        </p:tgtEl>
                                        <p:attrNameLst>
                                          <p:attrName>style.visibility</p:attrName>
                                        </p:attrNameLst>
                                      </p:cBhvr>
                                      <p:to>
                                        <p:strVal val="visible"/>
                                      </p:to>
                                    </p:set>
                                    <p:animEffect filter="fade" transition="in">
                                      <p:cBhvr>
                                        <p:cTn dur="2000"/>
                                        <p:tgtEl>
                                          <p:spTgt spid="125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8" st="8"/>
                                            </p:txEl>
                                          </p:spTgt>
                                        </p:tgtEl>
                                        <p:attrNameLst>
                                          <p:attrName>style.visibility</p:attrName>
                                        </p:attrNameLst>
                                      </p:cBhvr>
                                      <p:to>
                                        <p:strVal val="visible"/>
                                      </p:to>
                                    </p:set>
                                    <p:animEffect filter="fade" transition="in">
                                      <p:cBhvr>
                                        <p:cTn dur="2000"/>
                                        <p:tgtEl>
                                          <p:spTgt spid="125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2">
                                            <p:txEl>
                                              <p:pRg end="0" st="0"/>
                                            </p:txEl>
                                          </p:spTgt>
                                        </p:tgtEl>
                                        <p:attrNameLst>
                                          <p:attrName>style.visibility</p:attrName>
                                        </p:attrNameLst>
                                      </p:cBhvr>
                                      <p:to>
                                        <p:strVal val="visible"/>
                                      </p:to>
                                    </p:set>
                                    <p:animEffect filter="fade" transition="in">
                                      <p:cBhvr>
                                        <p:cTn dur="2000"/>
                                        <p:tgtEl>
                                          <p:spTgt spid="12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5">
                                            <p:txEl>
                                              <p:pRg end="0" st="0"/>
                                            </p:txEl>
                                          </p:spTgt>
                                        </p:tgtEl>
                                        <p:attrNameLst>
                                          <p:attrName>style.visibility</p:attrName>
                                        </p:attrNameLst>
                                      </p:cBhvr>
                                      <p:to>
                                        <p:strVal val="visible"/>
                                      </p:to>
                                    </p:set>
                                    <p:animEffect filter="fade" transition="in">
                                      <p:cBhvr>
                                        <p:cTn dur="2000"/>
                                        <p:tgtEl>
                                          <p:spTgt spid="12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7">
                                            <p:txEl>
                                              <p:pRg end="0" st="0"/>
                                            </p:txEl>
                                          </p:spTgt>
                                        </p:tgtEl>
                                        <p:attrNameLst>
                                          <p:attrName>style.visibility</p:attrName>
                                        </p:attrNameLst>
                                      </p:cBhvr>
                                      <p:to>
                                        <p:strVal val="visible"/>
                                      </p:to>
                                    </p:set>
                                    <p:animEffect filter="fade" transition="in">
                                      <p:cBhvr>
                                        <p:cTn dur="2000"/>
                                        <p:tgtEl>
                                          <p:spTgt spid="125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48"/>
          <p:cNvSpPr txBox="1"/>
          <p:nvPr>
            <p:ph type="title"/>
          </p:nvPr>
        </p:nvSpPr>
        <p:spPr>
          <a:xfrm>
            <a:off x="428596" y="0"/>
            <a:ext cx="6667604" cy="571486"/>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3200"/>
              <a:buNone/>
            </a:pPr>
            <a:r>
              <a:rPr b="1" lang="fr-FR" sz="2700">
                <a:latin typeface="Oswald"/>
                <a:ea typeface="Oswald"/>
                <a:cs typeface="Oswald"/>
                <a:sym typeface="Oswald"/>
              </a:rPr>
              <a:t>Modals of deduction</a:t>
            </a:r>
            <a:endParaRPr b="1" sz="2700">
              <a:latin typeface="Oswald"/>
              <a:ea typeface="Oswald"/>
              <a:cs typeface="Oswald"/>
              <a:sym typeface="Oswald"/>
            </a:endParaRPr>
          </a:p>
        </p:txBody>
      </p:sp>
      <p:sp>
        <p:nvSpPr>
          <p:cNvPr id="1263" name="Google Shape;1263;p48"/>
          <p:cNvSpPr txBox="1"/>
          <p:nvPr>
            <p:ph idx="1" type="body"/>
          </p:nvPr>
        </p:nvSpPr>
        <p:spPr>
          <a:xfrm>
            <a:off x="142850" y="642925"/>
            <a:ext cx="8908500" cy="4500600"/>
          </a:xfrm>
          <a:prstGeom prst="rect">
            <a:avLst/>
          </a:prstGeom>
          <a:noFill/>
          <a:ln>
            <a:noFill/>
          </a:ln>
        </p:spPr>
        <p:txBody>
          <a:bodyPr anchorCtr="0" anchor="t" bIns="0" lIns="0" spcFirstLastPara="1" rIns="0" wrap="square" tIns="0">
            <a:noAutofit/>
          </a:bodyPr>
          <a:lstStyle/>
          <a:p>
            <a:pPr indent="-374650" lvl="0" marL="457200" rtl="0" algn="l">
              <a:lnSpc>
                <a:spcPct val="115000"/>
              </a:lnSpc>
              <a:spcBef>
                <a:spcPts val="0"/>
              </a:spcBef>
              <a:spcAft>
                <a:spcPts val="0"/>
              </a:spcAft>
              <a:buSzPts val="2300"/>
              <a:buFont typeface="Arial"/>
              <a:buChar char="➢"/>
            </a:pPr>
            <a:r>
              <a:rPr lang="fr-FR" sz="1500">
                <a:latin typeface="Arial"/>
                <a:ea typeface="Arial"/>
                <a:cs typeface="Arial"/>
                <a:sym typeface="Arial"/>
              </a:rPr>
              <a:t>Deductions: guesses based on known facts.</a:t>
            </a:r>
            <a:endParaRPr sz="2300">
              <a:latin typeface="Arial"/>
              <a:ea typeface="Arial"/>
              <a:cs typeface="Arial"/>
              <a:sym typeface="Arial"/>
            </a:endParaRPr>
          </a:p>
          <a:p>
            <a:pPr indent="-228600" lvl="0" marL="457200" rtl="0" algn="l">
              <a:lnSpc>
                <a:spcPct val="115000"/>
              </a:lnSpc>
              <a:spcBef>
                <a:spcPts val="0"/>
              </a:spcBef>
              <a:spcAft>
                <a:spcPts val="0"/>
              </a:spcAft>
              <a:buSzPts val="2200"/>
              <a:buNone/>
            </a:pPr>
            <a:r>
              <a:t/>
            </a:r>
            <a:endParaRPr/>
          </a:p>
          <a:p>
            <a:pPr indent="-374650" lvl="0" marL="457200" rtl="0" algn="l">
              <a:lnSpc>
                <a:spcPct val="115000"/>
              </a:lnSpc>
              <a:spcBef>
                <a:spcPts val="0"/>
              </a:spcBef>
              <a:spcAft>
                <a:spcPts val="0"/>
              </a:spcAft>
              <a:buSzPts val="2300"/>
              <a:buFont typeface="Arial"/>
              <a:buChar char="➢"/>
            </a:pPr>
            <a:r>
              <a:rPr lang="fr-FR" sz="1500">
                <a:latin typeface="Arial"/>
                <a:ea typeface="Arial"/>
                <a:cs typeface="Arial"/>
                <a:sym typeface="Arial"/>
              </a:rPr>
              <a:t>Must be = very sure it’s possible 99 %</a:t>
            </a:r>
            <a:endParaRPr sz="2300">
              <a:latin typeface="Arial"/>
              <a:ea typeface="Arial"/>
              <a:cs typeface="Arial"/>
              <a:sym typeface="Arial"/>
            </a:endParaRPr>
          </a:p>
          <a:p>
            <a:pPr indent="-374650" lvl="0" marL="457200" rtl="0" algn="l">
              <a:lnSpc>
                <a:spcPct val="115000"/>
              </a:lnSpc>
              <a:spcBef>
                <a:spcPts val="0"/>
              </a:spcBef>
              <a:spcAft>
                <a:spcPts val="0"/>
              </a:spcAft>
              <a:buSzPts val="2300"/>
              <a:buFont typeface="Arial"/>
              <a:buChar char="➢"/>
            </a:pPr>
            <a:r>
              <a:rPr lang="fr-FR" sz="1500">
                <a:latin typeface="Arial"/>
                <a:ea typeface="Arial"/>
                <a:cs typeface="Arial"/>
                <a:sym typeface="Arial"/>
              </a:rPr>
              <a:t>Can’t be = very sure it’s impossible 99%</a:t>
            </a:r>
            <a:endParaRPr sz="2300">
              <a:latin typeface="Arial"/>
              <a:ea typeface="Arial"/>
              <a:cs typeface="Arial"/>
              <a:sym typeface="Arial"/>
            </a:endParaRPr>
          </a:p>
          <a:p>
            <a:pPr indent="-228600" lvl="0" marL="457200" rtl="0" algn="l">
              <a:lnSpc>
                <a:spcPct val="115000"/>
              </a:lnSpc>
              <a:spcBef>
                <a:spcPts val="0"/>
              </a:spcBef>
              <a:spcAft>
                <a:spcPts val="0"/>
              </a:spcAft>
              <a:buSzPts val="2200"/>
              <a:buNone/>
            </a:pPr>
            <a:r>
              <a:t/>
            </a:r>
            <a:endParaRPr sz="1400"/>
          </a:p>
          <a:p>
            <a:pPr indent="-228600" lvl="0" marL="457200" rtl="0" algn="l">
              <a:lnSpc>
                <a:spcPct val="115000"/>
              </a:lnSpc>
              <a:spcBef>
                <a:spcPts val="0"/>
              </a:spcBef>
              <a:spcAft>
                <a:spcPts val="0"/>
              </a:spcAft>
              <a:buSzPts val="2200"/>
              <a:buNone/>
            </a:pPr>
            <a:r>
              <a:t/>
            </a:r>
            <a:endParaRPr sz="1400"/>
          </a:p>
          <a:p>
            <a:pPr indent="-228600" lvl="0" marL="457200" rtl="0" algn="l">
              <a:lnSpc>
                <a:spcPct val="115000"/>
              </a:lnSpc>
              <a:spcBef>
                <a:spcPts val="0"/>
              </a:spcBef>
              <a:spcAft>
                <a:spcPts val="0"/>
              </a:spcAft>
              <a:buSzPts val="2200"/>
              <a:buNone/>
            </a:pPr>
            <a:r>
              <a:t/>
            </a:r>
            <a:endParaRPr sz="1400"/>
          </a:p>
          <a:p>
            <a:pPr indent="-368300" lvl="0" marL="457200" rtl="0" algn="l">
              <a:lnSpc>
                <a:spcPct val="115000"/>
              </a:lnSpc>
              <a:spcBef>
                <a:spcPts val="0"/>
              </a:spcBef>
              <a:spcAft>
                <a:spcPts val="0"/>
              </a:spcAft>
              <a:buSzPts val="2200"/>
              <a:buChar char="➢"/>
            </a:pPr>
            <a:r>
              <a:rPr lang="fr-FR" sz="1400"/>
              <a:t>                                 </a:t>
            </a:r>
            <a:r>
              <a:rPr lang="fr-FR" sz="1500">
                <a:latin typeface="Arial"/>
                <a:ea typeface="Arial"/>
                <a:cs typeface="Arial"/>
                <a:sym typeface="Arial"/>
              </a:rPr>
              <a:t>He can’t be a vegetarian.</a:t>
            </a:r>
            <a:endParaRPr sz="1500">
              <a:latin typeface="Arial"/>
              <a:ea typeface="Arial"/>
              <a:cs typeface="Arial"/>
              <a:sym typeface="Arial"/>
            </a:endParaRPr>
          </a:p>
          <a:p>
            <a:pPr indent="-228600" lvl="0" marL="457200" rtl="0" algn="l">
              <a:lnSpc>
                <a:spcPct val="115000"/>
              </a:lnSpc>
              <a:spcBef>
                <a:spcPts val="0"/>
              </a:spcBef>
              <a:spcAft>
                <a:spcPts val="0"/>
              </a:spcAft>
              <a:buSzPts val="2200"/>
              <a:buNone/>
            </a:pPr>
            <a:r>
              <a:t/>
            </a:r>
            <a:endParaRPr sz="1400"/>
          </a:p>
          <a:p>
            <a:pPr indent="-228600" lvl="0" marL="457200" rtl="0" algn="l">
              <a:lnSpc>
                <a:spcPct val="115000"/>
              </a:lnSpc>
              <a:spcBef>
                <a:spcPts val="0"/>
              </a:spcBef>
              <a:spcAft>
                <a:spcPts val="0"/>
              </a:spcAft>
              <a:buSzPts val="2200"/>
              <a:buNone/>
            </a:pPr>
            <a:r>
              <a:t/>
            </a:r>
            <a:endParaRPr sz="1400"/>
          </a:p>
          <a:p>
            <a:pPr indent="-228600" lvl="0" marL="457200" rtl="0" algn="l">
              <a:lnSpc>
                <a:spcPct val="115000"/>
              </a:lnSpc>
              <a:spcBef>
                <a:spcPts val="0"/>
              </a:spcBef>
              <a:spcAft>
                <a:spcPts val="0"/>
              </a:spcAft>
              <a:buSzPts val="2200"/>
              <a:buNone/>
            </a:pPr>
            <a:r>
              <a:t/>
            </a:r>
            <a:endParaRPr sz="1400"/>
          </a:p>
          <a:p>
            <a:pPr indent="-228600" lvl="0" marL="457200" rtl="0" algn="l">
              <a:lnSpc>
                <a:spcPct val="115000"/>
              </a:lnSpc>
              <a:spcBef>
                <a:spcPts val="0"/>
              </a:spcBef>
              <a:spcAft>
                <a:spcPts val="0"/>
              </a:spcAft>
              <a:buSzPts val="2200"/>
              <a:buNone/>
            </a:pPr>
            <a:r>
              <a:t/>
            </a:r>
            <a:endParaRPr sz="1400"/>
          </a:p>
          <a:p>
            <a:pPr indent="0" lvl="0" marL="0" rtl="0" algn="l">
              <a:lnSpc>
                <a:spcPct val="115000"/>
              </a:lnSpc>
              <a:spcBef>
                <a:spcPts val="0"/>
              </a:spcBef>
              <a:spcAft>
                <a:spcPts val="0"/>
              </a:spcAft>
              <a:buSzPts val="2200"/>
              <a:buNone/>
            </a:pPr>
            <a:r>
              <a:t/>
            </a:r>
            <a:endParaRPr sz="1400"/>
          </a:p>
          <a:p>
            <a:pPr indent="-374650" lvl="0" marL="457200" rtl="0" algn="l">
              <a:lnSpc>
                <a:spcPct val="115000"/>
              </a:lnSpc>
              <a:spcBef>
                <a:spcPts val="0"/>
              </a:spcBef>
              <a:spcAft>
                <a:spcPts val="0"/>
              </a:spcAft>
              <a:buSzPts val="2300"/>
              <a:buFont typeface="Arial"/>
              <a:buChar char="➢"/>
            </a:pPr>
            <a:r>
              <a:rPr lang="fr-FR" sz="1500">
                <a:latin typeface="Arial"/>
                <a:ea typeface="Arial"/>
                <a:cs typeface="Arial"/>
                <a:sym typeface="Arial"/>
              </a:rPr>
              <a:t>May (Not) /Might (Not)/Could be =We think it’ possible 50%</a:t>
            </a:r>
            <a:endParaRPr sz="2300">
              <a:latin typeface="Arial"/>
              <a:ea typeface="Arial"/>
              <a:cs typeface="Arial"/>
              <a:sym typeface="Arial"/>
            </a:endParaRPr>
          </a:p>
          <a:p>
            <a:pPr indent="-228600" lvl="0" marL="457200" rtl="0" algn="l">
              <a:lnSpc>
                <a:spcPct val="115000"/>
              </a:lnSpc>
              <a:spcBef>
                <a:spcPts val="0"/>
              </a:spcBef>
              <a:spcAft>
                <a:spcPts val="0"/>
              </a:spcAft>
              <a:buSzPts val="2200"/>
              <a:buNone/>
            </a:pPr>
            <a:r>
              <a:t/>
            </a:r>
            <a:endParaRPr/>
          </a:p>
          <a:p>
            <a:pPr indent="-228600" lvl="0" marL="457200" rtl="0" algn="l">
              <a:lnSpc>
                <a:spcPct val="115000"/>
              </a:lnSpc>
              <a:spcBef>
                <a:spcPts val="0"/>
              </a:spcBef>
              <a:spcAft>
                <a:spcPts val="0"/>
              </a:spcAft>
              <a:buSzPts val="2200"/>
              <a:buNone/>
            </a:pPr>
            <a:r>
              <a:t/>
            </a:r>
            <a:endParaRPr/>
          </a:p>
          <a:p>
            <a:pPr indent="-228600" lvl="0" marL="457200" rtl="0" algn="l">
              <a:lnSpc>
                <a:spcPct val="115000"/>
              </a:lnSpc>
              <a:spcBef>
                <a:spcPts val="0"/>
              </a:spcBef>
              <a:spcAft>
                <a:spcPts val="0"/>
              </a:spcAft>
              <a:buSzPts val="2200"/>
              <a:buNone/>
            </a:pPr>
            <a:r>
              <a:t/>
            </a:r>
            <a:endParaRPr/>
          </a:p>
          <a:p>
            <a:pPr indent="-228600" lvl="0" marL="457200" rtl="0" algn="l">
              <a:lnSpc>
                <a:spcPct val="115000"/>
              </a:lnSpc>
              <a:spcBef>
                <a:spcPts val="0"/>
              </a:spcBef>
              <a:spcAft>
                <a:spcPts val="0"/>
              </a:spcAft>
              <a:buSzPts val="2200"/>
              <a:buNone/>
            </a:pPr>
            <a:r>
              <a:t/>
            </a:r>
            <a:endParaRPr/>
          </a:p>
          <a:p>
            <a:pPr indent="-228600" lvl="0" marL="457200" rtl="0" algn="l">
              <a:lnSpc>
                <a:spcPct val="115000"/>
              </a:lnSpc>
              <a:spcBef>
                <a:spcPts val="0"/>
              </a:spcBef>
              <a:spcAft>
                <a:spcPts val="0"/>
              </a:spcAft>
              <a:buSzPts val="2200"/>
              <a:buNone/>
            </a:pPr>
            <a:r>
              <a:t/>
            </a:r>
            <a:endParaRPr/>
          </a:p>
          <a:p>
            <a:pPr indent="-228600" lvl="0" marL="457200" rtl="0" algn="l">
              <a:lnSpc>
                <a:spcPct val="115000"/>
              </a:lnSpc>
              <a:spcBef>
                <a:spcPts val="0"/>
              </a:spcBef>
              <a:spcAft>
                <a:spcPts val="0"/>
              </a:spcAft>
              <a:buSzPts val="2200"/>
              <a:buNone/>
            </a:pPr>
            <a:r>
              <a:t/>
            </a:r>
            <a:endParaRPr/>
          </a:p>
          <a:p>
            <a:pPr indent="-228600" lvl="0" marL="457200" rtl="0" algn="l">
              <a:lnSpc>
                <a:spcPct val="115000"/>
              </a:lnSpc>
              <a:spcBef>
                <a:spcPts val="0"/>
              </a:spcBef>
              <a:spcAft>
                <a:spcPts val="0"/>
              </a:spcAft>
              <a:buSzPts val="2200"/>
              <a:buNone/>
            </a:pPr>
            <a:r>
              <a:t/>
            </a:r>
            <a:endParaRPr/>
          </a:p>
        </p:txBody>
      </p:sp>
      <p:sp>
        <p:nvSpPr>
          <p:cNvPr id="1264" name="Google Shape;1264;p48"/>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1265" name="Google Shape;1265;p48"/>
          <p:cNvSpPr/>
          <p:nvPr/>
        </p:nvSpPr>
        <p:spPr>
          <a:xfrm>
            <a:off x="4071934" y="1285866"/>
            <a:ext cx="428628" cy="571504"/>
          </a:xfrm>
          <a:prstGeom prst="rightBrace">
            <a:avLst>
              <a:gd fmla="val 8333" name="adj1"/>
              <a:gd fmla="val 50000" name="adj2"/>
            </a:avLst>
          </a:prstGeom>
          <a:noFill/>
          <a:ln cap="flat" cmpd="sng" w="9525">
            <a:solidFill>
              <a:srgbClr val="5582C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66" name="Google Shape;1266;p48"/>
          <p:cNvSpPr/>
          <p:nvPr/>
        </p:nvSpPr>
        <p:spPr>
          <a:xfrm>
            <a:off x="4572000" y="1285866"/>
            <a:ext cx="2357454" cy="785818"/>
          </a:xfrm>
          <a:prstGeom prst="wedgeRectCallout">
            <a:avLst>
              <a:gd fmla="val -20833" name="adj1"/>
              <a:gd fmla="val 62500" name="adj2"/>
            </a:avLst>
          </a:prstGeom>
          <a:solidFill>
            <a:schemeClr val="accent1"/>
          </a:solid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67" name="Google Shape;1267;p48"/>
          <p:cNvSpPr txBox="1"/>
          <p:nvPr/>
        </p:nvSpPr>
        <p:spPr>
          <a:xfrm>
            <a:off x="4786314" y="1357304"/>
            <a:ext cx="20718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Oswald"/>
                <a:ea typeface="Oswald"/>
                <a:cs typeface="Oswald"/>
                <a:sym typeface="Oswald"/>
              </a:rPr>
              <a:t>Certainty in the present</a:t>
            </a:r>
            <a:endParaRPr b="0" i="0" sz="1800" u="none" cap="none" strike="noStrike">
              <a:solidFill>
                <a:srgbClr val="000000"/>
              </a:solidFill>
              <a:latin typeface="Oswald"/>
              <a:ea typeface="Oswald"/>
              <a:cs typeface="Oswald"/>
              <a:sym typeface="Oswald"/>
            </a:endParaRPr>
          </a:p>
        </p:txBody>
      </p:sp>
      <p:pic>
        <p:nvPicPr>
          <p:cNvPr descr="modal-verbs-in-english-3.jpg" id="1268" name="Google Shape;1268;p48"/>
          <p:cNvPicPr preferRelativeResize="0"/>
          <p:nvPr/>
        </p:nvPicPr>
        <p:blipFill rotWithShape="1">
          <a:blip r:embed="rId3">
            <a:alphaModFix/>
          </a:blip>
          <a:srcRect b="0" l="0" r="0" t="0"/>
          <a:stretch/>
        </p:blipFill>
        <p:spPr>
          <a:xfrm>
            <a:off x="254552" y="2277424"/>
            <a:ext cx="1643100" cy="966520"/>
          </a:xfrm>
          <a:prstGeom prst="rect">
            <a:avLst/>
          </a:prstGeom>
          <a:noFill/>
          <a:ln>
            <a:noFill/>
          </a:ln>
        </p:spPr>
      </p:pic>
      <p:sp>
        <p:nvSpPr>
          <p:cNvPr id="1269" name="Google Shape;1269;p48"/>
          <p:cNvSpPr/>
          <p:nvPr/>
        </p:nvSpPr>
        <p:spPr>
          <a:xfrm>
            <a:off x="5822234" y="2358330"/>
            <a:ext cx="1857300" cy="714300"/>
          </a:xfrm>
          <a:prstGeom prst="wedgeRectCallout">
            <a:avLst>
              <a:gd fmla="val -20833" name="adj1"/>
              <a:gd fmla="val 62500" name="adj2"/>
            </a:avLst>
          </a:prstGeom>
          <a:solidFill>
            <a:schemeClr val="accent1"/>
          </a:solid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dk1"/>
                </a:solidFill>
                <a:latin typeface="Oswald"/>
                <a:ea typeface="Oswald"/>
                <a:cs typeface="Oswald"/>
                <a:sym typeface="Oswald"/>
              </a:rPr>
              <a:t>Possibility in present / future</a:t>
            </a:r>
            <a:endParaRPr b="0" i="0" sz="1800" u="none" cap="none" strike="noStrike">
              <a:solidFill>
                <a:schemeClr val="dk1"/>
              </a:solidFill>
              <a:latin typeface="Oswald"/>
              <a:ea typeface="Oswald"/>
              <a:cs typeface="Oswald"/>
              <a:sym typeface="Oswald"/>
            </a:endParaRPr>
          </a:p>
        </p:txBody>
      </p:sp>
      <p:sp>
        <p:nvSpPr>
          <p:cNvPr id="1270" name="Google Shape;1270;p48"/>
          <p:cNvSpPr txBox="1"/>
          <p:nvPr/>
        </p:nvSpPr>
        <p:spPr>
          <a:xfrm>
            <a:off x="5929322" y="3500444"/>
            <a:ext cx="16431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Oswald"/>
                <a:ea typeface="Oswald"/>
                <a:cs typeface="Oswald"/>
                <a:sym typeface="Oswald"/>
              </a:rPr>
              <a:t>Possibility in the present/future</a:t>
            </a:r>
            <a:endParaRPr b="0" i="0" sz="1800" u="none" cap="none" strike="noStrike">
              <a:solidFill>
                <a:srgbClr val="000000"/>
              </a:solidFill>
              <a:latin typeface="Oswald"/>
              <a:ea typeface="Oswald"/>
              <a:cs typeface="Oswald"/>
              <a:sym typeface="Oswald"/>
            </a:endParaRPr>
          </a:p>
        </p:txBody>
      </p:sp>
      <p:sp>
        <p:nvSpPr>
          <p:cNvPr id="1271" name="Google Shape;1271;p48"/>
          <p:cNvSpPr/>
          <p:nvPr/>
        </p:nvSpPr>
        <p:spPr>
          <a:xfrm>
            <a:off x="428600" y="3359300"/>
            <a:ext cx="7215300" cy="1238100"/>
          </a:xfrm>
          <a:prstGeom prst="horizontalScroll">
            <a:avLst>
              <a:gd fmla="val 12500" name="adj"/>
            </a:avLst>
          </a:prstGeom>
          <a:solidFill>
            <a:schemeClr val="accent1"/>
          </a:solid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72" name="Google Shape;1272;p48"/>
          <p:cNvSpPr txBox="1"/>
          <p:nvPr/>
        </p:nvSpPr>
        <p:spPr>
          <a:xfrm>
            <a:off x="533925" y="3396599"/>
            <a:ext cx="73761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1200"/>
              <a:buFont typeface="Arial"/>
              <a:buNone/>
            </a:pPr>
            <a:r>
              <a:rPr b="1" i="0" lang="fr-FR" sz="1200" u="none" cap="none" strike="noStrike">
                <a:solidFill>
                  <a:srgbClr val="000000"/>
                </a:solidFill>
                <a:latin typeface="Space Grotesk"/>
                <a:ea typeface="Space Grotesk"/>
                <a:cs typeface="Space Grotesk"/>
                <a:sym typeface="Space Grotesk"/>
              </a:rPr>
              <a:t>We can only use could in the positive form, not the negative form, for talking about possibility:</a:t>
            </a:r>
            <a:endParaRPr b="1"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fr-FR" sz="1200" u="none" cap="none" strike="noStrike">
                <a:solidFill>
                  <a:srgbClr val="000000"/>
                </a:solidFill>
                <a:latin typeface="Space Grotesk"/>
                <a:ea typeface="Space Grotesk"/>
                <a:cs typeface="Space Grotesk"/>
                <a:sym typeface="Space Grotesk"/>
              </a:rPr>
              <a:t>Are you sure that’s a good idea?</a:t>
            </a:r>
            <a:br>
              <a:rPr b="1" i="0" lang="fr-FR" sz="1200" u="none" cap="none" strike="noStrike">
                <a:solidFill>
                  <a:srgbClr val="000000"/>
                </a:solidFill>
                <a:latin typeface="Space Grotesk"/>
                <a:ea typeface="Space Grotesk"/>
                <a:cs typeface="Space Grotesk"/>
                <a:sym typeface="Space Grotesk"/>
              </a:rPr>
            </a:br>
            <a:r>
              <a:rPr b="1" i="0" lang="fr-FR" sz="1200" u="none" cap="none" strike="noStrike">
                <a:solidFill>
                  <a:srgbClr val="000000"/>
                </a:solidFill>
                <a:latin typeface="Space Grotesk"/>
                <a:ea typeface="Space Grotesk"/>
                <a:cs typeface="Space Grotesk"/>
                <a:sym typeface="Space Grotesk"/>
              </a:rPr>
              <a:t>The boss may not / might not like it when he finds out.</a:t>
            </a:r>
            <a:br>
              <a:rPr b="1" i="0" lang="fr-FR" sz="1200" u="none" cap="none" strike="noStrike">
                <a:solidFill>
                  <a:srgbClr val="000000"/>
                </a:solidFill>
                <a:latin typeface="Space Grotesk"/>
                <a:ea typeface="Space Grotesk"/>
                <a:cs typeface="Space Grotesk"/>
                <a:sym typeface="Space Grotesk"/>
              </a:rPr>
            </a:br>
            <a:r>
              <a:rPr b="1" i="0" lang="fr-FR" sz="1200" u="none" cap="none" strike="sngStrike">
                <a:solidFill>
                  <a:srgbClr val="000000"/>
                </a:solidFill>
                <a:latin typeface="Space Grotesk"/>
                <a:ea typeface="Space Grotesk"/>
                <a:cs typeface="Space Grotesk"/>
                <a:sym typeface="Space Grotesk"/>
              </a:rPr>
              <a:t>The boss could not like it when he finds out.</a:t>
            </a:r>
            <a:endParaRPr b="1" i="0" sz="1200"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2"/>
                                        </p:tgtEl>
                                        <p:attrNameLst>
                                          <p:attrName>style.visibility</p:attrName>
                                        </p:attrNameLst>
                                      </p:cBhvr>
                                      <p:to>
                                        <p:strVal val="visible"/>
                                      </p:to>
                                    </p:set>
                                    <p:animEffect filter="fade" transition="in">
                                      <p:cBhvr>
                                        <p:cTn dur="2000"/>
                                        <p:tgtEl>
                                          <p:spTgt spid="1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0" st="0"/>
                                            </p:txEl>
                                          </p:spTgt>
                                        </p:tgtEl>
                                        <p:attrNameLst>
                                          <p:attrName>style.visibility</p:attrName>
                                        </p:attrNameLst>
                                      </p:cBhvr>
                                      <p:to>
                                        <p:strVal val="visible"/>
                                      </p:to>
                                    </p:set>
                                    <p:animEffect filter="fade" transition="in">
                                      <p:cBhvr>
                                        <p:cTn dur="2000"/>
                                        <p:tgtEl>
                                          <p:spTgt spid="12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 st="1"/>
                                            </p:txEl>
                                          </p:spTgt>
                                        </p:tgtEl>
                                        <p:attrNameLst>
                                          <p:attrName>style.visibility</p:attrName>
                                        </p:attrNameLst>
                                      </p:cBhvr>
                                      <p:to>
                                        <p:strVal val="visible"/>
                                      </p:to>
                                    </p:set>
                                    <p:animEffect filter="fade" transition="in">
                                      <p:cBhvr>
                                        <p:cTn dur="2000"/>
                                        <p:tgtEl>
                                          <p:spTgt spid="12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2" st="2"/>
                                            </p:txEl>
                                          </p:spTgt>
                                        </p:tgtEl>
                                        <p:attrNameLst>
                                          <p:attrName>style.visibility</p:attrName>
                                        </p:attrNameLst>
                                      </p:cBhvr>
                                      <p:to>
                                        <p:strVal val="visible"/>
                                      </p:to>
                                    </p:set>
                                    <p:animEffect filter="fade" transition="in">
                                      <p:cBhvr>
                                        <p:cTn dur="2000"/>
                                        <p:tgtEl>
                                          <p:spTgt spid="12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3" st="3"/>
                                            </p:txEl>
                                          </p:spTgt>
                                        </p:tgtEl>
                                        <p:attrNameLst>
                                          <p:attrName>style.visibility</p:attrName>
                                        </p:attrNameLst>
                                      </p:cBhvr>
                                      <p:to>
                                        <p:strVal val="visible"/>
                                      </p:to>
                                    </p:set>
                                    <p:animEffect filter="fade" transition="in">
                                      <p:cBhvr>
                                        <p:cTn dur="2000"/>
                                        <p:tgtEl>
                                          <p:spTgt spid="12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4" st="4"/>
                                            </p:txEl>
                                          </p:spTgt>
                                        </p:tgtEl>
                                        <p:attrNameLst>
                                          <p:attrName>style.visibility</p:attrName>
                                        </p:attrNameLst>
                                      </p:cBhvr>
                                      <p:to>
                                        <p:strVal val="visible"/>
                                      </p:to>
                                    </p:set>
                                    <p:animEffect filter="fade" transition="in">
                                      <p:cBhvr>
                                        <p:cTn dur="2000"/>
                                        <p:tgtEl>
                                          <p:spTgt spid="12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5" st="5"/>
                                            </p:txEl>
                                          </p:spTgt>
                                        </p:tgtEl>
                                        <p:attrNameLst>
                                          <p:attrName>style.visibility</p:attrName>
                                        </p:attrNameLst>
                                      </p:cBhvr>
                                      <p:to>
                                        <p:strVal val="visible"/>
                                      </p:to>
                                    </p:set>
                                    <p:animEffect filter="fade" transition="in">
                                      <p:cBhvr>
                                        <p:cTn dur="2000"/>
                                        <p:tgtEl>
                                          <p:spTgt spid="12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6" st="6"/>
                                            </p:txEl>
                                          </p:spTgt>
                                        </p:tgtEl>
                                        <p:attrNameLst>
                                          <p:attrName>style.visibility</p:attrName>
                                        </p:attrNameLst>
                                      </p:cBhvr>
                                      <p:to>
                                        <p:strVal val="visible"/>
                                      </p:to>
                                    </p:set>
                                    <p:animEffect filter="fade" transition="in">
                                      <p:cBhvr>
                                        <p:cTn dur="2000"/>
                                        <p:tgtEl>
                                          <p:spTgt spid="126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7" st="7"/>
                                            </p:txEl>
                                          </p:spTgt>
                                        </p:tgtEl>
                                        <p:attrNameLst>
                                          <p:attrName>style.visibility</p:attrName>
                                        </p:attrNameLst>
                                      </p:cBhvr>
                                      <p:to>
                                        <p:strVal val="visible"/>
                                      </p:to>
                                    </p:set>
                                    <p:animEffect filter="fade" transition="in">
                                      <p:cBhvr>
                                        <p:cTn dur="2000"/>
                                        <p:tgtEl>
                                          <p:spTgt spid="126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8" st="8"/>
                                            </p:txEl>
                                          </p:spTgt>
                                        </p:tgtEl>
                                        <p:attrNameLst>
                                          <p:attrName>style.visibility</p:attrName>
                                        </p:attrNameLst>
                                      </p:cBhvr>
                                      <p:to>
                                        <p:strVal val="visible"/>
                                      </p:to>
                                    </p:set>
                                    <p:animEffect filter="fade" transition="in">
                                      <p:cBhvr>
                                        <p:cTn dur="2000"/>
                                        <p:tgtEl>
                                          <p:spTgt spid="126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9" st="9"/>
                                            </p:txEl>
                                          </p:spTgt>
                                        </p:tgtEl>
                                        <p:attrNameLst>
                                          <p:attrName>style.visibility</p:attrName>
                                        </p:attrNameLst>
                                      </p:cBhvr>
                                      <p:to>
                                        <p:strVal val="visible"/>
                                      </p:to>
                                    </p:set>
                                    <p:animEffect filter="fade" transition="in">
                                      <p:cBhvr>
                                        <p:cTn dur="2000"/>
                                        <p:tgtEl>
                                          <p:spTgt spid="126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0" st="10"/>
                                            </p:txEl>
                                          </p:spTgt>
                                        </p:tgtEl>
                                        <p:attrNameLst>
                                          <p:attrName>style.visibility</p:attrName>
                                        </p:attrNameLst>
                                      </p:cBhvr>
                                      <p:to>
                                        <p:strVal val="visible"/>
                                      </p:to>
                                    </p:set>
                                    <p:animEffect filter="fade" transition="in">
                                      <p:cBhvr>
                                        <p:cTn dur="2000"/>
                                        <p:tgtEl>
                                          <p:spTgt spid="126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1" st="11"/>
                                            </p:txEl>
                                          </p:spTgt>
                                        </p:tgtEl>
                                        <p:attrNameLst>
                                          <p:attrName>style.visibility</p:attrName>
                                        </p:attrNameLst>
                                      </p:cBhvr>
                                      <p:to>
                                        <p:strVal val="visible"/>
                                      </p:to>
                                    </p:set>
                                    <p:animEffect filter="fade" transition="in">
                                      <p:cBhvr>
                                        <p:cTn dur="2000"/>
                                        <p:tgtEl>
                                          <p:spTgt spid="126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2" st="12"/>
                                            </p:txEl>
                                          </p:spTgt>
                                        </p:tgtEl>
                                        <p:attrNameLst>
                                          <p:attrName>style.visibility</p:attrName>
                                        </p:attrNameLst>
                                      </p:cBhvr>
                                      <p:to>
                                        <p:strVal val="visible"/>
                                      </p:to>
                                    </p:set>
                                    <p:animEffect filter="fade" transition="in">
                                      <p:cBhvr>
                                        <p:cTn dur="2000"/>
                                        <p:tgtEl>
                                          <p:spTgt spid="126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3" st="13"/>
                                            </p:txEl>
                                          </p:spTgt>
                                        </p:tgtEl>
                                        <p:attrNameLst>
                                          <p:attrName>style.visibility</p:attrName>
                                        </p:attrNameLst>
                                      </p:cBhvr>
                                      <p:to>
                                        <p:strVal val="visible"/>
                                      </p:to>
                                    </p:set>
                                    <p:animEffect filter="fade" transition="in">
                                      <p:cBhvr>
                                        <p:cTn dur="2000"/>
                                        <p:tgtEl>
                                          <p:spTgt spid="126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4" st="14"/>
                                            </p:txEl>
                                          </p:spTgt>
                                        </p:tgtEl>
                                        <p:attrNameLst>
                                          <p:attrName>style.visibility</p:attrName>
                                        </p:attrNameLst>
                                      </p:cBhvr>
                                      <p:to>
                                        <p:strVal val="visible"/>
                                      </p:to>
                                    </p:set>
                                    <p:animEffect filter="fade" transition="in">
                                      <p:cBhvr>
                                        <p:cTn dur="2000"/>
                                        <p:tgtEl>
                                          <p:spTgt spid="126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5" st="15"/>
                                            </p:txEl>
                                          </p:spTgt>
                                        </p:tgtEl>
                                        <p:attrNameLst>
                                          <p:attrName>style.visibility</p:attrName>
                                        </p:attrNameLst>
                                      </p:cBhvr>
                                      <p:to>
                                        <p:strVal val="visible"/>
                                      </p:to>
                                    </p:set>
                                    <p:animEffect filter="fade" transition="in">
                                      <p:cBhvr>
                                        <p:cTn dur="2000"/>
                                        <p:tgtEl>
                                          <p:spTgt spid="1263">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6" st="16"/>
                                            </p:txEl>
                                          </p:spTgt>
                                        </p:tgtEl>
                                        <p:attrNameLst>
                                          <p:attrName>style.visibility</p:attrName>
                                        </p:attrNameLst>
                                      </p:cBhvr>
                                      <p:to>
                                        <p:strVal val="visible"/>
                                      </p:to>
                                    </p:set>
                                    <p:animEffect filter="fade" transition="in">
                                      <p:cBhvr>
                                        <p:cTn dur="2000"/>
                                        <p:tgtEl>
                                          <p:spTgt spid="1263">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7" st="17"/>
                                            </p:txEl>
                                          </p:spTgt>
                                        </p:tgtEl>
                                        <p:attrNameLst>
                                          <p:attrName>style.visibility</p:attrName>
                                        </p:attrNameLst>
                                      </p:cBhvr>
                                      <p:to>
                                        <p:strVal val="visible"/>
                                      </p:to>
                                    </p:set>
                                    <p:animEffect filter="fade" transition="in">
                                      <p:cBhvr>
                                        <p:cTn dur="2000"/>
                                        <p:tgtEl>
                                          <p:spTgt spid="1263">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8" st="18"/>
                                            </p:txEl>
                                          </p:spTgt>
                                        </p:tgtEl>
                                        <p:attrNameLst>
                                          <p:attrName>style.visibility</p:attrName>
                                        </p:attrNameLst>
                                      </p:cBhvr>
                                      <p:to>
                                        <p:strVal val="visible"/>
                                      </p:to>
                                    </p:set>
                                    <p:animEffect filter="fade" transition="in">
                                      <p:cBhvr>
                                        <p:cTn dur="2000"/>
                                        <p:tgtEl>
                                          <p:spTgt spid="1263">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9" st="19"/>
                                            </p:txEl>
                                          </p:spTgt>
                                        </p:tgtEl>
                                        <p:attrNameLst>
                                          <p:attrName>style.visibility</p:attrName>
                                        </p:attrNameLst>
                                      </p:cBhvr>
                                      <p:to>
                                        <p:strVal val="visible"/>
                                      </p:to>
                                    </p:set>
                                    <p:animEffect filter="fade" transition="in">
                                      <p:cBhvr>
                                        <p:cTn dur="2000"/>
                                        <p:tgtEl>
                                          <p:spTgt spid="1263">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20" st="20"/>
                                            </p:txEl>
                                          </p:spTgt>
                                        </p:tgtEl>
                                        <p:attrNameLst>
                                          <p:attrName>style.visibility</p:attrName>
                                        </p:attrNameLst>
                                      </p:cBhvr>
                                      <p:to>
                                        <p:strVal val="visible"/>
                                      </p:to>
                                    </p:set>
                                    <p:animEffect filter="fade" transition="in">
                                      <p:cBhvr>
                                        <p:cTn dur="2000"/>
                                        <p:tgtEl>
                                          <p:spTgt spid="1263">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gtEl>
                                        <p:attrNameLst>
                                          <p:attrName>style.visibility</p:attrName>
                                        </p:attrNameLst>
                                      </p:cBhvr>
                                      <p:to>
                                        <p:strVal val="visible"/>
                                      </p:to>
                                    </p:set>
                                    <p:animEffect filter="fade" transition="in">
                                      <p:cBhvr>
                                        <p:cTn dur="2000"/>
                                        <p:tgtEl>
                                          <p:spTgt spid="1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7">
                                            <p:txEl>
                                              <p:pRg end="0" st="0"/>
                                            </p:txEl>
                                          </p:spTgt>
                                        </p:tgtEl>
                                        <p:attrNameLst>
                                          <p:attrName>style.visibility</p:attrName>
                                        </p:attrNameLst>
                                      </p:cBhvr>
                                      <p:to>
                                        <p:strVal val="visible"/>
                                      </p:to>
                                    </p:set>
                                    <p:animEffect filter="fade" transition="in">
                                      <p:cBhvr>
                                        <p:cTn dur="2000"/>
                                        <p:tgtEl>
                                          <p:spTgt spid="12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6"/>
                                        </p:tgtEl>
                                        <p:attrNameLst>
                                          <p:attrName>style.visibility</p:attrName>
                                        </p:attrNameLst>
                                      </p:cBhvr>
                                      <p:to>
                                        <p:strVal val="visible"/>
                                      </p:to>
                                    </p:set>
                                    <p:animEffect filter="fade" transition="in">
                                      <p:cBhvr>
                                        <p:cTn dur="2000"/>
                                        <p:tgtEl>
                                          <p:spTgt spid="1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8"/>
                                        </p:tgtEl>
                                        <p:attrNameLst>
                                          <p:attrName>style.visibility</p:attrName>
                                        </p:attrNameLst>
                                      </p:cBhvr>
                                      <p:to>
                                        <p:strVal val="visible"/>
                                      </p:to>
                                    </p:set>
                                    <p:animEffect filter="fade" transition="in">
                                      <p:cBhvr>
                                        <p:cTn dur="2000"/>
                                        <p:tgtEl>
                                          <p:spTgt spid="1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0">
                                            <p:txEl>
                                              <p:pRg end="0" st="0"/>
                                            </p:txEl>
                                          </p:spTgt>
                                        </p:tgtEl>
                                        <p:attrNameLst>
                                          <p:attrName>style.visibility</p:attrName>
                                        </p:attrNameLst>
                                      </p:cBhvr>
                                      <p:to>
                                        <p:strVal val="visible"/>
                                      </p:to>
                                    </p:set>
                                    <p:animEffect filter="fade" transition="in">
                                      <p:cBhvr>
                                        <p:cTn dur="2000"/>
                                        <p:tgtEl>
                                          <p:spTgt spid="12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9"/>
                                        </p:tgtEl>
                                        <p:attrNameLst>
                                          <p:attrName>style.visibility</p:attrName>
                                        </p:attrNameLst>
                                      </p:cBhvr>
                                      <p:to>
                                        <p:strVal val="visible"/>
                                      </p:to>
                                    </p:set>
                                    <p:animEffect filter="fade" transition="in">
                                      <p:cBhvr>
                                        <p:cTn dur="2000"/>
                                        <p:tgtEl>
                                          <p:spTgt spid="1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1"/>
                                        </p:tgtEl>
                                        <p:attrNameLst>
                                          <p:attrName>style.visibility</p:attrName>
                                        </p:attrNameLst>
                                      </p:cBhvr>
                                      <p:to>
                                        <p:strVal val="visible"/>
                                      </p:to>
                                    </p:set>
                                    <p:animEffect filter="fade" transition="in">
                                      <p:cBhvr>
                                        <p:cTn dur="2000"/>
                                        <p:tgtEl>
                                          <p:spTgt spid="1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2"/>
                                        </p:tgtEl>
                                        <p:attrNameLst>
                                          <p:attrName>style.visibility</p:attrName>
                                        </p:attrNameLst>
                                      </p:cBhvr>
                                      <p:to>
                                        <p:strVal val="visible"/>
                                      </p:to>
                                    </p:set>
                                    <p:animEffect filter="fade" transition="in">
                                      <p:cBhvr>
                                        <p:cTn dur="500"/>
                                        <p:tgtEl>
                                          <p:spTgt spid="1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49"/>
          <p:cNvSpPr txBox="1"/>
          <p:nvPr>
            <p:ph type="title"/>
          </p:nvPr>
        </p:nvSpPr>
        <p:spPr>
          <a:xfrm>
            <a:off x="285720" y="285734"/>
            <a:ext cx="6810480" cy="428628"/>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3200"/>
              <a:buNone/>
            </a:pPr>
            <a:r>
              <a:rPr lang="fr-FR" sz="2000"/>
              <a:t>Let’s practice: how many deductions can you make?</a:t>
            </a:r>
            <a:endParaRPr sz="2000"/>
          </a:p>
        </p:txBody>
      </p:sp>
      <p:sp>
        <p:nvSpPr>
          <p:cNvPr id="1278" name="Google Shape;1278;p49"/>
          <p:cNvSpPr txBox="1"/>
          <p:nvPr>
            <p:ph idx="1" type="body"/>
          </p:nvPr>
        </p:nvSpPr>
        <p:spPr>
          <a:xfrm>
            <a:off x="3143240" y="928675"/>
            <a:ext cx="3952960" cy="1000133"/>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Char char="➢"/>
            </a:pPr>
            <a:r>
              <a:rPr lang="fr-FR" sz="1400"/>
              <a:t>He must be a chef.</a:t>
            </a:r>
            <a:endParaRPr/>
          </a:p>
          <a:p>
            <a:pPr indent="-368300" lvl="0" marL="457200" rtl="0" algn="l">
              <a:lnSpc>
                <a:spcPct val="115000"/>
              </a:lnSpc>
              <a:spcBef>
                <a:spcPts val="0"/>
              </a:spcBef>
              <a:spcAft>
                <a:spcPts val="0"/>
              </a:spcAft>
              <a:buSzPts val="2200"/>
              <a:buChar char="➢"/>
            </a:pPr>
            <a:r>
              <a:rPr lang="fr-FR" sz="1400"/>
              <a:t>He can’t be a policeman.</a:t>
            </a:r>
            <a:endParaRPr/>
          </a:p>
          <a:p>
            <a:pPr indent="-368300" lvl="0" marL="457200" rtl="0" algn="l">
              <a:lnSpc>
                <a:spcPct val="115000"/>
              </a:lnSpc>
              <a:spcBef>
                <a:spcPts val="0"/>
              </a:spcBef>
              <a:spcAft>
                <a:spcPts val="0"/>
              </a:spcAft>
              <a:buSzPts val="2200"/>
              <a:buChar char="➢"/>
            </a:pPr>
            <a:r>
              <a:rPr lang="fr-FR" sz="1400"/>
              <a:t>He may/might/could be famous.</a:t>
            </a:r>
            <a:endParaRPr sz="1400"/>
          </a:p>
        </p:txBody>
      </p:sp>
      <p:sp>
        <p:nvSpPr>
          <p:cNvPr id="1279" name="Google Shape;1279;p49"/>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pic>
        <p:nvPicPr>
          <p:cNvPr descr="téléchargement (2).jpg" id="1280" name="Google Shape;1280;p49"/>
          <p:cNvPicPr preferRelativeResize="0"/>
          <p:nvPr/>
        </p:nvPicPr>
        <p:blipFill rotWithShape="1">
          <a:blip r:embed="rId3">
            <a:alphaModFix/>
          </a:blip>
          <a:srcRect b="0" l="0" r="0" t="0"/>
          <a:stretch/>
        </p:blipFill>
        <p:spPr>
          <a:xfrm>
            <a:off x="0" y="857238"/>
            <a:ext cx="2857500" cy="1214446"/>
          </a:xfrm>
          <a:prstGeom prst="rect">
            <a:avLst/>
          </a:prstGeom>
          <a:noFill/>
          <a:ln>
            <a:noFill/>
          </a:ln>
        </p:spPr>
      </p:pic>
      <p:pic>
        <p:nvPicPr>
          <p:cNvPr descr="téléchargement (3).jpg" id="1281" name="Google Shape;1281;p49"/>
          <p:cNvPicPr preferRelativeResize="0"/>
          <p:nvPr/>
        </p:nvPicPr>
        <p:blipFill rotWithShape="1">
          <a:blip r:embed="rId4">
            <a:alphaModFix/>
          </a:blip>
          <a:srcRect b="0" l="0" r="0" t="0"/>
          <a:stretch/>
        </p:blipFill>
        <p:spPr>
          <a:xfrm>
            <a:off x="0" y="2357436"/>
            <a:ext cx="2928926" cy="1143008"/>
          </a:xfrm>
          <a:prstGeom prst="rect">
            <a:avLst/>
          </a:prstGeom>
          <a:noFill/>
          <a:ln>
            <a:noFill/>
          </a:ln>
        </p:spPr>
      </p:pic>
      <p:sp>
        <p:nvSpPr>
          <p:cNvPr id="1282" name="Google Shape;1282;p49"/>
          <p:cNvSpPr txBox="1"/>
          <p:nvPr/>
        </p:nvSpPr>
        <p:spPr>
          <a:xfrm>
            <a:off x="3643306" y="2214560"/>
            <a:ext cx="2857520" cy="1083374"/>
          </a:xfrm>
          <a:prstGeom prst="rect">
            <a:avLst/>
          </a:prstGeom>
          <a:noFill/>
          <a:ln>
            <a:noFill/>
          </a:ln>
        </p:spPr>
        <p:txBody>
          <a:bodyPr anchorCtr="0" anchor="t" bIns="45700" lIns="91425" spcFirstLastPara="1" rIns="91425" wrap="square" tIns="45700">
            <a:spAutoFit/>
          </a:bodyPr>
          <a:lstStyle/>
          <a:p>
            <a:pPr indent="-368300" lvl="0" marL="457200" marR="0" rtl="0" algn="l">
              <a:lnSpc>
                <a:spcPct val="115000"/>
              </a:lnSpc>
              <a:spcBef>
                <a:spcPts val="0"/>
              </a:spcBef>
              <a:spcAft>
                <a:spcPts val="0"/>
              </a:spcAft>
              <a:buClr>
                <a:schemeClr val="accent1"/>
              </a:buClr>
              <a:buSzPts val="2200"/>
              <a:buFont typeface="Space Grotesk Light"/>
              <a:buChar char="➢"/>
            </a:pPr>
            <a:r>
              <a:rPr b="0" i="0" lang="fr-FR" sz="1400" u="none" cap="none" strike="noStrike">
                <a:solidFill>
                  <a:schemeClr val="dk1"/>
                </a:solidFill>
                <a:latin typeface="Space Grotesk Light"/>
                <a:ea typeface="Space Grotesk Light"/>
                <a:cs typeface="Space Grotesk Light"/>
                <a:sym typeface="Space Grotesk Light"/>
              </a:rPr>
              <a:t>They must be friends.</a:t>
            </a:r>
            <a:endParaRPr b="0" i="0" sz="1400" u="none" cap="none" strike="noStrike">
              <a:solidFill>
                <a:srgbClr val="000000"/>
              </a:solidFill>
              <a:latin typeface="Arial"/>
              <a:ea typeface="Arial"/>
              <a:cs typeface="Arial"/>
              <a:sym typeface="Arial"/>
            </a:endParaRPr>
          </a:p>
          <a:p>
            <a:pPr indent="-368300" lvl="0" marL="457200" marR="0" rtl="0" algn="l">
              <a:lnSpc>
                <a:spcPct val="115000"/>
              </a:lnSpc>
              <a:spcBef>
                <a:spcPts val="0"/>
              </a:spcBef>
              <a:spcAft>
                <a:spcPts val="0"/>
              </a:spcAft>
              <a:buClr>
                <a:schemeClr val="accent1"/>
              </a:buClr>
              <a:buSzPts val="2200"/>
              <a:buFont typeface="Space Grotesk Light"/>
              <a:buChar char="➢"/>
            </a:pPr>
            <a:r>
              <a:rPr b="0" i="0" lang="fr-FR" sz="1400" u="none" cap="none" strike="noStrike">
                <a:solidFill>
                  <a:schemeClr val="dk1"/>
                </a:solidFill>
                <a:latin typeface="Space Grotesk Light"/>
                <a:ea typeface="Space Grotesk Light"/>
                <a:cs typeface="Space Grotesk Light"/>
                <a:sym typeface="Space Grotesk Light"/>
              </a:rPr>
              <a:t>They can’t be working.</a:t>
            </a:r>
            <a:endParaRPr b="0" i="0" sz="1400" u="none" cap="none" strike="noStrike">
              <a:solidFill>
                <a:srgbClr val="000000"/>
              </a:solidFill>
              <a:latin typeface="Arial"/>
              <a:ea typeface="Arial"/>
              <a:cs typeface="Arial"/>
              <a:sym typeface="Arial"/>
            </a:endParaRPr>
          </a:p>
          <a:p>
            <a:pPr indent="-368300" lvl="0" marL="457200" marR="0" rtl="0" algn="l">
              <a:lnSpc>
                <a:spcPct val="115000"/>
              </a:lnSpc>
              <a:spcBef>
                <a:spcPts val="0"/>
              </a:spcBef>
              <a:spcAft>
                <a:spcPts val="0"/>
              </a:spcAft>
              <a:buClr>
                <a:schemeClr val="accent1"/>
              </a:buClr>
              <a:buSzPts val="2200"/>
              <a:buFont typeface="Space Grotesk Light"/>
              <a:buChar char="➢"/>
            </a:pPr>
            <a:r>
              <a:rPr b="0" i="0" lang="fr-FR" sz="1400" u="none" cap="none" strike="noStrike">
                <a:solidFill>
                  <a:schemeClr val="dk1"/>
                </a:solidFill>
                <a:latin typeface="Space Grotesk Light"/>
                <a:ea typeface="Space Grotesk Light"/>
                <a:cs typeface="Space Grotesk Light"/>
                <a:sym typeface="Space Grotesk Light"/>
              </a:rPr>
              <a:t>They may/might/could be married.</a:t>
            </a:r>
            <a:endParaRPr b="0" i="0" sz="1400" u="none" cap="none" strike="noStrike">
              <a:solidFill>
                <a:srgbClr val="000000"/>
              </a:solidFill>
              <a:latin typeface="Arial"/>
              <a:ea typeface="Arial"/>
              <a:cs typeface="Arial"/>
              <a:sym typeface="Arial"/>
            </a:endParaRPr>
          </a:p>
        </p:txBody>
      </p:sp>
      <p:pic>
        <p:nvPicPr>
          <p:cNvPr descr="images.jpg" id="1283" name="Google Shape;1283;p49"/>
          <p:cNvPicPr preferRelativeResize="0"/>
          <p:nvPr/>
        </p:nvPicPr>
        <p:blipFill rotWithShape="1">
          <a:blip r:embed="rId5">
            <a:alphaModFix/>
          </a:blip>
          <a:srcRect b="0" l="0" r="0" t="0"/>
          <a:stretch/>
        </p:blipFill>
        <p:spPr>
          <a:xfrm>
            <a:off x="0" y="3571882"/>
            <a:ext cx="2847975" cy="1428742"/>
          </a:xfrm>
          <a:prstGeom prst="rect">
            <a:avLst/>
          </a:prstGeom>
          <a:noFill/>
          <a:ln>
            <a:noFill/>
          </a:ln>
        </p:spPr>
      </p:pic>
      <p:sp>
        <p:nvSpPr>
          <p:cNvPr id="1284" name="Google Shape;1284;p49"/>
          <p:cNvSpPr txBox="1"/>
          <p:nvPr/>
        </p:nvSpPr>
        <p:spPr>
          <a:xfrm>
            <a:off x="3643306" y="3929072"/>
            <a:ext cx="2714644" cy="835613"/>
          </a:xfrm>
          <a:prstGeom prst="rect">
            <a:avLst/>
          </a:prstGeom>
          <a:noFill/>
          <a:ln>
            <a:noFill/>
          </a:ln>
        </p:spPr>
        <p:txBody>
          <a:bodyPr anchorCtr="0" anchor="t" bIns="45700" lIns="91425" spcFirstLastPara="1" rIns="91425" wrap="square" tIns="45700">
            <a:spAutoFit/>
          </a:bodyPr>
          <a:lstStyle/>
          <a:p>
            <a:pPr indent="-368300" lvl="0" marL="457200" marR="0" rtl="0" algn="l">
              <a:lnSpc>
                <a:spcPct val="115000"/>
              </a:lnSpc>
              <a:spcBef>
                <a:spcPts val="0"/>
              </a:spcBef>
              <a:spcAft>
                <a:spcPts val="0"/>
              </a:spcAft>
              <a:buClr>
                <a:schemeClr val="accent1"/>
              </a:buClr>
              <a:buSzPts val="2200"/>
              <a:buFont typeface="Space Grotesk Light"/>
              <a:buChar char="➢"/>
            </a:pPr>
            <a:r>
              <a:rPr b="0" i="0" lang="fr-FR" sz="1400" u="none" cap="none" strike="noStrike">
                <a:solidFill>
                  <a:schemeClr val="dk1"/>
                </a:solidFill>
                <a:latin typeface="Space Grotesk Light"/>
                <a:ea typeface="Space Grotesk Light"/>
                <a:cs typeface="Space Grotesk Light"/>
                <a:sym typeface="Space Grotesk Light"/>
              </a:rPr>
              <a:t>She must be at home.</a:t>
            </a:r>
            <a:endParaRPr b="0" i="0" sz="1400" u="none" cap="none" strike="noStrike">
              <a:solidFill>
                <a:srgbClr val="000000"/>
              </a:solidFill>
              <a:latin typeface="Arial"/>
              <a:ea typeface="Arial"/>
              <a:cs typeface="Arial"/>
              <a:sym typeface="Arial"/>
            </a:endParaRPr>
          </a:p>
          <a:p>
            <a:pPr indent="-368300" lvl="0" marL="457200" marR="0" rtl="0" algn="l">
              <a:lnSpc>
                <a:spcPct val="115000"/>
              </a:lnSpc>
              <a:spcBef>
                <a:spcPts val="0"/>
              </a:spcBef>
              <a:spcAft>
                <a:spcPts val="0"/>
              </a:spcAft>
              <a:buClr>
                <a:schemeClr val="accent1"/>
              </a:buClr>
              <a:buSzPts val="2200"/>
              <a:buFont typeface="Space Grotesk Light"/>
              <a:buChar char="➢"/>
            </a:pPr>
            <a:r>
              <a:rPr b="0" i="0" lang="fr-FR" sz="1400" u="none" cap="none" strike="noStrike">
                <a:solidFill>
                  <a:schemeClr val="dk1"/>
                </a:solidFill>
                <a:latin typeface="Space Grotesk Light"/>
                <a:ea typeface="Space Grotesk Light"/>
                <a:cs typeface="Space Grotesk Light"/>
                <a:sym typeface="Space Grotesk Light"/>
              </a:rPr>
              <a:t>She may/might/could be working</a:t>
            </a:r>
            <a:endParaRPr b="0" i="0" sz="1400" u="none" cap="none" strike="noStrike">
              <a:solidFill>
                <a:schemeClr val="dk1"/>
              </a:solidFill>
              <a:latin typeface="Space Grotesk Light"/>
              <a:ea typeface="Space Grotesk Light"/>
              <a:cs typeface="Space Grotesk Light"/>
              <a:sym typeface="Space Grotesk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7"/>
                                        </p:tgtEl>
                                        <p:attrNameLst>
                                          <p:attrName>style.visibility</p:attrName>
                                        </p:attrNameLst>
                                      </p:cBhvr>
                                      <p:to>
                                        <p:strVal val="visible"/>
                                      </p:to>
                                    </p:set>
                                    <p:animEffect filter="fade" transition="in">
                                      <p:cBhvr>
                                        <p:cTn dur="2000"/>
                                        <p:tgtEl>
                                          <p:spTgt spid="1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0"/>
                                        </p:tgtEl>
                                        <p:attrNameLst>
                                          <p:attrName>style.visibility</p:attrName>
                                        </p:attrNameLst>
                                      </p:cBhvr>
                                      <p:to>
                                        <p:strVal val="visible"/>
                                      </p:to>
                                    </p:set>
                                    <p:animEffect filter="fade" transition="in">
                                      <p:cBhvr>
                                        <p:cTn dur="2000"/>
                                        <p:tgtEl>
                                          <p:spTgt spid="1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8">
                                            <p:txEl>
                                              <p:pRg end="0" st="0"/>
                                            </p:txEl>
                                          </p:spTgt>
                                        </p:tgtEl>
                                        <p:attrNameLst>
                                          <p:attrName>style.visibility</p:attrName>
                                        </p:attrNameLst>
                                      </p:cBhvr>
                                      <p:to>
                                        <p:strVal val="visible"/>
                                      </p:to>
                                    </p:set>
                                    <p:animEffect filter="fade" transition="in">
                                      <p:cBhvr>
                                        <p:cTn dur="2000"/>
                                        <p:tgtEl>
                                          <p:spTgt spid="12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8">
                                            <p:txEl>
                                              <p:pRg end="1" st="1"/>
                                            </p:txEl>
                                          </p:spTgt>
                                        </p:tgtEl>
                                        <p:attrNameLst>
                                          <p:attrName>style.visibility</p:attrName>
                                        </p:attrNameLst>
                                      </p:cBhvr>
                                      <p:to>
                                        <p:strVal val="visible"/>
                                      </p:to>
                                    </p:set>
                                    <p:animEffect filter="fade" transition="in">
                                      <p:cBhvr>
                                        <p:cTn dur="2000"/>
                                        <p:tgtEl>
                                          <p:spTgt spid="12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8">
                                            <p:txEl>
                                              <p:pRg end="2" st="2"/>
                                            </p:txEl>
                                          </p:spTgt>
                                        </p:tgtEl>
                                        <p:attrNameLst>
                                          <p:attrName>style.visibility</p:attrName>
                                        </p:attrNameLst>
                                      </p:cBhvr>
                                      <p:to>
                                        <p:strVal val="visible"/>
                                      </p:to>
                                    </p:set>
                                    <p:animEffect filter="fade" transition="in">
                                      <p:cBhvr>
                                        <p:cTn dur="2000"/>
                                        <p:tgtEl>
                                          <p:spTgt spid="12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1"/>
                                        </p:tgtEl>
                                        <p:attrNameLst>
                                          <p:attrName>style.visibility</p:attrName>
                                        </p:attrNameLst>
                                      </p:cBhvr>
                                      <p:to>
                                        <p:strVal val="visible"/>
                                      </p:to>
                                    </p:set>
                                    <p:animEffect filter="fade" transition="in">
                                      <p:cBhvr>
                                        <p:cTn dur="2000"/>
                                        <p:tgtEl>
                                          <p:spTgt spid="1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2">
                                            <p:txEl>
                                              <p:pRg end="0" st="0"/>
                                            </p:txEl>
                                          </p:spTgt>
                                        </p:tgtEl>
                                        <p:attrNameLst>
                                          <p:attrName>style.visibility</p:attrName>
                                        </p:attrNameLst>
                                      </p:cBhvr>
                                      <p:to>
                                        <p:strVal val="visible"/>
                                      </p:to>
                                    </p:set>
                                    <p:animEffect filter="fade" transition="in">
                                      <p:cBhvr>
                                        <p:cTn dur="2000"/>
                                        <p:tgtEl>
                                          <p:spTgt spid="12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2">
                                            <p:txEl>
                                              <p:pRg end="1" st="1"/>
                                            </p:txEl>
                                          </p:spTgt>
                                        </p:tgtEl>
                                        <p:attrNameLst>
                                          <p:attrName>style.visibility</p:attrName>
                                        </p:attrNameLst>
                                      </p:cBhvr>
                                      <p:to>
                                        <p:strVal val="visible"/>
                                      </p:to>
                                    </p:set>
                                    <p:animEffect filter="fade" transition="in">
                                      <p:cBhvr>
                                        <p:cTn dur="2000"/>
                                        <p:tgtEl>
                                          <p:spTgt spid="12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2">
                                            <p:txEl>
                                              <p:pRg end="2" st="2"/>
                                            </p:txEl>
                                          </p:spTgt>
                                        </p:tgtEl>
                                        <p:attrNameLst>
                                          <p:attrName>style.visibility</p:attrName>
                                        </p:attrNameLst>
                                      </p:cBhvr>
                                      <p:to>
                                        <p:strVal val="visible"/>
                                      </p:to>
                                    </p:set>
                                    <p:animEffect filter="fade" transition="in">
                                      <p:cBhvr>
                                        <p:cTn dur="2000"/>
                                        <p:tgtEl>
                                          <p:spTgt spid="12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3"/>
                                        </p:tgtEl>
                                        <p:attrNameLst>
                                          <p:attrName>style.visibility</p:attrName>
                                        </p:attrNameLst>
                                      </p:cBhvr>
                                      <p:to>
                                        <p:strVal val="visible"/>
                                      </p:to>
                                    </p:set>
                                    <p:animEffect filter="fade" transition="in">
                                      <p:cBhvr>
                                        <p:cTn dur="2000"/>
                                        <p:tgtEl>
                                          <p:spTgt spid="1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4">
                                            <p:txEl>
                                              <p:pRg end="0" st="0"/>
                                            </p:txEl>
                                          </p:spTgt>
                                        </p:tgtEl>
                                        <p:attrNameLst>
                                          <p:attrName>style.visibility</p:attrName>
                                        </p:attrNameLst>
                                      </p:cBhvr>
                                      <p:to>
                                        <p:strVal val="visible"/>
                                      </p:to>
                                    </p:set>
                                    <p:animEffect filter="fade" transition="in">
                                      <p:cBhvr>
                                        <p:cTn dur="2000"/>
                                        <p:tgtEl>
                                          <p:spTgt spid="12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4">
                                            <p:txEl>
                                              <p:pRg end="1" st="1"/>
                                            </p:txEl>
                                          </p:spTgt>
                                        </p:tgtEl>
                                        <p:attrNameLst>
                                          <p:attrName>style.visibility</p:attrName>
                                        </p:attrNameLst>
                                      </p:cBhvr>
                                      <p:to>
                                        <p:strVal val="visible"/>
                                      </p:to>
                                    </p:set>
                                    <p:animEffect filter="fade" transition="in">
                                      <p:cBhvr>
                                        <p:cTn dur="2000"/>
                                        <p:tgtEl>
                                          <p:spTgt spid="128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50"/>
          <p:cNvSpPr txBox="1"/>
          <p:nvPr>
            <p:ph type="title"/>
          </p:nvPr>
        </p:nvSpPr>
        <p:spPr>
          <a:xfrm>
            <a:off x="214282" y="0"/>
            <a:ext cx="8572560" cy="1000114"/>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200"/>
              <a:buNone/>
            </a:pPr>
            <a:br>
              <a:rPr lang="fr-FR"/>
            </a:br>
            <a:endParaRPr/>
          </a:p>
        </p:txBody>
      </p:sp>
      <p:sp>
        <p:nvSpPr>
          <p:cNvPr id="1290" name="Google Shape;1290;p50"/>
          <p:cNvSpPr txBox="1"/>
          <p:nvPr>
            <p:ph idx="1" type="body"/>
          </p:nvPr>
        </p:nvSpPr>
        <p:spPr>
          <a:xfrm>
            <a:off x="0" y="631100"/>
            <a:ext cx="9324600" cy="5537700"/>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None/>
            </a:pPr>
            <a:r>
              <a:rPr lang="fr-FR" sz="1200">
                <a:latin typeface="Lato"/>
                <a:ea typeface="Lato"/>
                <a:cs typeface="Lato"/>
                <a:sym typeface="Lato"/>
              </a:rPr>
              <a:t>1</a:t>
            </a:r>
            <a:r>
              <a:rPr b="1" lang="fr-FR" sz="1200">
                <a:latin typeface="Lato"/>
                <a:ea typeface="Lato"/>
                <a:cs typeface="Lato"/>
                <a:sym typeface="Lato"/>
              </a:rPr>
              <a:t>. 'Where's Kim?'</a:t>
            </a:r>
            <a:br>
              <a:rPr lang="fr-FR" sz="1200">
                <a:latin typeface="Lato"/>
                <a:ea typeface="Lato"/>
                <a:cs typeface="Lato"/>
                <a:sym typeface="Lato"/>
              </a:rPr>
            </a:br>
            <a:r>
              <a:rPr lang="fr-FR" sz="1200">
                <a:latin typeface="Lato"/>
                <a:ea typeface="Lato"/>
                <a:cs typeface="Lato"/>
                <a:sym typeface="Lato"/>
              </a:rPr>
              <a:t>I'm not sure. Try her office - she _____ be in there.'</a:t>
            </a:r>
            <a:endParaRPr>
              <a:latin typeface="Lato"/>
              <a:ea typeface="Lato"/>
              <a:cs typeface="Lato"/>
              <a:sym typeface="Lato"/>
            </a:endParaRPr>
          </a:p>
          <a:p>
            <a:pPr indent="-368300" lvl="0" marL="457200" rtl="0" algn="l">
              <a:lnSpc>
                <a:spcPct val="115000"/>
              </a:lnSpc>
              <a:spcBef>
                <a:spcPts val="0"/>
              </a:spcBef>
              <a:spcAft>
                <a:spcPts val="0"/>
              </a:spcAft>
              <a:buSzPts val="2200"/>
              <a:buChar char="➢"/>
            </a:pPr>
            <a:r>
              <a:rPr b="1" lang="fr-FR" sz="1200">
                <a:latin typeface="Space Grotesk"/>
                <a:ea typeface="Space Grotesk"/>
                <a:cs typeface="Space Grotesk"/>
                <a:sym typeface="Space Grotesk"/>
              </a:rPr>
              <a:t>  </a:t>
            </a:r>
            <a:r>
              <a:rPr lang="fr-FR" sz="1200">
                <a:latin typeface="Space Grotesk"/>
                <a:ea typeface="Space Grotesk"/>
                <a:cs typeface="Space Grotesk"/>
                <a:sym typeface="Space Grotesk"/>
              </a:rPr>
              <a:t>can</a:t>
            </a:r>
            <a:r>
              <a:rPr b="1" lang="fr-FR" sz="1200">
                <a:latin typeface="Space Grotesk"/>
                <a:ea typeface="Space Grotesk"/>
                <a:cs typeface="Space Grotesk"/>
                <a:sym typeface="Space Grotesk"/>
              </a:rPr>
              <a:t> </a:t>
            </a:r>
            <a:r>
              <a:rPr lang="fr-FR" sz="1200"/>
              <a:t>                            might                          </a:t>
            </a:r>
            <a:r>
              <a:rPr lang="fr-FR" sz="1200">
                <a:latin typeface="Space Grotesk"/>
                <a:ea typeface="Space Grotesk"/>
                <a:cs typeface="Space Grotesk"/>
                <a:sym typeface="Space Grotesk"/>
              </a:rPr>
              <a:t>must</a:t>
            </a:r>
            <a:endParaRPr>
              <a:latin typeface="Space Grotesk"/>
              <a:ea typeface="Space Grotesk"/>
              <a:cs typeface="Space Grotesk"/>
              <a:sym typeface="Space Grotesk"/>
            </a:endParaRPr>
          </a:p>
          <a:p>
            <a:pPr indent="-368300" lvl="0" marL="457200" rtl="0" algn="l">
              <a:lnSpc>
                <a:spcPct val="115000"/>
              </a:lnSpc>
              <a:spcBef>
                <a:spcPts val="0"/>
              </a:spcBef>
              <a:spcAft>
                <a:spcPts val="0"/>
              </a:spcAft>
              <a:buSzPts val="2200"/>
              <a:buNone/>
            </a:pPr>
            <a:r>
              <a:rPr b="1" lang="fr-FR" sz="1200"/>
              <a:t>2. 'I'm starving! What's for dinner, Mum?'</a:t>
            </a:r>
            <a:br>
              <a:rPr b="1" lang="fr-FR" sz="1200"/>
            </a:br>
            <a:r>
              <a:rPr b="1" lang="fr-FR" sz="1200"/>
              <a:t>'Fish.'</a:t>
            </a:r>
            <a:br>
              <a:rPr b="1" lang="fr-FR" sz="1200"/>
            </a:br>
            <a:r>
              <a:rPr b="1" lang="fr-FR" sz="1200"/>
              <a:t>'I hate fish! I'm not eating it.'</a:t>
            </a:r>
            <a:br>
              <a:rPr b="1" lang="fr-FR" sz="1200"/>
            </a:br>
            <a:r>
              <a:rPr b="1" lang="fr-FR" sz="1200"/>
              <a:t>'You ____________ be very hungry, then.'</a:t>
            </a:r>
            <a:endParaRPr/>
          </a:p>
          <a:p>
            <a:pPr indent="-368300" lvl="0" marL="457200" rtl="0" algn="l">
              <a:lnSpc>
                <a:spcPct val="115000"/>
              </a:lnSpc>
              <a:spcBef>
                <a:spcPts val="0"/>
              </a:spcBef>
              <a:spcAft>
                <a:spcPts val="0"/>
              </a:spcAft>
              <a:buSzPts val="2200"/>
              <a:buChar char="➢"/>
            </a:pPr>
            <a:r>
              <a:rPr lang="fr-FR" sz="1200"/>
              <a:t>   mustn't                                         couldn't</a:t>
            </a:r>
            <a:endParaRPr/>
          </a:p>
          <a:p>
            <a:pPr indent="-368300" lvl="0" marL="457200" rtl="0" algn="l">
              <a:lnSpc>
                <a:spcPct val="115000"/>
              </a:lnSpc>
              <a:spcBef>
                <a:spcPts val="0"/>
              </a:spcBef>
              <a:spcAft>
                <a:spcPts val="0"/>
              </a:spcAft>
              <a:buSzPts val="2200"/>
              <a:buNone/>
            </a:pPr>
            <a:r>
              <a:rPr b="1" lang="fr-FR" sz="1200"/>
              <a:t>3.  'Look. Simon's given me a present. What do you think it is?'</a:t>
            </a:r>
            <a:br>
              <a:rPr b="1" lang="fr-FR" sz="1200"/>
            </a:br>
            <a:r>
              <a:rPr b="1" lang="fr-FR" sz="1200"/>
              <a:t>'It ___________ be perfume, I suppose. It's about the right size.'</a:t>
            </a:r>
            <a:endParaRPr/>
          </a:p>
          <a:p>
            <a:pPr indent="-368300" lvl="0" marL="457200" rtl="0" algn="l">
              <a:lnSpc>
                <a:spcPct val="115000"/>
              </a:lnSpc>
              <a:spcBef>
                <a:spcPts val="0"/>
              </a:spcBef>
              <a:spcAft>
                <a:spcPts val="0"/>
              </a:spcAft>
              <a:buSzPts val="2200"/>
              <a:buChar char="➢"/>
            </a:pPr>
            <a:r>
              <a:rPr lang="fr-FR" sz="1200"/>
              <a:t>    must                                     can                         could</a:t>
            </a:r>
            <a:endParaRPr/>
          </a:p>
          <a:p>
            <a:pPr indent="-368300" lvl="0" marL="457200" rtl="0" algn="l">
              <a:lnSpc>
                <a:spcPct val="115000"/>
              </a:lnSpc>
              <a:spcBef>
                <a:spcPts val="0"/>
              </a:spcBef>
              <a:spcAft>
                <a:spcPts val="0"/>
              </a:spcAft>
              <a:buSzPts val="2200"/>
              <a:buNone/>
            </a:pPr>
            <a:r>
              <a:rPr lang="fr-FR" sz="1200"/>
              <a:t>4. </a:t>
            </a:r>
            <a:r>
              <a:rPr b="1" lang="fr-FR" sz="1200"/>
              <a:t>'What kind of bird is that?'</a:t>
            </a:r>
            <a:br>
              <a:rPr b="1" lang="fr-FR" sz="1200"/>
            </a:br>
            <a:r>
              <a:rPr b="1" lang="fr-FR" sz="1200"/>
              <a:t>'I'm not sure. It __________ be an eagle but I can't see it very well.'</a:t>
            </a:r>
            <a:endParaRPr/>
          </a:p>
          <a:p>
            <a:pPr indent="-368300" lvl="0" marL="457200" rtl="0" algn="l">
              <a:lnSpc>
                <a:spcPct val="115000"/>
              </a:lnSpc>
              <a:spcBef>
                <a:spcPts val="0"/>
              </a:spcBef>
              <a:spcAft>
                <a:spcPts val="0"/>
              </a:spcAft>
              <a:buSzPts val="2200"/>
              <a:buChar char="➢"/>
            </a:pPr>
            <a:r>
              <a:rPr lang="fr-FR" sz="1200"/>
              <a:t>      must                                                  might                                 can't</a:t>
            </a:r>
            <a:endParaRPr/>
          </a:p>
          <a:p>
            <a:pPr indent="-368300" lvl="0" marL="457200" rtl="0" algn="l">
              <a:lnSpc>
                <a:spcPct val="115000"/>
              </a:lnSpc>
              <a:spcBef>
                <a:spcPts val="0"/>
              </a:spcBef>
              <a:spcAft>
                <a:spcPts val="0"/>
              </a:spcAft>
              <a:buSzPts val="2200"/>
              <a:buNone/>
            </a:pPr>
            <a:r>
              <a:rPr b="1" lang="fr-FR" sz="1200"/>
              <a:t>5.'Whose bag is this?'</a:t>
            </a:r>
            <a:br>
              <a:rPr b="1" lang="fr-FR" sz="1200"/>
            </a:br>
            <a:r>
              <a:rPr b="1" lang="fr-FR" sz="1200"/>
              <a:t>'It __________ be Mike's. It's on his desk.'</a:t>
            </a:r>
            <a:endParaRPr/>
          </a:p>
          <a:p>
            <a:pPr indent="-368300" lvl="0" marL="457200" rtl="0" algn="l">
              <a:lnSpc>
                <a:spcPct val="115000"/>
              </a:lnSpc>
              <a:spcBef>
                <a:spcPts val="0"/>
              </a:spcBef>
              <a:spcAft>
                <a:spcPts val="0"/>
              </a:spcAft>
              <a:buSzPts val="2200"/>
              <a:buChar char="➢"/>
            </a:pPr>
            <a:r>
              <a:rPr lang="fr-FR" sz="1200"/>
              <a:t>   must</a:t>
            </a:r>
            <a:r>
              <a:rPr lang="fr-FR"/>
              <a:t>   </a:t>
            </a:r>
            <a:r>
              <a:rPr lang="fr-FR" sz="1200"/>
              <a:t>   might</a:t>
            </a:r>
            <a:r>
              <a:rPr lang="fr-FR"/>
              <a:t>       </a:t>
            </a:r>
            <a:r>
              <a:rPr lang="fr-FR" sz="1200"/>
              <a:t>may</a:t>
            </a:r>
            <a:endParaRPr/>
          </a:p>
          <a:p>
            <a:pPr indent="-368300" lvl="0" marL="457200" rtl="0" algn="l">
              <a:lnSpc>
                <a:spcPct val="115000"/>
              </a:lnSpc>
              <a:spcBef>
                <a:spcPts val="0"/>
              </a:spcBef>
              <a:spcAft>
                <a:spcPts val="0"/>
              </a:spcAft>
              <a:buSzPts val="2200"/>
              <a:buNone/>
            </a:pPr>
            <a:r>
              <a:t/>
            </a:r>
            <a:endParaRPr sz="1200"/>
          </a:p>
          <a:p>
            <a:pPr indent="-228600" lvl="0" marL="457200" rtl="0" algn="l">
              <a:lnSpc>
                <a:spcPct val="115000"/>
              </a:lnSpc>
              <a:spcBef>
                <a:spcPts val="0"/>
              </a:spcBef>
              <a:spcAft>
                <a:spcPts val="0"/>
              </a:spcAft>
              <a:buSzPts val="2200"/>
              <a:buNone/>
            </a:pPr>
            <a:r>
              <a:t/>
            </a:r>
            <a:endParaRPr sz="1200"/>
          </a:p>
          <a:p>
            <a:pPr indent="-368300" lvl="0" marL="457200" rtl="0" algn="l">
              <a:lnSpc>
                <a:spcPct val="115000"/>
              </a:lnSpc>
              <a:spcBef>
                <a:spcPts val="0"/>
              </a:spcBef>
              <a:spcAft>
                <a:spcPts val="0"/>
              </a:spcAft>
              <a:buSzPts val="2200"/>
              <a:buNone/>
            </a:pPr>
            <a:br>
              <a:rPr b="1" lang="fr-FR"/>
            </a:br>
            <a:endParaRPr/>
          </a:p>
        </p:txBody>
      </p:sp>
      <p:sp>
        <p:nvSpPr>
          <p:cNvPr id="1291" name="Google Shape;1291;p50"/>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1292" name="Google Shape;1292;p50"/>
          <p:cNvSpPr txBox="1"/>
          <p:nvPr/>
        </p:nvSpPr>
        <p:spPr>
          <a:xfrm>
            <a:off x="714348" y="285734"/>
            <a:ext cx="74295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fr-FR" sz="1200" u="none" cap="none" strike="noStrike">
                <a:solidFill>
                  <a:srgbClr val="000000"/>
                </a:solidFill>
                <a:latin typeface="Oswald"/>
                <a:ea typeface="Oswald"/>
                <a:cs typeface="Oswald"/>
                <a:sym typeface="Oswald"/>
              </a:rPr>
              <a:t>Let’s take a quiz!</a:t>
            </a:r>
            <a:br>
              <a:rPr b="1" i="0" lang="fr-FR" sz="1200" u="none" cap="none" strike="noStrike">
                <a:solidFill>
                  <a:srgbClr val="000000"/>
                </a:solidFill>
                <a:latin typeface="Oswald"/>
                <a:ea typeface="Oswald"/>
                <a:cs typeface="Oswald"/>
                <a:sym typeface="Oswald"/>
              </a:rPr>
            </a:br>
            <a:r>
              <a:rPr b="1" i="0" lang="fr-FR" sz="1200" u="none" cap="none" strike="noStrike">
                <a:solidFill>
                  <a:srgbClr val="000000"/>
                </a:solidFill>
                <a:latin typeface="Oswald"/>
                <a:ea typeface="Oswald"/>
                <a:cs typeface="Oswald"/>
                <a:sym typeface="Oswald"/>
              </a:rPr>
              <a:t> Choose the correct modals of deduction to complete the sentences.</a:t>
            </a:r>
            <a:br>
              <a:rPr b="1" i="0" lang="fr-FR" sz="1200" u="none" cap="none" strike="noStrike">
                <a:solidFill>
                  <a:srgbClr val="000000"/>
                </a:solidFill>
                <a:latin typeface="Oswald"/>
                <a:ea typeface="Oswald"/>
                <a:cs typeface="Oswald"/>
                <a:sym typeface="Oswald"/>
              </a:rPr>
            </a:br>
            <a:endParaRPr b="1" i="0" sz="1200" u="none" cap="none" strike="noStrike">
              <a:solidFill>
                <a:srgbClr val="000000"/>
              </a:solidFill>
              <a:latin typeface="Oswald"/>
              <a:ea typeface="Oswald"/>
              <a:cs typeface="Oswald"/>
              <a:sym typeface="Oswald"/>
            </a:endParaRPr>
          </a:p>
        </p:txBody>
      </p:sp>
      <p:sp>
        <p:nvSpPr>
          <p:cNvPr id="1293" name="Google Shape;1293;p50"/>
          <p:cNvSpPr/>
          <p:nvPr/>
        </p:nvSpPr>
        <p:spPr>
          <a:xfrm>
            <a:off x="1857361" y="1144281"/>
            <a:ext cx="714300" cy="2178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p:txBody>
      </p:sp>
      <p:sp>
        <p:nvSpPr>
          <p:cNvPr id="1294" name="Google Shape;1294;p50"/>
          <p:cNvSpPr/>
          <p:nvPr/>
        </p:nvSpPr>
        <p:spPr>
          <a:xfrm>
            <a:off x="2571661" y="2382743"/>
            <a:ext cx="1071600" cy="2859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95" name="Google Shape;1295;p50"/>
          <p:cNvSpPr/>
          <p:nvPr/>
        </p:nvSpPr>
        <p:spPr>
          <a:xfrm>
            <a:off x="3440552" y="3237943"/>
            <a:ext cx="928800" cy="2142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96" name="Google Shape;1296;p50"/>
          <p:cNvSpPr/>
          <p:nvPr/>
        </p:nvSpPr>
        <p:spPr>
          <a:xfrm>
            <a:off x="2785861" y="3976947"/>
            <a:ext cx="857400" cy="2859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97" name="Google Shape;1297;p50"/>
          <p:cNvSpPr/>
          <p:nvPr/>
        </p:nvSpPr>
        <p:spPr>
          <a:xfrm>
            <a:off x="452264" y="4787845"/>
            <a:ext cx="642900" cy="2859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2">
                                            <p:txEl>
                                              <p:pRg end="0" st="0"/>
                                            </p:txEl>
                                          </p:spTgt>
                                        </p:tgtEl>
                                        <p:attrNameLst>
                                          <p:attrName>style.visibility</p:attrName>
                                        </p:attrNameLst>
                                      </p:cBhvr>
                                      <p:to>
                                        <p:strVal val="visible"/>
                                      </p:to>
                                    </p:set>
                                    <p:animEffect filter="fade" transition="in">
                                      <p:cBhvr>
                                        <p:cTn dur="2000"/>
                                        <p:tgtEl>
                                          <p:spTgt spid="12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0" st="0"/>
                                            </p:txEl>
                                          </p:spTgt>
                                        </p:tgtEl>
                                        <p:attrNameLst>
                                          <p:attrName>style.visibility</p:attrName>
                                        </p:attrNameLst>
                                      </p:cBhvr>
                                      <p:to>
                                        <p:strVal val="visible"/>
                                      </p:to>
                                    </p:set>
                                    <p:animEffect filter="fade" transition="in">
                                      <p:cBhvr>
                                        <p:cTn dur="2000"/>
                                        <p:tgtEl>
                                          <p:spTgt spid="12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1" st="1"/>
                                            </p:txEl>
                                          </p:spTgt>
                                        </p:tgtEl>
                                        <p:attrNameLst>
                                          <p:attrName>style.visibility</p:attrName>
                                        </p:attrNameLst>
                                      </p:cBhvr>
                                      <p:to>
                                        <p:strVal val="visible"/>
                                      </p:to>
                                    </p:set>
                                    <p:animEffect filter="fade" transition="in">
                                      <p:cBhvr>
                                        <p:cTn dur="2000"/>
                                        <p:tgtEl>
                                          <p:spTgt spid="12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2" st="2"/>
                                            </p:txEl>
                                          </p:spTgt>
                                        </p:tgtEl>
                                        <p:attrNameLst>
                                          <p:attrName>style.visibility</p:attrName>
                                        </p:attrNameLst>
                                      </p:cBhvr>
                                      <p:to>
                                        <p:strVal val="visible"/>
                                      </p:to>
                                    </p:set>
                                    <p:animEffect filter="fade" transition="in">
                                      <p:cBhvr>
                                        <p:cTn dur="2000"/>
                                        <p:tgtEl>
                                          <p:spTgt spid="12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3" st="3"/>
                                            </p:txEl>
                                          </p:spTgt>
                                        </p:tgtEl>
                                        <p:attrNameLst>
                                          <p:attrName>style.visibility</p:attrName>
                                        </p:attrNameLst>
                                      </p:cBhvr>
                                      <p:to>
                                        <p:strVal val="visible"/>
                                      </p:to>
                                    </p:set>
                                    <p:animEffect filter="fade" transition="in">
                                      <p:cBhvr>
                                        <p:cTn dur="2000"/>
                                        <p:tgtEl>
                                          <p:spTgt spid="12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4" st="4"/>
                                            </p:txEl>
                                          </p:spTgt>
                                        </p:tgtEl>
                                        <p:attrNameLst>
                                          <p:attrName>style.visibility</p:attrName>
                                        </p:attrNameLst>
                                      </p:cBhvr>
                                      <p:to>
                                        <p:strVal val="visible"/>
                                      </p:to>
                                    </p:set>
                                    <p:animEffect filter="fade" transition="in">
                                      <p:cBhvr>
                                        <p:cTn dur="2000"/>
                                        <p:tgtEl>
                                          <p:spTgt spid="12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5" st="5"/>
                                            </p:txEl>
                                          </p:spTgt>
                                        </p:tgtEl>
                                        <p:attrNameLst>
                                          <p:attrName>style.visibility</p:attrName>
                                        </p:attrNameLst>
                                      </p:cBhvr>
                                      <p:to>
                                        <p:strVal val="visible"/>
                                      </p:to>
                                    </p:set>
                                    <p:animEffect filter="fade" transition="in">
                                      <p:cBhvr>
                                        <p:cTn dur="2000"/>
                                        <p:tgtEl>
                                          <p:spTgt spid="12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6" st="6"/>
                                            </p:txEl>
                                          </p:spTgt>
                                        </p:tgtEl>
                                        <p:attrNameLst>
                                          <p:attrName>style.visibility</p:attrName>
                                        </p:attrNameLst>
                                      </p:cBhvr>
                                      <p:to>
                                        <p:strVal val="visible"/>
                                      </p:to>
                                    </p:set>
                                    <p:animEffect filter="fade" transition="in">
                                      <p:cBhvr>
                                        <p:cTn dur="2000"/>
                                        <p:tgtEl>
                                          <p:spTgt spid="129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7" st="7"/>
                                            </p:txEl>
                                          </p:spTgt>
                                        </p:tgtEl>
                                        <p:attrNameLst>
                                          <p:attrName>style.visibility</p:attrName>
                                        </p:attrNameLst>
                                      </p:cBhvr>
                                      <p:to>
                                        <p:strVal val="visible"/>
                                      </p:to>
                                    </p:set>
                                    <p:animEffect filter="fade" transition="in">
                                      <p:cBhvr>
                                        <p:cTn dur="2000"/>
                                        <p:tgtEl>
                                          <p:spTgt spid="129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8" st="8"/>
                                            </p:txEl>
                                          </p:spTgt>
                                        </p:tgtEl>
                                        <p:attrNameLst>
                                          <p:attrName>style.visibility</p:attrName>
                                        </p:attrNameLst>
                                      </p:cBhvr>
                                      <p:to>
                                        <p:strVal val="visible"/>
                                      </p:to>
                                    </p:set>
                                    <p:animEffect filter="fade" transition="in">
                                      <p:cBhvr>
                                        <p:cTn dur="2000"/>
                                        <p:tgtEl>
                                          <p:spTgt spid="129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9" st="9"/>
                                            </p:txEl>
                                          </p:spTgt>
                                        </p:tgtEl>
                                        <p:attrNameLst>
                                          <p:attrName>style.visibility</p:attrName>
                                        </p:attrNameLst>
                                      </p:cBhvr>
                                      <p:to>
                                        <p:strVal val="visible"/>
                                      </p:to>
                                    </p:set>
                                    <p:animEffect filter="fade" transition="in">
                                      <p:cBhvr>
                                        <p:cTn dur="2000"/>
                                        <p:tgtEl>
                                          <p:spTgt spid="129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10" st="10"/>
                                            </p:txEl>
                                          </p:spTgt>
                                        </p:tgtEl>
                                        <p:attrNameLst>
                                          <p:attrName>style.visibility</p:attrName>
                                        </p:attrNameLst>
                                      </p:cBhvr>
                                      <p:to>
                                        <p:strVal val="visible"/>
                                      </p:to>
                                    </p:set>
                                    <p:animEffect filter="fade" transition="in">
                                      <p:cBhvr>
                                        <p:cTn dur="2000"/>
                                        <p:tgtEl>
                                          <p:spTgt spid="129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11" st="11"/>
                                            </p:txEl>
                                          </p:spTgt>
                                        </p:tgtEl>
                                        <p:attrNameLst>
                                          <p:attrName>style.visibility</p:attrName>
                                        </p:attrNameLst>
                                      </p:cBhvr>
                                      <p:to>
                                        <p:strVal val="visible"/>
                                      </p:to>
                                    </p:set>
                                    <p:animEffect filter="fade" transition="in">
                                      <p:cBhvr>
                                        <p:cTn dur="2000"/>
                                        <p:tgtEl>
                                          <p:spTgt spid="129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xEl>
                                              <p:pRg end="12" st="12"/>
                                            </p:txEl>
                                          </p:spTgt>
                                        </p:tgtEl>
                                        <p:attrNameLst>
                                          <p:attrName>style.visibility</p:attrName>
                                        </p:attrNameLst>
                                      </p:cBhvr>
                                      <p:to>
                                        <p:strVal val="visible"/>
                                      </p:to>
                                    </p:set>
                                    <p:animEffect filter="fade" transition="in">
                                      <p:cBhvr>
                                        <p:cTn dur="2000"/>
                                        <p:tgtEl>
                                          <p:spTgt spid="1290">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gtEl>
                                        <p:attrNameLst>
                                          <p:attrName>style.visibility</p:attrName>
                                        </p:attrNameLst>
                                      </p:cBhvr>
                                      <p:to>
                                        <p:strVal val="visible"/>
                                      </p:to>
                                    </p:set>
                                    <p:animEffect filter="fade" transition="in">
                                      <p:cBhvr>
                                        <p:cTn dur="2000"/>
                                        <p:tgtEl>
                                          <p:spTgt spid="1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4"/>
                                        </p:tgtEl>
                                        <p:attrNameLst>
                                          <p:attrName>style.visibility</p:attrName>
                                        </p:attrNameLst>
                                      </p:cBhvr>
                                      <p:to>
                                        <p:strVal val="visible"/>
                                      </p:to>
                                    </p:set>
                                    <p:animEffect filter="fade" transition="in">
                                      <p:cBhvr>
                                        <p:cTn dur="2000"/>
                                        <p:tgtEl>
                                          <p:spTgt spid="1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5"/>
                                        </p:tgtEl>
                                        <p:attrNameLst>
                                          <p:attrName>style.visibility</p:attrName>
                                        </p:attrNameLst>
                                      </p:cBhvr>
                                      <p:to>
                                        <p:strVal val="visible"/>
                                      </p:to>
                                    </p:set>
                                    <p:animEffect filter="fade" transition="in">
                                      <p:cBhvr>
                                        <p:cTn dur="2000"/>
                                        <p:tgtEl>
                                          <p:spTgt spid="1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6"/>
                                        </p:tgtEl>
                                        <p:attrNameLst>
                                          <p:attrName>style.visibility</p:attrName>
                                        </p:attrNameLst>
                                      </p:cBhvr>
                                      <p:to>
                                        <p:strVal val="visible"/>
                                      </p:to>
                                    </p:set>
                                    <p:animEffect filter="fade" transition="in">
                                      <p:cBhvr>
                                        <p:cTn dur="2000"/>
                                        <p:tgtEl>
                                          <p:spTgt spid="1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2000"/>
                                        <p:tgtEl>
                                          <p:spTgt spid="1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51"/>
          <p:cNvSpPr txBox="1"/>
          <p:nvPr>
            <p:ph idx="1" type="body"/>
          </p:nvPr>
        </p:nvSpPr>
        <p:spPr>
          <a:xfrm>
            <a:off x="145996" y="714615"/>
            <a:ext cx="8497969" cy="3673310"/>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SzPts val="2200"/>
              <a:buNone/>
            </a:pPr>
            <a:r>
              <a:rPr b="1" lang="fr-FR" sz="1200"/>
              <a:t>6.'I'm worried about Grandma. I tried to call her but she's not answering her phone.'</a:t>
            </a:r>
            <a:br>
              <a:rPr b="1" lang="fr-FR" sz="1200"/>
            </a:br>
            <a:r>
              <a:rPr b="1" lang="fr-FR" sz="1200"/>
              <a:t>'She _____________ be out. Or she might be asleep - she sometimes has a nap in the afternoon.'</a:t>
            </a:r>
            <a:endParaRPr/>
          </a:p>
          <a:p>
            <a:pPr indent="-368300" lvl="0" marL="457200" rtl="0" algn="l">
              <a:lnSpc>
                <a:spcPct val="115000"/>
              </a:lnSpc>
              <a:spcBef>
                <a:spcPts val="0"/>
              </a:spcBef>
              <a:spcAft>
                <a:spcPts val="0"/>
              </a:spcAft>
              <a:buSzPts val="2200"/>
              <a:buChar char="➢"/>
            </a:pPr>
            <a:r>
              <a:rPr b="1" lang="fr-FR" sz="1200"/>
              <a:t> </a:t>
            </a:r>
            <a:r>
              <a:rPr lang="fr-FR" sz="1200"/>
              <a:t> may</a:t>
            </a:r>
            <a:endParaRPr/>
          </a:p>
          <a:p>
            <a:pPr indent="-368300" lvl="0" marL="457200" rtl="0" algn="l">
              <a:lnSpc>
                <a:spcPct val="115000"/>
              </a:lnSpc>
              <a:spcBef>
                <a:spcPts val="0"/>
              </a:spcBef>
              <a:spcAft>
                <a:spcPts val="0"/>
              </a:spcAft>
              <a:buSzPts val="2200"/>
              <a:buChar char="➢"/>
            </a:pPr>
            <a:r>
              <a:rPr lang="fr-FR" sz="1200"/>
              <a:t> can</a:t>
            </a:r>
            <a:endParaRPr/>
          </a:p>
          <a:p>
            <a:pPr indent="-368300" lvl="0" marL="457200" rtl="0" algn="l">
              <a:lnSpc>
                <a:spcPct val="115000"/>
              </a:lnSpc>
              <a:spcBef>
                <a:spcPts val="0"/>
              </a:spcBef>
              <a:spcAft>
                <a:spcPts val="0"/>
              </a:spcAft>
              <a:buSzPts val="2200"/>
              <a:buChar char="➢"/>
            </a:pPr>
            <a:r>
              <a:rPr lang="fr-FR" sz="1200"/>
              <a:t> must</a:t>
            </a:r>
            <a:endParaRPr/>
          </a:p>
          <a:p>
            <a:pPr indent="-368300" lvl="0" marL="457200" rtl="0" algn="l">
              <a:lnSpc>
                <a:spcPct val="115000"/>
              </a:lnSpc>
              <a:spcBef>
                <a:spcPts val="0"/>
              </a:spcBef>
              <a:spcAft>
                <a:spcPts val="0"/>
              </a:spcAft>
              <a:buSzPts val="2200"/>
              <a:buNone/>
            </a:pPr>
            <a:r>
              <a:rPr b="1" lang="fr-FR" sz="1200"/>
              <a:t>7. 'There's someone at the door.'</a:t>
            </a:r>
            <a:br>
              <a:rPr b="1" lang="fr-FR" sz="1200"/>
            </a:br>
            <a:r>
              <a:rPr b="1" lang="fr-FR" sz="1200"/>
              <a:t>'It ____________ be John. He just called to say he was coming.'</a:t>
            </a:r>
            <a:endParaRPr/>
          </a:p>
          <a:p>
            <a:pPr indent="-368300" lvl="0" marL="457200" rtl="0" algn="l">
              <a:lnSpc>
                <a:spcPct val="115000"/>
              </a:lnSpc>
              <a:spcBef>
                <a:spcPts val="0"/>
              </a:spcBef>
              <a:spcAft>
                <a:spcPts val="0"/>
              </a:spcAft>
              <a:buSzPts val="2200"/>
              <a:buChar char="➢"/>
            </a:pPr>
            <a:r>
              <a:rPr b="1" lang="fr-FR" sz="1200"/>
              <a:t> </a:t>
            </a:r>
            <a:r>
              <a:rPr lang="fr-FR" sz="1200"/>
              <a:t>could</a:t>
            </a:r>
            <a:endParaRPr/>
          </a:p>
          <a:p>
            <a:pPr indent="-368300" lvl="0" marL="457200" rtl="0" algn="l">
              <a:lnSpc>
                <a:spcPct val="115000"/>
              </a:lnSpc>
              <a:spcBef>
                <a:spcPts val="0"/>
              </a:spcBef>
              <a:spcAft>
                <a:spcPts val="0"/>
              </a:spcAft>
              <a:buSzPts val="2200"/>
              <a:buChar char="➢"/>
            </a:pPr>
            <a:r>
              <a:rPr lang="fr-FR" sz="1200"/>
              <a:t> may not</a:t>
            </a:r>
            <a:endParaRPr/>
          </a:p>
          <a:p>
            <a:pPr indent="-368300" lvl="0" marL="457200" rtl="0" algn="l">
              <a:lnSpc>
                <a:spcPct val="115000"/>
              </a:lnSpc>
              <a:spcBef>
                <a:spcPts val="0"/>
              </a:spcBef>
              <a:spcAft>
                <a:spcPts val="0"/>
              </a:spcAft>
              <a:buSzPts val="2200"/>
              <a:buChar char="➢"/>
            </a:pPr>
            <a:r>
              <a:rPr lang="fr-FR" sz="1200"/>
              <a:t>   must</a:t>
            </a:r>
            <a:endParaRPr/>
          </a:p>
          <a:p>
            <a:pPr indent="-368300" lvl="0" marL="457200" rtl="0" algn="l">
              <a:lnSpc>
                <a:spcPct val="115000"/>
              </a:lnSpc>
              <a:spcBef>
                <a:spcPts val="0"/>
              </a:spcBef>
              <a:spcAft>
                <a:spcPts val="0"/>
              </a:spcAft>
              <a:buSzPts val="2200"/>
              <a:buNone/>
            </a:pPr>
            <a:r>
              <a:rPr b="1" lang="fr-FR" sz="1200"/>
              <a:t>8. That man ______________ be Tim's father - he looks just like him.</a:t>
            </a:r>
            <a:endParaRPr/>
          </a:p>
          <a:p>
            <a:pPr indent="-368300" lvl="0" marL="457200" rtl="0" algn="l">
              <a:lnSpc>
                <a:spcPct val="115000"/>
              </a:lnSpc>
              <a:spcBef>
                <a:spcPts val="0"/>
              </a:spcBef>
              <a:spcAft>
                <a:spcPts val="0"/>
              </a:spcAft>
              <a:buSzPts val="2200"/>
              <a:buChar char="➢"/>
            </a:pPr>
            <a:r>
              <a:rPr lang="fr-FR" sz="1200"/>
              <a:t>  couldn't</a:t>
            </a:r>
            <a:endParaRPr/>
          </a:p>
          <a:p>
            <a:pPr indent="-368300" lvl="0" marL="457200" rtl="0" algn="l">
              <a:lnSpc>
                <a:spcPct val="115000"/>
              </a:lnSpc>
              <a:spcBef>
                <a:spcPts val="0"/>
              </a:spcBef>
              <a:spcAft>
                <a:spcPts val="0"/>
              </a:spcAft>
              <a:buSzPts val="2200"/>
              <a:buChar char="➢"/>
            </a:pPr>
            <a:r>
              <a:rPr lang="fr-FR" sz="1200"/>
              <a:t>  mustn't</a:t>
            </a:r>
            <a:endParaRPr/>
          </a:p>
          <a:p>
            <a:pPr indent="-368300" lvl="0" marL="457200" rtl="0" algn="l">
              <a:lnSpc>
                <a:spcPct val="115000"/>
              </a:lnSpc>
              <a:spcBef>
                <a:spcPts val="0"/>
              </a:spcBef>
              <a:spcAft>
                <a:spcPts val="0"/>
              </a:spcAft>
              <a:buSzPts val="2200"/>
              <a:buChar char="➢"/>
            </a:pPr>
            <a:r>
              <a:rPr lang="fr-FR" sz="1200"/>
              <a:t> must</a:t>
            </a:r>
            <a:endParaRPr/>
          </a:p>
          <a:p>
            <a:pPr indent="-228600" lvl="0" marL="457200" rtl="0" algn="l">
              <a:lnSpc>
                <a:spcPct val="115000"/>
              </a:lnSpc>
              <a:spcBef>
                <a:spcPts val="0"/>
              </a:spcBef>
              <a:spcAft>
                <a:spcPts val="0"/>
              </a:spcAft>
              <a:buSzPts val="2200"/>
              <a:buNone/>
            </a:pPr>
            <a:r>
              <a:t/>
            </a:r>
            <a:endParaRPr b="1" sz="1200"/>
          </a:p>
          <a:p>
            <a:pPr indent="-368300" lvl="0" marL="457200" rtl="0" algn="l">
              <a:lnSpc>
                <a:spcPct val="115000"/>
              </a:lnSpc>
              <a:spcBef>
                <a:spcPts val="0"/>
              </a:spcBef>
              <a:spcAft>
                <a:spcPts val="0"/>
              </a:spcAft>
              <a:buSzPts val="2200"/>
              <a:buNone/>
            </a:pPr>
            <a:r>
              <a:t/>
            </a:r>
            <a:endParaRPr/>
          </a:p>
        </p:txBody>
      </p:sp>
      <p:sp>
        <p:nvSpPr>
          <p:cNvPr id="1303" name="Google Shape;1303;p51"/>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
        <p:nvSpPr>
          <p:cNvPr id="1304" name="Google Shape;1304;p51"/>
          <p:cNvSpPr/>
          <p:nvPr/>
        </p:nvSpPr>
        <p:spPr>
          <a:xfrm>
            <a:off x="500025" y="1194936"/>
            <a:ext cx="785700" cy="2859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05" name="Google Shape;1305;p51"/>
          <p:cNvSpPr/>
          <p:nvPr/>
        </p:nvSpPr>
        <p:spPr>
          <a:xfrm>
            <a:off x="500025" y="2762780"/>
            <a:ext cx="785700" cy="2859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06" name="Google Shape;1306;p51"/>
          <p:cNvSpPr/>
          <p:nvPr/>
        </p:nvSpPr>
        <p:spPr>
          <a:xfrm>
            <a:off x="500025" y="4184950"/>
            <a:ext cx="885900" cy="285900"/>
          </a:xfrm>
          <a:prstGeom prst="ellipse">
            <a:avLst/>
          </a:prstGeom>
          <a:noFill/>
          <a:ln cap="flat" cmpd="sng" w="25400">
            <a:solidFill>
              <a:srgbClr val="4262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0" st="0"/>
                                            </p:txEl>
                                          </p:spTgt>
                                        </p:tgtEl>
                                        <p:attrNameLst>
                                          <p:attrName>style.visibility</p:attrName>
                                        </p:attrNameLst>
                                      </p:cBhvr>
                                      <p:to>
                                        <p:strVal val="visible"/>
                                      </p:to>
                                    </p:set>
                                    <p:animEffect filter="fade" transition="in">
                                      <p:cBhvr>
                                        <p:cTn dur="2000"/>
                                        <p:tgtEl>
                                          <p:spTgt spid="13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1" st="1"/>
                                            </p:txEl>
                                          </p:spTgt>
                                        </p:tgtEl>
                                        <p:attrNameLst>
                                          <p:attrName>style.visibility</p:attrName>
                                        </p:attrNameLst>
                                      </p:cBhvr>
                                      <p:to>
                                        <p:strVal val="visible"/>
                                      </p:to>
                                    </p:set>
                                    <p:animEffect filter="fade" transition="in">
                                      <p:cBhvr>
                                        <p:cTn dur="2000"/>
                                        <p:tgtEl>
                                          <p:spTgt spid="13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2" st="2"/>
                                            </p:txEl>
                                          </p:spTgt>
                                        </p:tgtEl>
                                        <p:attrNameLst>
                                          <p:attrName>style.visibility</p:attrName>
                                        </p:attrNameLst>
                                      </p:cBhvr>
                                      <p:to>
                                        <p:strVal val="visible"/>
                                      </p:to>
                                    </p:set>
                                    <p:animEffect filter="fade" transition="in">
                                      <p:cBhvr>
                                        <p:cTn dur="2000"/>
                                        <p:tgtEl>
                                          <p:spTgt spid="13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3" st="3"/>
                                            </p:txEl>
                                          </p:spTgt>
                                        </p:tgtEl>
                                        <p:attrNameLst>
                                          <p:attrName>style.visibility</p:attrName>
                                        </p:attrNameLst>
                                      </p:cBhvr>
                                      <p:to>
                                        <p:strVal val="visible"/>
                                      </p:to>
                                    </p:set>
                                    <p:animEffect filter="fade" transition="in">
                                      <p:cBhvr>
                                        <p:cTn dur="2000"/>
                                        <p:tgtEl>
                                          <p:spTgt spid="13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4" st="4"/>
                                            </p:txEl>
                                          </p:spTgt>
                                        </p:tgtEl>
                                        <p:attrNameLst>
                                          <p:attrName>style.visibility</p:attrName>
                                        </p:attrNameLst>
                                      </p:cBhvr>
                                      <p:to>
                                        <p:strVal val="visible"/>
                                      </p:to>
                                    </p:set>
                                    <p:animEffect filter="fade" transition="in">
                                      <p:cBhvr>
                                        <p:cTn dur="2000"/>
                                        <p:tgtEl>
                                          <p:spTgt spid="13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5" st="5"/>
                                            </p:txEl>
                                          </p:spTgt>
                                        </p:tgtEl>
                                        <p:attrNameLst>
                                          <p:attrName>style.visibility</p:attrName>
                                        </p:attrNameLst>
                                      </p:cBhvr>
                                      <p:to>
                                        <p:strVal val="visible"/>
                                      </p:to>
                                    </p:set>
                                    <p:animEffect filter="fade" transition="in">
                                      <p:cBhvr>
                                        <p:cTn dur="2000"/>
                                        <p:tgtEl>
                                          <p:spTgt spid="13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6" st="6"/>
                                            </p:txEl>
                                          </p:spTgt>
                                        </p:tgtEl>
                                        <p:attrNameLst>
                                          <p:attrName>style.visibility</p:attrName>
                                        </p:attrNameLst>
                                      </p:cBhvr>
                                      <p:to>
                                        <p:strVal val="visible"/>
                                      </p:to>
                                    </p:set>
                                    <p:animEffect filter="fade" transition="in">
                                      <p:cBhvr>
                                        <p:cTn dur="2000"/>
                                        <p:tgtEl>
                                          <p:spTgt spid="130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7" st="7"/>
                                            </p:txEl>
                                          </p:spTgt>
                                        </p:tgtEl>
                                        <p:attrNameLst>
                                          <p:attrName>style.visibility</p:attrName>
                                        </p:attrNameLst>
                                      </p:cBhvr>
                                      <p:to>
                                        <p:strVal val="visible"/>
                                      </p:to>
                                    </p:set>
                                    <p:animEffect filter="fade" transition="in">
                                      <p:cBhvr>
                                        <p:cTn dur="2000"/>
                                        <p:tgtEl>
                                          <p:spTgt spid="130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8" st="8"/>
                                            </p:txEl>
                                          </p:spTgt>
                                        </p:tgtEl>
                                        <p:attrNameLst>
                                          <p:attrName>style.visibility</p:attrName>
                                        </p:attrNameLst>
                                      </p:cBhvr>
                                      <p:to>
                                        <p:strVal val="visible"/>
                                      </p:to>
                                    </p:set>
                                    <p:animEffect filter="fade" transition="in">
                                      <p:cBhvr>
                                        <p:cTn dur="2000"/>
                                        <p:tgtEl>
                                          <p:spTgt spid="130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9" st="9"/>
                                            </p:txEl>
                                          </p:spTgt>
                                        </p:tgtEl>
                                        <p:attrNameLst>
                                          <p:attrName>style.visibility</p:attrName>
                                        </p:attrNameLst>
                                      </p:cBhvr>
                                      <p:to>
                                        <p:strVal val="visible"/>
                                      </p:to>
                                    </p:set>
                                    <p:animEffect filter="fade" transition="in">
                                      <p:cBhvr>
                                        <p:cTn dur="2000"/>
                                        <p:tgtEl>
                                          <p:spTgt spid="130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10" st="10"/>
                                            </p:txEl>
                                          </p:spTgt>
                                        </p:tgtEl>
                                        <p:attrNameLst>
                                          <p:attrName>style.visibility</p:attrName>
                                        </p:attrNameLst>
                                      </p:cBhvr>
                                      <p:to>
                                        <p:strVal val="visible"/>
                                      </p:to>
                                    </p:set>
                                    <p:animEffect filter="fade" transition="in">
                                      <p:cBhvr>
                                        <p:cTn dur="2000"/>
                                        <p:tgtEl>
                                          <p:spTgt spid="130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11" st="11"/>
                                            </p:txEl>
                                          </p:spTgt>
                                        </p:tgtEl>
                                        <p:attrNameLst>
                                          <p:attrName>style.visibility</p:attrName>
                                        </p:attrNameLst>
                                      </p:cBhvr>
                                      <p:to>
                                        <p:strVal val="visible"/>
                                      </p:to>
                                    </p:set>
                                    <p:animEffect filter="fade" transition="in">
                                      <p:cBhvr>
                                        <p:cTn dur="2000"/>
                                        <p:tgtEl>
                                          <p:spTgt spid="130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12" st="12"/>
                                            </p:txEl>
                                          </p:spTgt>
                                        </p:tgtEl>
                                        <p:attrNameLst>
                                          <p:attrName>style.visibility</p:attrName>
                                        </p:attrNameLst>
                                      </p:cBhvr>
                                      <p:to>
                                        <p:strVal val="visible"/>
                                      </p:to>
                                    </p:set>
                                    <p:animEffect filter="fade" transition="in">
                                      <p:cBhvr>
                                        <p:cTn dur="2000"/>
                                        <p:tgtEl>
                                          <p:spTgt spid="130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2">
                                            <p:txEl>
                                              <p:pRg end="13" st="13"/>
                                            </p:txEl>
                                          </p:spTgt>
                                        </p:tgtEl>
                                        <p:attrNameLst>
                                          <p:attrName>style.visibility</p:attrName>
                                        </p:attrNameLst>
                                      </p:cBhvr>
                                      <p:to>
                                        <p:strVal val="visible"/>
                                      </p:to>
                                    </p:set>
                                    <p:animEffect filter="fade" transition="in">
                                      <p:cBhvr>
                                        <p:cTn dur="2000"/>
                                        <p:tgtEl>
                                          <p:spTgt spid="1302">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4"/>
                                        </p:tgtEl>
                                        <p:attrNameLst>
                                          <p:attrName>style.visibility</p:attrName>
                                        </p:attrNameLst>
                                      </p:cBhvr>
                                      <p:to>
                                        <p:strVal val="visible"/>
                                      </p:to>
                                    </p:set>
                                    <p:animEffect filter="fade" transition="in">
                                      <p:cBhvr>
                                        <p:cTn dur="2000"/>
                                        <p:tgtEl>
                                          <p:spTgt spid="1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5"/>
                                        </p:tgtEl>
                                        <p:attrNameLst>
                                          <p:attrName>style.visibility</p:attrName>
                                        </p:attrNameLst>
                                      </p:cBhvr>
                                      <p:to>
                                        <p:strVal val="visible"/>
                                      </p:to>
                                    </p:set>
                                    <p:animEffect filter="fade" transition="in">
                                      <p:cBhvr>
                                        <p:cTn dur="2000"/>
                                        <p:tgtEl>
                                          <p:spTgt spid="1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6"/>
                                        </p:tgtEl>
                                        <p:attrNameLst>
                                          <p:attrName>style.visibility</p:attrName>
                                        </p:attrNameLst>
                                      </p:cBhvr>
                                      <p:to>
                                        <p:strVal val="visible"/>
                                      </p:to>
                                    </p:set>
                                    <p:animEffect filter="fade" transition="in">
                                      <p:cBhvr>
                                        <p:cTn dur="2000"/>
                                        <p:tgtEl>
                                          <p:spTgt spid="1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pic>
        <p:nvPicPr>
          <p:cNvPr id="1311" name="Google Shape;1311;p52"/>
          <p:cNvPicPr preferRelativeResize="0"/>
          <p:nvPr/>
        </p:nvPicPr>
        <p:blipFill rotWithShape="1">
          <a:blip r:embed="rId3">
            <a:alphaModFix/>
          </a:blip>
          <a:srcRect b="58194" l="0" r="0" t="13159"/>
          <a:stretch/>
        </p:blipFill>
        <p:spPr>
          <a:xfrm>
            <a:off x="2445846" y="2037704"/>
            <a:ext cx="6600848" cy="3105802"/>
          </a:xfrm>
          <a:custGeom>
            <a:rect b="b" l="l" r="r" t="t"/>
            <a:pathLst>
              <a:path extrusionOk="0" h="21433" w="20752">
                <a:moveTo>
                  <a:pt x="10606" y="9"/>
                </a:moveTo>
                <a:cubicBezTo>
                  <a:pt x="9647" y="90"/>
                  <a:pt x="8682" y="680"/>
                  <a:pt x="7798" y="1831"/>
                </a:cubicBezTo>
                <a:cubicBezTo>
                  <a:pt x="6605" y="3386"/>
                  <a:pt x="5698" y="5808"/>
                  <a:pt x="5232" y="8676"/>
                </a:cubicBezTo>
                <a:cubicBezTo>
                  <a:pt x="3308" y="6911"/>
                  <a:pt x="1096" y="8902"/>
                  <a:pt x="292" y="13126"/>
                </a:cubicBezTo>
                <a:cubicBezTo>
                  <a:pt x="-235" y="15893"/>
                  <a:pt x="-40" y="19071"/>
                  <a:pt x="802" y="21433"/>
                </a:cubicBezTo>
                <a:lnTo>
                  <a:pt x="20017" y="21433"/>
                </a:lnTo>
                <a:cubicBezTo>
                  <a:pt x="21365" y="16959"/>
                  <a:pt x="20806" y="10934"/>
                  <a:pt x="18768" y="7975"/>
                </a:cubicBezTo>
                <a:cubicBezTo>
                  <a:pt x="18044" y="6924"/>
                  <a:pt x="17196" y="6363"/>
                  <a:pt x="16328" y="6363"/>
                </a:cubicBezTo>
                <a:cubicBezTo>
                  <a:pt x="16202" y="6363"/>
                  <a:pt x="16078" y="6377"/>
                  <a:pt x="15954" y="6399"/>
                </a:cubicBezTo>
                <a:cubicBezTo>
                  <a:pt x="14801" y="2134"/>
                  <a:pt x="12715" y="-167"/>
                  <a:pt x="10606" y="9"/>
                </a:cubicBezTo>
                <a:close/>
              </a:path>
            </a:pathLst>
          </a:custGeom>
          <a:noFill/>
          <a:ln>
            <a:noFill/>
          </a:ln>
        </p:spPr>
      </p:pic>
      <p:sp>
        <p:nvSpPr>
          <p:cNvPr id="1312" name="Google Shape;1312;p52"/>
          <p:cNvSpPr txBox="1"/>
          <p:nvPr>
            <p:ph idx="4294967295" type="ctrTitle"/>
          </p:nvPr>
        </p:nvSpPr>
        <p:spPr>
          <a:xfrm>
            <a:off x="855300" y="516550"/>
            <a:ext cx="3828900" cy="1159800"/>
          </a:xfrm>
          <a:prstGeom prst="rect">
            <a:avLst/>
          </a:prstGeom>
          <a:noFill/>
          <a:ln>
            <a:noFill/>
          </a:ln>
        </p:spPr>
        <p:txBody>
          <a:bodyPr anchorCtr="0" anchor="b" bIns="0" lIns="0" spcFirstLastPara="1" rIns="0" wrap="square" tIns="0">
            <a:noAutofit/>
          </a:bodyPr>
          <a:lstStyle/>
          <a:p>
            <a:pPr indent="0" lvl="0" marL="0" marR="0" rtl="0" algn="l">
              <a:lnSpc>
                <a:spcPct val="90000"/>
              </a:lnSpc>
              <a:spcBef>
                <a:spcPts val="0"/>
              </a:spcBef>
              <a:spcAft>
                <a:spcPts val="0"/>
              </a:spcAft>
              <a:buClr>
                <a:schemeClr val="dk1"/>
              </a:buClr>
              <a:buSzPts val="3200"/>
              <a:buFont typeface="Space Grotesk Light"/>
              <a:buNone/>
            </a:pPr>
            <a:r>
              <a:rPr b="0" i="0" lang="fr-FR" sz="7200" u="none" cap="none" strike="noStrike">
                <a:solidFill>
                  <a:schemeClr val="lt1"/>
                </a:solidFill>
                <a:latin typeface="Space Grotesk Light"/>
                <a:ea typeface="Space Grotesk Light"/>
                <a:cs typeface="Space Grotesk Light"/>
                <a:sym typeface="Space Grotesk Light"/>
              </a:rPr>
              <a:t>Thanks!</a:t>
            </a:r>
            <a:endParaRPr b="0" i="0" sz="7200" u="none" cap="none" strike="noStrike">
              <a:solidFill>
                <a:schemeClr val="lt1"/>
              </a:solidFill>
              <a:latin typeface="Space Grotesk Light"/>
              <a:ea typeface="Space Grotesk Light"/>
              <a:cs typeface="Space Grotesk Light"/>
              <a:sym typeface="Space Grotesk Light"/>
            </a:endParaRPr>
          </a:p>
        </p:txBody>
      </p:sp>
      <p:sp>
        <p:nvSpPr>
          <p:cNvPr id="1313" name="Google Shape;1313;p52"/>
          <p:cNvSpPr txBox="1"/>
          <p:nvPr>
            <p:ph idx="4294967295" type="subTitle"/>
          </p:nvPr>
        </p:nvSpPr>
        <p:spPr>
          <a:xfrm>
            <a:off x="855300" y="1716175"/>
            <a:ext cx="5341200" cy="1038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accent1"/>
              </a:buClr>
              <a:buSzPts val="2200"/>
              <a:buFont typeface="Space Grotesk Light"/>
              <a:buNone/>
            </a:pPr>
            <a:r>
              <a:rPr b="1" i="0" lang="fr-FR" sz="2000" u="none" cap="none" strike="noStrike">
                <a:solidFill>
                  <a:schemeClr val="dk1"/>
                </a:solidFill>
                <a:latin typeface="Space Grotesk Light"/>
                <a:ea typeface="Space Grotesk Light"/>
                <a:cs typeface="Space Grotesk Light"/>
                <a:sym typeface="Space Grotesk Light"/>
              </a:rPr>
              <a:t>Any questions?</a:t>
            </a:r>
            <a:br>
              <a:rPr b="0" i="0" lang="fr-FR" sz="2000" u="none" cap="none" strike="noStrike">
                <a:solidFill>
                  <a:schemeClr val="dk1"/>
                </a:solidFill>
                <a:latin typeface="Space Grotesk Light"/>
                <a:ea typeface="Space Grotesk Light"/>
                <a:cs typeface="Space Grotesk Light"/>
                <a:sym typeface="Space Grotesk Light"/>
              </a:rPr>
            </a:br>
            <a:endParaRPr b="1" i="0" sz="1600" u="none" cap="none" strike="noStrike">
              <a:solidFill>
                <a:schemeClr val="dk1"/>
              </a:solidFill>
              <a:latin typeface="Space Grotesk Light"/>
              <a:ea typeface="Space Grotesk Light"/>
              <a:cs typeface="Space Grotesk Light"/>
              <a:sym typeface="Space Grotesk Light"/>
            </a:endParaRPr>
          </a:p>
        </p:txBody>
      </p:sp>
      <p:sp>
        <p:nvSpPr>
          <p:cNvPr id="1314" name="Google Shape;1314;p52"/>
          <p:cNvSpPr txBox="1"/>
          <p:nvPr>
            <p:ph idx="12" type="sldNum"/>
          </p:nvPr>
        </p:nvSpPr>
        <p:spPr>
          <a:xfrm>
            <a:off x="4297650" y="4597451"/>
            <a:ext cx="5487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2"/>
                                        </p:tgtEl>
                                        <p:attrNameLst>
                                          <p:attrName>style.visibility</p:attrName>
                                        </p:attrNameLst>
                                      </p:cBhvr>
                                      <p:to>
                                        <p:strVal val="visible"/>
                                      </p:to>
                                    </p:set>
                                    <p:animEffect filter="fade" transition="in">
                                      <p:cBhvr>
                                        <p:cTn dur="2000"/>
                                        <p:tgtEl>
                                          <p:spTgt spid="1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3">
                                            <p:txEl>
                                              <p:pRg end="0" st="0"/>
                                            </p:txEl>
                                          </p:spTgt>
                                        </p:tgtEl>
                                        <p:attrNameLst>
                                          <p:attrName>style.visibility</p:attrName>
                                        </p:attrNameLst>
                                      </p:cBhvr>
                                      <p:to>
                                        <p:strVal val="visible"/>
                                      </p:to>
                                    </p:set>
                                    <p:animEffect filter="fade" transition="in">
                                      <p:cBhvr>
                                        <p:cTn dur="2000"/>
                                        <p:tgtEl>
                                          <p:spTgt spid="131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Bianca template">
  <a:themeElements>
    <a:clrScheme name="Custom 347">
      <a:dk1>
        <a:srgbClr val="192D49"/>
      </a:dk1>
      <a:lt1>
        <a:srgbClr val="FFFFFF"/>
      </a:lt1>
      <a:dk2>
        <a:srgbClr val="9199A0"/>
      </a:dk2>
      <a:lt2>
        <a:srgbClr val="E0E8F0"/>
      </a:lt2>
      <a:accent1>
        <a:srgbClr val="5B87C8"/>
      </a:accent1>
      <a:accent2>
        <a:srgbClr val="9DC0EA"/>
      </a:accent2>
      <a:accent3>
        <a:srgbClr val="C5E0FE"/>
      </a:accent3>
      <a:accent4>
        <a:srgbClr val="F8DB51"/>
      </a:accent4>
      <a:accent5>
        <a:srgbClr val="F7A479"/>
      </a:accent5>
      <a:accent6>
        <a:srgbClr val="F37474"/>
      </a:accent6>
      <a:hlink>
        <a:srgbClr val="224C8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coreProperties>
</file>