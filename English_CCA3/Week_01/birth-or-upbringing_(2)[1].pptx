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703" r:id="rId6"/>
    <p:sldMasterId id="2147483723" r:id="rId7"/>
    <p:sldMasterId id="214748374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Lst>
  <p:sldSz cy="6858000" cx="12192000"/>
  <p:notesSz cx="6858000" cy="9144000"/>
  <p:embeddedFontLst>
    <p:embeddedFont>
      <p:font typeface="Helvetica Neue"/>
      <p:regular r:id="rId76"/>
      <p:bold r:id="rId77"/>
      <p:italic r:id="rId78"/>
      <p:boldItalic r:id="rId79"/>
    </p:embeddedFont>
    <p:embeddedFont>
      <p:font typeface="Open Sans"/>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84" roundtripDataSignature="AMtx7mgFikFuPzHQC+EBKJzI0ct1WUil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26C79E-1CE5-4F30-A571-72A914F4B28F}">
  <a:tblStyle styleId="{0626C79E-1CE5-4F30-A571-72A914F4B28F}"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1A951EF-283B-498B-A1CB-F230CD9A2B1B}" styleName="Table_1">
    <a:wholeTbl>
      <a:tcTxStyle b="off" i="off">
        <a:font>
          <a:latin typeface="Arial"/>
          <a:ea typeface="Arial"/>
          <a:cs typeface="Arial"/>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2">
              <a:alpha val="20000"/>
            </a:schemeClr>
          </a:solidFill>
        </a:fill>
      </a:tcStyle>
    </a:band1H>
    <a:band2H>
      <a:tcTxStyle b="off" i="off"/>
    </a:band2H>
    <a:band1V>
      <a:tcTxStyle b="off" i="off"/>
      <a:tcStyle>
        <a:fill>
          <a:solidFill>
            <a:schemeClr val="accent2">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2"/>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2"/>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84" Type="http://customschemas.google.com/relationships/presentationmetadata" Target="metadata"/><Relationship Id="rId83" Type="http://schemas.openxmlformats.org/officeDocument/2006/relationships/font" Target="fonts/OpenSans-boldItalic.fntdata"/><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80" Type="http://schemas.openxmlformats.org/officeDocument/2006/relationships/font" Target="fonts/OpenSans-regular.fntdata"/><Relationship Id="rId82" Type="http://schemas.openxmlformats.org/officeDocument/2006/relationships/font" Target="fonts/OpenSans-italic.fntdata"/><Relationship Id="rId81" Type="http://schemas.openxmlformats.org/officeDocument/2006/relationships/font" Target="fonts/OpenSans-bold.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4.xml"/><Relationship Id="rId72" Type="http://schemas.openxmlformats.org/officeDocument/2006/relationships/slide" Target="slides/slide63.xml"/><Relationship Id="rId31" Type="http://schemas.openxmlformats.org/officeDocument/2006/relationships/slide" Target="slides/slide22.xml"/><Relationship Id="rId75" Type="http://schemas.openxmlformats.org/officeDocument/2006/relationships/slide" Target="slides/slide66.xml"/><Relationship Id="rId30" Type="http://schemas.openxmlformats.org/officeDocument/2006/relationships/slide" Target="slides/slide21.xml"/><Relationship Id="rId74" Type="http://schemas.openxmlformats.org/officeDocument/2006/relationships/slide" Target="slides/slide65.xml"/><Relationship Id="rId33" Type="http://schemas.openxmlformats.org/officeDocument/2006/relationships/slide" Target="slides/slide24.xml"/><Relationship Id="rId77" Type="http://schemas.openxmlformats.org/officeDocument/2006/relationships/font" Target="fonts/HelveticaNeue-bold.fntdata"/><Relationship Id="rId32" Type="http://schemas.openxmlformats.org/officeDocument/2006/relationships/slide" Target="slides/slide23.xml"/><Relationship Id="rId76" Type="http://schemas.openxmlformats.org/officeDocument/2006/relationships/font" Target="fonts/HelveticaNeue-regular.fntdata"/><Relationship Id="rId35" Type="http://schemas.openxmlformats.org/officeDocument/2006/relationships/slide" Target="slides/slide26.xml"/><Relationship Id="rId79" Type="http://schemas.openxmlformats.org/officeDocument/2006/relationships/font" Target="fonts/HelveticaNeue-boldItalic.fntdata"/><Relationship Id="rId34" Type="http://schemas.openxmlformats.org/officeDocument/2006/relationships/slide" Target="slides/slide25.xml"/><Relationship Id="rId78" Type="http://schemas.openxmlformats.org/officeDocument/2006/relationships/font" Target="fonts/HelveticaNeue-italic.fntdata"/><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7b88206c0f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g27b88206c0f_1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50">
              <a:solidFill>
                <a:srgbClr val="202124"/>
              </a:solidFill>
              <a:highlight>
                <a:srgbClr val="FFFFFF"/>
              </a:highlight>
              <a:latin typeface="Arial"/>
              <a:ea typeface="Arial"/>
              <a:cs typeface="Arial"/>
              <a:sym typeface="Arial"/>
            </a:endParaRPr>
          </a:p>
          <a:p>
            <a:pPr indent="0" lvl="0" marL="0" rtl="0" algn="l">
              <a:lnSpc>
                <a:spcPct val="100000"/>
              </a:lnSpc>
              <a:spcBef>
                <a:spcPts val="0"/>
              </a:spcBef>
              <a:spcAft>
                <a:spcPts val="0"/>
              </a:spcAft>
              <a:buSzPts val="1400"/>
              <a:buNone/>
            </a:pPr>
            <a:r>
              <a:t/>
            </a:r>
            <a:endParaRPr sz="1050">
              <a:solidFill>
                <a:srgbClr val="202124"/>
              </a:solidFill>
              <a:highlight>
                <a:srgbClr val="FFFFFF"/>
              </a:highlight>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4" name="Google Shape;60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 name="Google Shape;718;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2" name="Google Shape;73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6" name="Google Shape;74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98:notes"/>
          <p:cNvSpPr txBox="1"/>
          <p:nvPr>
            <p:ph idx="1" type="body"/>
          </p:nvPr>
        </p:nvSpPr>
        <p:spPr>
          <a:xfrm>
            <a:off x="685801" y="4343387"/>
            <a:ext cx="5486399" cy="4114799"/>
          </a:xfrm>
          <a:prstGeom prst="rect">
            <a:avLst/>
          </a:prstGeom>
          <a:noFill/>
          <a:ln>
            <a:noFill/>
          </a:ln>
        </p:spPr>
        <p:txBody>
          <a:bodyPr anchorCtr="0" anchor="ctr"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751" name="Google Shape;751;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99:notes"/>
          <p:cNvSpPr txBox="1"/>
          <p:nvPr>
            <p:ph idx="1" type="body"/>
          </p:nvPr>
        </p:nvSpPr>
        <p:spPr>
          <a:xfrm>
            <a:off x="685801" y="4343387"/>
            <a:ext cx="5486399" cy="4114799"/>
          </a:xfrm>
          <a:prstGeom prst="rect">
            <a:avLst/>
          </a:prstGeom>
          <a:noFill/>
          <a:ln>
            <a:noFill/>
          </a:ln>
        </p:spPr>
        <p:txBody>
          <a:bodyPr anchorCtr="0" anchor="ctr"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756" name="Google Shape;756;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200:notes"/>
          <p:cNvSpPr txBox="1"/>
          <p:nvPr>
            <p:ph idx="1" type="body"/>
          </p:nvPr>
        </p:nvSpPr>
        <p:spPr>
          <a:xfrm>
            <a:off x="685801" y="4343387"/>
            <a:ext cx="5486399" cy="4114799"/>
          </a:xfrm>
          <a:prstGeom prst="rect">
            <a:avLst/>
          </a:prstGeom>
          <a:noFill/>
          <a:ln>
            <a:noFill/>
          </a:ln>
        </p:spPr>
        <p:txBody>
          <a:bodyPr anchorCtr="0" anchor="ctr"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761" name="Google Shape;761;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2" name="Google Shape;77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7b88206c0f_1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0" name="Google Shape;820;g27b88206c0f_1_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7b88206c0f_1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6" name="Google Shape;826;g27b88206c0f_1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7b88206c0f_1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g27b88206c0f_1_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6" name="Google Shape;89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4" name="Google Shape;92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4" name="Google Shape;95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7b88206c0f_2_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27b88206c0f_2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27b88206c0f_2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6" name="Google Shape;966;g27b88206c0f_2_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7b88206c0f_2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6" name="Google Shape;996;g27b88206c0f_2_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2" name="Google Shape;1002;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jp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jp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jp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jp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jp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jp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jp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jp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jp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tx">
  <p:cSld name="TITLE_AND_BODY">
    <p:bg>
      <p:bgPr>
        <a:solidFill>
          <a:srgbClr val="FFFFFF"/>
        </a:solidFill>
      </p:bgPr>
    </p:bg>
    <p:spTree>
      <p:nvGrpSpPr>
        <p:cNvPr id="9" name="Shape 9"/>
        <p:cNvGrpSpPr/>
        <p:nvPr/>
      </p:nvGrpSpPr>
      <p:grpSpPr>
        <a:xfrm>
          <a:off x="0" y="0"/>
          <a:ext cx="0" cy="0"/>
          <a:chOff x="0" y="0"/>
          <a:chExt cx="0" cy="0"/>
        </a:xfrm>
      </p:grpSpPr>
      <p:sp>
        <p:nvSpPr>
          <p:cNvPr id="10" name="Google Shape;10;p7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7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 name="Google Shape;12;p76"/>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p:bg>
      <p:bgPr>
        <a:solidFill>
          <a:srgbClr val="FFFFFF"/>
        </a:solidFill>
      </p:bgPr>
    </p:bg>
    <p:spTree>
      <p:nvGrpSpPr>
        <p:cNvPr id="15" name="Shape 15"/>
        <p:cNvGrpSpPr/>
        <p:nvPr/>
      </p:nvGrpSpPr>
      <p:grpSpPr>
        <a:xfrm>
          <a:off x="0" y="0"/>
          <a:ext cx="0" cy="0"/>
          <a:chOff x="0" y="0"/>
          <a:chExt cx="0" cy="0"/>
        </a:xfrm>
      </p:grpSpPr>
      <p:sp>
        <p:nvSpPr>
          <p:cNvPr id="16" name="Google Shape;16;p82"/>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bg>
      <p:bgPr>
        <a:solidFill>
          <a:srgbClr val="FFFFFF"/>
        </a:solidFill>
      </p:bgPr>
    </p:bg>
    <p:spTree>
      <p:nvGrpSpPr>
        <p:cNvPr id="17" name="Shape 17"/>
        <p:cNvGrpSpPr/>
        <p:nvPr/>
      </p:nvGrpSpPr>
      <p:grpSpPr>
        <a:xfrm>
          <a:off x="0" y="0"/>
          <a:ext cx="0" cy="0"/>
          <a:chOff x="0" y="0"/>
          <a:chExt cx="0" cy="0"/>
        </a:xfrm>
      </p:grpSpPr>
      <p:sp>
        <p:nvSpPr>
          <p:cNvPr id="18" name="Google Shape;18;p8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88"/>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 name="Google Shape;20;p8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1" name="Shape 21"/>
        <p:cNvGrpSpPr/>
        <p:nvPr/>
      </p:nvGrpSpPr>
      <p:grpSpPr>
        <a:xfrm>
          <a:off x="0" y="0"/>
          <a:ext cx="0" cy="0"/>
          <a:chOff x="0" y="0"/>
          <a:chExt cx="0" cy="0"/>
        </a:xfrm>
      </p:grpSpPr>
      <p:sp>
        <p:nvSpPr>
          <p:cNvPr id="22" name="Google Shape;22;p97"/>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97"/>
          <p:cNvSpPr txBox="1"/>
          <p:nvPr>
            <p:ph idx="1" type="body"/>
          </p:nvPr>
        </p:nvSpPr>
        <p:spPr>
          <a:xfrm>
            <a:off x="831850" y="4589462"/>
            <a:ext cx="10515600" cy="1500194"/>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4" name="Google Shape;24;p97"/>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9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98"/>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8" name="Google Shape;28;p9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9" name="Shape 29"/>
        <p:cNvGrpSpPr/>
        <p:nvPr/>
      </p:nvGrpSpPr>
      <p:grpSpPr>
        <a:xfrm>
          <a:off x="0" y="0"/>
          <a:ext cx="0" cy="0"/>
          <a:chOff x="0" y="0"/>
          <a:chExt cx="0" cy="0"/>
        </a:xfrm>
      </p:grpSpPr>
      <p:sp>
        <p:nvSpPr>
          <p:cNvPr id="30" name="Google Shape;30;p99"/>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 name="Google Shape;31;p99"/>
          <p:cNvSpPr txBox="1"/>
          <p:nvPr>
            <p:ph idx="1" type="body"/>
          </p:nvPr>
        </p:nvSpPr>
        <p:spPr>
          <a:xfrm>
            <a:off x="839787" y="1681163"/>
            <a:ext cx="5157790" cy="823919"/>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2" name="Google Shape;32;p99"/>
          <p:cNvSpPr txBox="1"/>
          <p:nvPr>
            <p:ph idx="2" type="body"/>
          </p:nvPr>
        </p:nvSpPr>
        <p:spPr>
          <a:xfrm>
            <a:off x="6172200" y="1681163"/>
            <a:ext cx="5183188"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3" name="Google Shape;33;p99"/>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0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6" name="Google Shape;36;p100"/>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101"/>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9" name="Shape 39"/>
        <p:cNvGrpSpPr/>
        <p:nvPr/>
      </p:nvGrpSpPr>
      <p:grpSpPr>
        <a:xfrm>
          <a:off x="0" y="0"/>
          <a:ext cx="0" cy="0"/>
          <a:chOff x="0" y="0"/>
          <a:chExt cx="0" cy="0"/>
        </a:xfrm>
      </p:grpSpPr>
      <p:sp>
        <p:nvSpPr>
          <p:cNvPr id="40" name="Google Shape;40;p102"/>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1" name="Google Shape;41;p102"/>
          <p:cNvSpPr txBox="1"/>
          <p:nvPr>
            <p:ph idx="1" type="body"/>
          </p:nvPr>
        </p:nvSpPr>
        <p:spPr>
          <a:xfrm>
            <a:off x="5183187" y="987425"/>
            <a:ext cx="6172204"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2" name="Google Shape;42;p102"/>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3" name="Google Shape;43;p102"/>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4" name="Shape 44"/>
        <p:cNvGrpSpPr/>
        <p:nvPr/>
      </p:nvGrpSpPr>
      <p:grpSpPr>
        <a:xfrm>
          <a:off x="0" y="0"/>
          <a:ext cx="0" cy="0"/>
          <a:chOff x="0" y="0"/>
          <a:chExt cx="0" cy="0"/>
        </a:xfrm>
      </p:grpSpPr>
      <p:sp>
        <p:nvSpPr>
          <p:cNvPr id="45" name="Google Shape;45;p103"/>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6" name="Google Shape;46;p103"/>
          <p:cNvSpPr/>
          <p:nvPr>
            <p:ph idx="2" type="pic"/>
          </p:nvPr>
        </p:nvSpPr>
        <p:spPr>
          <a:xfrm>
            <a:off x="5183187" y="987425"/>
            <a:ext cx="6172204" cy="4873625"/>
          </a:xfrm>
          <a:prstGeom prst="rect">
            <a:avLst/>
          </a:prstGeom>
          <a:noFill/>
          <a:ln>
            <a:noFill/>
          </a:ln>
        </p:spPr>
      </p:sp>
      <p:sp>
        <p:nvSpPr>
          <p:cNvPr id="47" name="Google Shape;47;p103"/>
          <p:cNvSpPr txBox="1"/>
          <p:nvPr>
            <p:ph idx="1" type="body"/>
          </p:nvPr>
        </p:nvSpPr>
        <p:spPr>
          <a:xfrm>
            <a:off x="839787" y="2057400"/>
            <a:ext cx="3932240"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8" name="Google Shape;48;p103"/>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49" name="Shape 49"/>
        <p:cNvGrpSpPr/>
        <p:nvPr/>
      </p:nvGrpSpPr>
      <p:grpSpPr>
        <a:xfrm>
          <a:off x="0" y="0"/>
          <a:ext cx="0" cy="0"/>
          <a:chOff x="0" y="0"/>
          <a:chExt cx="0" cy="0"/>
        </a:xfrm>
      </p:grpSpPr>
      <p:sp>
        <p:nvSpPr>
          <p:cNvPr id="50" name="Google Shape;50;p104"/>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104"/>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2" name="Google Shape;52;p104"/>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53" name="Shape 53"/>
        <p:cNvGrpSpPr/>
        <p:nvPr/>
      </p:nvGrpSpPr>
      <p:grpSpPr>
        <a:xfrm>
          <a:off x="0" y="0"/>
          <a:ext cx="0" cy="0"/>
          <a:chOff x="0" y="0"/>
          <a:chExt cx="0" cy="0"/>
        </a:xfrm>
      </p:grpSpPr>
      <p:sp>
        <p:nvSpPr>
          <p:cNvPr id="54" name="Google Shape;54;p105"/>
          <p:cNvSpPr txBox="1"/>
          <p:nvPr>
            <p:ph type="title"/>
          </p:nvPr>
        </p:nvSpPr>
        <p:spPr>
          <a:xfrm>
            <a:off x="8724900" y="365125"/>
            <a:ext cx="2628900" cy="5811838"/>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5" name="Google Shape;55;p105"/>
          <p:cNvSpPr txBox="1"/>
          <p:nvPr>
            <p:ph idx="1" type="body"/>
          </p:nvPr>
        </p:nvSpPr>
        <p:spPr>
          <a:xfrm>
            <a:off x="838200" y="365125"/>
            <a:ext cx="7734300" cy="58118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6" name="Google Shape;56;p105"/>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p:bg>
      <p:bgPr>
        <a:solidFill>
          <a:srgbClr val="FFFFFF"/>
        </a:solidFill>
      </p:bgPr>
    </p:bg>
    <p:spTree>
      <p:nvGrpSpPr>
        <p:cNvPr id="57" name="Shape 57"/>
        <p:cNvGrpSpPr/>
        <p:nvPr/>
      </p:nvGrpSpPr>
      <p:grpSpPr>
        <a:xfrm>
          <a:off x="0" y="0"/>
          <a:ext cx="0" cy="0"/>
          <a:chOff x="0" y="0"/>
          <a:chExt cx="0" cy="0"/>
        </a:xfrm>
      </p:grpSpPr>
      <p:sp>
        <p:nvSpPr>
          <p:cNvPr id="58" name="Google Shape;58;p106"/>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9" name="Google Shape;59;p106"/>
          <p:cNvSpPr txBox="1"/>
          <p:nvPr>
            <p:ph idx="1" type="body"/>
          </p:nvPr>
        </p:nvSpPr>
        <p:spPr>
          <a:xfrm>
            <a:off x="1524000" y="3602037"/>
            <a:ext cx="9144000" cy="1655769"/>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0" name="Google Shape;60;p106"/>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bg>
      <p:bgPr>
        <a:solidFill>
          <a:srgbClr val="FFFFFF"/>
        </a:solidFill>
      </p:bgPr>
    </p:bg>
    <p:spTree>
      <p:nvGrpSpPr>
        <p:cNvPr id="61" name="Shape 61"/>
        <p:cNvGrpSpPr/>
        <p:nvPr/>
      </p:nvGrpSpPr>
      <p:grpSpPr>
        <a:xfrm>
          <a:off x="0" y="0"/>
          <a:ext cx="0" cy="0"/>
          <a:chOff x="0" y="0"/>
          <a:chExt cx="0" cy="0"/>
        </a:xfrm>
      </p:grpSpPr>
      <p:sp>
        <p:nvSpPr>
          <p:cNvPr id="62" name="Google Shape;62;p107"/>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3" name="Google Shape;63;p107"/>
          <p:cNvSpPr txBox="1"/>
          <p:nvPr>
            <p:ph idx="1" type="body"/>
          </p:nvPr>
        </p:nvSpPr>
        <p:spPr>
          <a:xfrm>
            <a:off x="831850" y="4589462"/>
            <a:ext cx="10515600" cy="1500194"/>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4" name="Google Shape;64;p107"/>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2">
    <p:bg>
      <p:bgPr>
        <a:solidFill>
          <a:srgbClr val="FFFFFF"/>
        </a:solidFill>
      </p:bgPr>
    </p:bg>
    <p:spTree>
      <p:nvGrpSpPr>
        <p:cNvPr id="65" name="Shape 65"/>
        <p:cNvGrpSpPr/>
        <p:nvPr/>
      </p:nvGrpSpPr>
      <p:grpSpPr>
        <a:xfrm>
          <a:off x="0" y="0"/>
          <a:ext cx="0" cy="0"/>
          <a:chOff x="0" y="0"/>
          <a:chExt cx="0" cy="0"/>
        </a:xfrm>
      </p:grpSpPr>
      <p:sp>
        <p:nvSpPr>
          <p:cNvPr id="66" name="Google Shape;66;p108"/>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7" name="Google Shape;67;p108"/>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8" name="Google Shape;68;p10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p:cSld name="Comparaison">
    <p:bg>
      <p:bgPr>
        <a:solidFill>
          <a:srgbClr val="FFFFFF"/>
        </a:solidFill>
      </p:bgPr>
    </p:bg>
    <p:spTree>
      <p:nvGrpSpPr>
        <p:cNvPr id="69" name="Shape 69"/>
        <p:cNvGrpSpPr/>
        <p:nvPr/>
      </p:nvGrpSpPr>
      <p:grpSpPr>
        <a:xfrm>
          <a:off x="0" y="0"/>
          <a:ext cx="0" cy="0"/>
          <a:chOff x="0" y="0"/>
          <a:chExt cx="0" cy="0"/>
        </a:xfrm>
      </p:grpSpPr>
      <p:sp>
        <p:nvSpPr>
          <p:cNvPr id="70" name="Google Shape;70;p109"/>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1" name="Google Shape;71;p109"/>
          <p:cNvSpPr txBox="1"/>
          <p:nvPr>
            <p:ph idx="1" type="body"/>
          </p:nvPr>
        </p:nvSpPr>
        <p:spPr>
          <a:xfrm>
            <a:off x="839787" y="1681163"/>
            <a:ext cx="5157790" cy="823919"/>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2" name="Google Shape;72;p109"/>
          <p:cNvSpPr txBox="1"/>
          <p:nvPr>
            <p:ph idx="2" type="body"/>
          </p:nvPr>
        </p:nvSpPr>
        <p:spPr>
          <a:xfrm>
            <a:off x="6172200" y="1681163"/>
            <a:ext cx="5183188"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3" name="Google Shape;73;p109"/>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bg>
      <p:bgPr>
        <a:solidFill>
          <a:srgbClr val="FFFFFF"/>
        </a:solidFill>
      </p:bgPr>
    </p:bg>
    <p:spTree>
      <p:nvGrpSpPr>
        <p:cNvPr id="74" name="Shape 74"/>
        <p:cNvGrpSpPr/>
        <p:nvPr/>
      </p:nvGrpSpPr>
      <p:grpSpPr>
        <a:xfrm>
          <a:off x="0" y="0"/>
          <a:ext cx="0" cy="0"/>
          <a:chOff x="0" y="0"/>
          <a:chExt cx="0" cy="0"/>
        </a:xfrm>
      </p:grpSpPr>
      <p:sp>
        <p:nvSpPr>
          <p:cNvPr id="75" name="Google Shape;75;p110"/>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6" name="Google Shape;76;p110"/>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p:cSld name="Contenu avec légende">
    <p:bg>
      <p:bgPr>
        <a:solidFill>
          <a:srgbClr val="FFFFFF"/>
        </a:solidFill>
      </p:bgPr>
    </p:bg>
    <p:spTree>
      <p:nvGrpSpPr>
        <p:cNvPr id="77" name="Shape 77"/>
        <p:cNvGrpSpPr/>
        <p:nvPr/>
      </p:nvGrpSpPr>
      <p:grpSpPr>
        <a:xfrm>
          <a:off x="0" y="0"/>
          <a:ext cx="0" cy="0"/>
          <a:chOff x="0" y="0"/>
          <a:chExt cx="0" cy="0"/>
        </a:xfrm>
      </p:grpSpPr>
      <p:sp>
        <p:nvSpPr>
          <p:cNvPr id="78" name="Google Shape;78;p111"/>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9" name="Google Shape;79;p111"/>
          <p:cNvSpPr txBox="1"/>
          <p:nvPr>
            <p:ph idx="1" type="body"/>
          </p:nvPr>
        </p:nvSpPr>
        <p:spPr>
          <a:xfrm>
            <a:off x="5183187" y="987425"/>
            <a:ext cx="6172204"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0" name="Google Shape;80;p111"/>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1" name="Google Shape;81;p111"/>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p:cSld name="Image avec légende">
    <p:bg>
      <p:bgPr>
        <a:solidFill>
          <a:srgbClr val="FFFFFF"/>
        </a:solidFill>
      </p:bgPr>
    </p:bg>
    <p:spTree>
      <p:nvGrpSpPr>
        <p:cNvPr id="82" name="Shape 82"/>
        <p:cNvGrpSpPr/>
        <p:nvPr/>
      </p:nvGrpSpPr>
      <p:grpSpPr>
        <a:xfrm>
          <a:off x="0" y="0"/>
          <a:ext cx="0" cy="0"/>
          <a:chOff x="0" y="0"/>
          <a:chExt cx="0" cy="0"/>
        </a:xfrm>
      </p:grpSpPr>
      <p:sp>
        <p:nvSpPr>
          <p:cNvPr id="83" name="Google Shape;83;p112"/>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4" name="Google Shape;84;p112"/>
          <p:cNvSpPr/>
          <p:nvPr>
            <p:ph idx="2" type="pic"/>
          </p:nvPr>
        </p:nvSpPr>
        <p:spPr>
          <a:xfrm>
            <a:off x="5183187" y="987425"/>
            <a:ext cx="6172204" cy="4873625"/>
          </a:xfrm>
          <a:prstGeom prst="rect">
            <a:avLst/>
          </a:prstGeom>
          <a:noFill/>
          <a:ln>
            <a:noFill/>
          </a:ln>
        </p:spPr>
      </p:sp>
      <p:sp>
        <p:nvSpPr>
          <p:cNvPr id="85" name="Google Shape;85;p112"/>
          <p:cNvSpPr txBox="1"/>
          <p:nvPr>
            <p:ph idx="1" type="body"/>
          </p:nvPr>
        </p:nvSpPr>
        <p:spPr>
          <a:xfrm>
            <a:off x="839787" y="2057400"/>
            <a:ext cx="3932240"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6" name="Google Shape;86;p112"/>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p:cSld name="Titre et texte vertical">
    <p:bg>
      <p:bgPr>
        <a:solidFill>
          <a:srgbClr val="FFFFFF"/>
        </a:solidFill>
      </p:bgPr>
    </p:bg>
    <p:spTree>
      <p:nvGrpSpPr>
        <p:cNvPr id="87" name="Shape 87"/>
        <p:cNvGrpSpPr/>
        <p:nvPr/>
      </p:nvGrpSpPr>
      <p:grpSpPr>
        <a:xfrm>
          <a:off x="0" y="0"/>
          <a:ext cx="0" cy="0"/>
          <a:chOff x="0" y="0"/>
          <a:chExt cx="0" cy="0"/>
        </a:xfrm>
      </p:grpSpPr>
      <p:sp>
        <p:nvSpPr>
          <p:cNvPr id="88" name="Google Shape;88;p11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9" name="Google Shape;89;p11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90" name="Google Shape;90;p113"/>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p:cSld name="Titre vertical et texte">
    <p:bg>
      <p:bgPr>
        <a:solidFill>
          <a:srgbClr val="FFFFFF"/>
        </a:solidFill>
      </p:bgPr>
    </p:bg>
    <p:spTree>
      <p:nvGrpSpPr>
        <p:cNvPr id="91" name="Shape 91"/>
        <p:cNvGrpSpPr/>
        <p:nvPr/>
      </p:nvGrpSpPr>
      <p:grpSpPr>
        <a:xfrm>
          <a:off x="0" y="0"/>
          <a:ext cx="0" cy="0"/>
          <a:chOff x="0" y="0"/>
          <a:chExt cx="0" cy="0"/>
        </a:xfrm>
      </p:grpSpPr>
      <p:sp>
        <p:nvSpPr>
          <p:cNvPr id="92" name="Google Shape;92;p114"/>
          <p:cNvSpPr txBox="1"/>
          <p:nvPr>
            <p:ph type="title"/>
          </p:nvPr>
        </p:nvSpPr>
        <p:spPr>
          <a:xfrm>
            <a:off x="8724900" y="365125"/>
            <a:ext cx="2628900" cy="5811838"/>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3" name="Google Shape;93;p114"/>
          <p:cNvSpPr txBox="1"/>
          <p:nvPr>
            <p:ph idx="1" type="body"/>
          </p:nvPr>
        </p:nvSpPr>
        <p:spPr>
          <a:xfrm>
            <a:off x="838200" y="365125"/>
            <a:ext cx="7734300" cy="58118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94" name="Google Shape;94;p114"/>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2">
    <p:bg>
      <p:bgPr>
        <a:solidFill>
          <a:srgbClr val="FFFFFF"/>
        </a:solidFill>
      </p:bgPr>
    </p:bg>
    <p:spTree>
      <p:nvGrpSpPr>
        <p:cNvPr id="95" name="Shape 95"/>
        <p:cNvGrpSpPr/>
        <p:nvPr/>
      </p:nvGrpSpPr>
      <p:grpSpPr>
        <a:xfrm>
          <a:off x="0" y="0"/>
          <a:ext cx="0" cy="0"/>
          <a:chOff x="0" y="0"/>
          <a:chExt cx="0" cy="0"/>
        </a:xfrm>
      </p:grpSpPr>
      <p:sp>
        <p:nvSpPr>
          <p:cNvPr id="96" name="Google Shape;96;p115"/>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7" name="Google Shape;97;p115"/>
          <p:cNvSpPr txBox="1"/>
          <p:nvPr>
            <p:ph idx="1" type="body"/>
          </p:nvPr>
        </p:nvSpPr>
        <p:spPr>
          <a:xfrm>
            <a:off x="1524000" y="3602037"/>
            <a:ext cx="9144000" cy="1655769"/>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98" name="Google Shape;98;p115"/>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p:bg>
      <p:bgPr>
        <a:solidFill>
          <a:srgbClr val="FFFFFF"/>
        </a:solidFill>
      </p:bgPr>
    </p:bg>
    <p:spTree>
      <p:nvGrpSpPr>
        <p:cNvPr id="99" name="Shape 99"/>
        <p:cNvGrpSpPr/>
        <p:nvPr/>
      </p:nvGrpSpPr>
      <p:grpSpPr>
        <a:xfrm>
          <a:off x="0" y="0"/>
          <a:ext cx="0" cy="0"/>
          <a:chOff x="0" y="0"/>
          <a:chExt cx="0" cy="0"/>
        </a:xfrm>
      </p:grpSpPr>
      <p:sp>
        <p:nvSpPr>
          <p:cNvPr id="100" name="Google Shape;100;p116"/>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1" name="Google Shape;101;p11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2" name="Google Shape;102;p116"/>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de section">
  <p:cSld name="En-tête de section">
    <p:bg>
      <p:bgPr>
        <a:solidFill>
          <a:srgbClr val="FFFFFF"/>
        </a:solidFill>
      </p:bgPr>
    </p:bg>
    <p:spTree>
      <p:nvGrpSpPr>
        <p:cNvPr id="103" name="Shape 103"/>
        <p:cNvGrpSpPr/>
        <p:nvPr/>
      </p:nvGrpSpPr>
      <p:grpSpPr>
        <a:xfrm>
          <a:off x="0" y="0"/>
          <a:ext cx="0" cy="0"/>
          <a:chOff x="0" y="0"/>
          <a:chExt cx="0" cy="0"/>
        </a:xfrm>
      </p:grpSpPr>
      <p:sp>
        <p:nvSpPr>
          <p:cNvPr id="104" name="Google Shape;104;p117"/>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5" name="Google Shape;105;p117"/>
          <p:cNvSpPr txBox="1"/>
          <p:nvPr>
            <p:ph idx="1" type="body"/>
          </p:nvPr>
        </p:nvSpPr>
        <p:spPr>
          <a:xfrm>
            <a:off x="831850" y="4589462"/>
            <a:ext cx="10515600" cy="1500194"/>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6" name="Google Shape;106;p117"/>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p:cSld name="Comparaison 2">
    <p:bg>
      <p:bgPr>
        <a:solidFill>
          <a:srgbClr val="FFFFFF"/>
        </a:solidFill>
      </p:bgPr>
    </p:bg>
    <p:spTree>
      <p:nvGrpSpPr>
        <p:cNvPr id="107" name="Shape 107"/>
        <p:cNvGrpSpPr/>
        <p:nvPr/>
      </p:nvGrpSpPr>
      <p:grpSpPr>
        <a:xfrm>
          <a:off x="0" y="0"/>
          <a:ext cx="0" cy="0"/>
          <a:chOff x="0" y="0"/>
          <a:chExt cx="0" cy="0"/>
        </a:xfrm>
      </p:grpSpPr>
      <p:sp>
        <p:nvSpPr>
          <p:cNvPr id="108" name="Google Shape;108;p118"/>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9" name="Google Shape;109;p118"/>
          <p:cNvSpPr txBox="1"/>
          <p:nvPr>
            <p:ph idx="1" type="body"/>
          </p:nvPr>
        </p:nvSpPr>
        <p:spPr>
          <a:xfrm>
            <a:off x="839787" y="1681163"/>
            <a:ext cx="5157790" cy="823919"/>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10" name="Google Shape;110;p118"/>
          <p:cNvSpPr txBox="1"/>
          <p:nvPr>
            <p:ph idx="2" type="body"/>
          </p:nvPr>
        </p:nvSpPr>
        <p:spPr>
          <a:xfrm>
            <a:off x="6172200" y="1681163"/>
            <a:ext cx="5183188"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11" name="Google Shape;111;p11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2">
    <p:bg>
      <p:bgPr>
        <a:solidFill>
          <a:srgbClr val="FFFFFF"/>
        </a:solidFill>
      </p:bgPr>
    </p:bg>
    <p:spTree>
      <p:nvGrpSpPr>
        <p:cNvPr id="112" name="Shape 112"/>
        <p:cNvGrpSpPr/>
        <p:nvPr/>
      </p:nvGrpSpPr>
      <p:grpSpPr>
        <a:xfrm>
          <a:off x="0" y="0"/>
          <a:ext cx="0" cy="0"/>
          <a:chOff x="0" y="0"/>
          <a:chExt cx="0" cy="0"/>
        </a:xfrm>
      </p:grpSpPr>
      <p:sp>
        <p:nvSpPr>
          <p:cNvPr id="113" name="Google Shape;113;p11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4" name="Google Shape;114;p119"/>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2">
    <p:bg>
      <p:bgPr>
        <a:solidFill>
          <a:srgbClr val="FFFFFF"/>
        </a:solidFill>
      </p:bgPr>
    </p:bg>
    <p:spTree>
      <p:nvGrpSpPr>
        <p:cNvPr id="115" name="Shape 115"/>
        <p:cNvGrpSpPr/>
        <p:nvPr/>
      </p:nvGrpSpPr>
      <p:grpSpPr>
        <a:xfrm>
          <a:off x="0" y="0"/>
          <a:ext cx="0" cy="0"/>
          <a:chOff x="0" y="0"/>
          <a:chExt cx="0" cy="0"/>
        </a:xfrm>
      </p:grpSpPr>
      <p:sp>
        <p:nvSpPr>
          <p:cNvPr id="116" name="Google Shape;116;p120"/>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p:cSld name="Contenu avec légende 2">
    <p:bg>
      <p:bgPr>
        <a:solidFill>
          <a:srgbClr val="FFFFFF"/>
        </a:solidFill>
      </p:bgPr>
    </p:bg>
    <p:spTree>
      <p:nvGrpSpPr>
        <p:cNvPr id="117" name="Shape 117"/>
        <p:cNvGrpSpPr/>
        <p:nvPr/>
      </p:nvGrpSpPr>
      <p:grpSpPr>
        <a:xfrm>
          <a:off x="0" y="0"/>
          <a:ext cx="0" cy="0"/>
          <a:chOff x="0" y="0"/>
          <a:chExt cx="0" cy="0"/>
        </a:xfrm>
      </p:grpSpPr>
      <p:sp>
        <p:nvSpPr>
          <p:cNvPr id="118" name="Google Shape;118;p121"/>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9" name="Google Shape;119;p121"/>
          <p:cNvSpPr txBox="1"/>
          <p:nvPr>
            <p:ph idx="1" type="body"/>
          </p:nvPr>
        </p:nvSpPr>
        <p:spPr>
          <a:xfrm>
            <a:off x="5183187" y="987425"/>
            <a:ext cx="6172204"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0" name="Google Shape;120;p121"/>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1" name="Google Shape;121;p121"/>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p:cSld name="Titre et texte vertical 2">
    <p:bg>
      <p:bgPr>
        <a:solidFill>
          <a:srgbClr val="FFFFFF"/>
        </a:solidFill>
      </p:bgPr>
    </p:bg>
    <p:spTree>
      <p:nvGrpSpPr>
        <p:cNvPr id="122" name="Shape 122"/>
        <p:cNvGrpSpPr/>
        <p:nvPr/>
      </p:nvGrpSpPr>
      <p:grpSpPr>
        <a:xfrm>
          <a:off x="0" y="0"/>
          <a:ext cx="0" cy="0"/>
          <a:chOff x="0" y="0"/>
          <a:chExt cx="0" cy="0"/>
        </a:xfrm>
      </p:grpSpPr>
      <p:sp>
        <p:nvSpPr>
          <p:cNvPr id="123" name="Google Shape;123;p122"/>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4" name="Google Shape;124;p122"/>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5" name="Google Shape;125;p122"/>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p:cSld name="Titre vertical et texte 2">
    <p:bg>
      <p:bgPr>
        <a:solidFill>
          <a:srgbClr val="FFFFFF"/>
        </a:solidFill>
      </p:bgPr>
    </p:bg>
    <p:spTree>
      <p:nvGrpSpPr>
        <p:cNvPr id="126" name="Shape 126"/>
        <p:cNvGrpSpPr/>
        <p:nvPr/>
      </p:nvGrpSpPr>
      <p:grpSpPr>
        <a:xfrm>
          <a:off x="0" y="0"/>
          <a:ext cx="0" cy="0"/>
          <a:chOff x="0" y="0"/>
          <a:chExt cx="0" cy="0"/>
        </a:xfrm>
      </p:grpSpPr>
      <p:sp>
        <p:nvSpPr>
          <p:cNvPr id="127" name="Google Shape;127;p123"/>
          <p:cNvSpPr txBox="1"/>
          <p:nvPr>
            <p:ph type="title"/>
          </p:nvPr>
        </p:nvSpPr>
        <p:spPr>
          <a:xfrm>
            <a:off x="8724900" y="365125"/>
            <a:ext cx="2628900" cy="5811838"/>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8" name="Google Shape;128;p123"/>
          <p:cNvSpPr txBox="1"/>
          <p:nvPr>
            <p:ph idx="1" type="body"/>
          </p:nvPr>
        </p:nvSpPr>
        <p:spPr>
          <a:xfrm>
            <a:off x="838200" y="365125"/>
            <a:ext cx="7734300" cy="58118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9" name="Google Shape;129;p123"/>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3">
    <p:bg>
      <p:bgPr>
        <a:solidFill>
          <a:srgbClr val="FFFFFF"/>
        </a:solidFill>
      </p:bgPr>
    </p:bg>
    <p:spTree>
      <p:nvGrpSpPr>
        <p:cNvPr id="130" name="Shape 130"/>
        <p:cNvGrpSpPr/>
        <p:nvPr/>
      </p:nvGrpSpPr>
      <p:grpSpPr>
        <a:xfrm>
          <a:off x="0" y="0"/>
          <a:ext cx="0" cy="0"/>
          <a:chOff x="0" y="0"/>
          <a:chExt cx="0" cy="0"/>
        </a:xfrm>
      </p:grpSpPr>
      <p:sp>
        <p:nvSpPr>
          <p:cNvPr id="131" name="Google Shape;131;p124"/>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32" name="Google Shape;132;p124"/>
          <p:cNvSpPr txBox="1"/>
          <p:nvPr>
            <p:ph idx="1" type="body"/>
          </p:nvPr>
        </p:nvSpPr>
        <p:spPr>
          <a:xfrm>
            <a:off x="1524000" y="3602037"/>
            <a:ext cx="9144000" cy="1655769"/>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33" name="Google Shape;133;p124"/>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2">
    <p:bg>
      <p:bgPr>
        <a:solidFill>
          <a:srgbClr val="FFFFFF"/>
        </a:solidFill>
      </p:bgPr>
    </p:bg>
    <p:spTree>
      <p:nvGrpSpPr>
        <p:cNvPr id="134" name="Shape 134"/>
        <p:cNvGrpSpPr/>
        <p:nvPr/>
      </p:nvGrpSpPr>
      <p:grpSpPr>
        <a:xfrm>
          <a:off x="0" y="0"/>
          <a:ext cx="0" cy="0"/>
          <a:chOff x="0" y="0"/>
          <a:chExt cx="0" cy="0"/>
        </a:xfrm>
      </p:grpSpPr>
      <p:sp>
        <p:nvSpPr>
          <p:cNvPr id="135" name="Google Shape;135;p12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36" name="Google Shape;136;p12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37" name="Google Shape;137;p125"/>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2">
    <p:bg>
      <p:bgPr>
        <a:solidFill>
          <a:srgbClr val="FFFFFF"/>
        </a:solidFill>
      </p:bgPr>
    </p:bg>
    <p:spTree>
      <p:nvGrpSpPr>
        <p:cNvPr id="138" name="Shape 138"/>
        <p:cNvGrpSpPr/>
        <p:nvPr/>
      </p:nvGrpSpPr>
      <p:grpSpPr>
        <a:xfrm>
          <a:off x="0" y="0"/>
          <a:ext cx="0" cy="0"/>
          <a:chOff x="0" y="0"/>
          <a:chExt cx="0" cy="0"/>
        </a:xfrm>
      </p:grpSpPr>
      <p:sp>
        <p:nvSpPr>
          <p:cNvPr id="139" name="Google Shape;139;p126"/>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40" name="Google Shape;140;p126"/>
          <p:cNvSpPr txBox="1"/>
          <p:nvPr>
            <p:ph idx="1" type="body"/>
          </p:nvPr>
        </p:nvSpPr>
        <p:spPr>
          <a:xfrm>
            <a:off x="831850" y="4589462"/>
            <a:ext cx="10515600" cy="1500194"/>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41" name="Google Shape;141;p126"/>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3">
    <p:bg>
      <p:bgPr>
        <a:solidFill>
          <a:srgbClr val="FFFFFF"/>
        </a:solidFill>
      </p:bgPr>
    </p:bg>
    <p:spTree>
      <p:nvGrpSpPr>
        <p:cNvPr id="142" name="Shape 142"/>
        <p:cNvGrpSpPr/>
        <p:nvPr/>
      </p:nvGrpSpPr>
      <p:grpSpPr>
        <a:xfrm>
          <a:off x="0" y="0"/>
          <a:ext cx="0" cy="0"/>
          <a:chOff x="0" y="0"/>
          <a:chExt cx="0" cy="0"/>
        </a:xfrm>
      </p:grpSpPr>
      <p:sp>
        <p:nvSpPr>
          <p:cNvPr id="143" name="Google Shape;143;p127"/>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44" name="Google Shape;144;p127"/>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45" name="Google Shape;145;p127"/>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p:cSld name="Comparaison 3">
    <p:bg>
      <p:bgPr>
        <a:solidFill>
          <a:srgbClr val="FFFFFF"/>
        </a:solidFill>
      </p:bgPr>
    </p:bg>
    <p:spTree>
      <p:nvGrpSpPr>
        <p:cNvPr id="146" name="Shape 146"/>
        <p:cNvGrpSpPr/>
        <p:nvPr/>
      </p:nvGrpSpPr>
      <p:grpSpPr>
        <a:xfrm>
          <a:off x="0" y="0"/>
          <a:ext cx="0" cy="0"/>
          <a:chOff x="0" y="0"/>
          <a:chExt cx="0" cy="0"/>
        </a:xfrm>
      </p:grpSpPr>
      <p:sp>
        <p:nvSpPr>
          <p:cNvPr id="147" name="Google Shape;147;p128"/>
          <p:cNvSpPr txBox="1"/>
          <p:nvPr>
            <p:ph type="title"/>
          </p:nvPr>
        </p:nvSpPr>
        <p:spPr>
          <a:xfrm>
            <a:off x="839787"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48" name="Google Shape;148;p128"/>
          <p:cNvSpPr txBox="1"/>
          <p:nvPr>
            <p:ph idx="1" type="body"/>
          </p:nvPr>
        </p:nvSpPr>
        <p:spPr>
          <a:xfrm>
            <a:off x="839787" y="1681163"/>
            <a:ext cx="5157790" cy="823919"/>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49" name="Google Shape;149;p128"/>
          <p:cNvSpPr txBox="1"/>
          <p:nvPr>
            <p:ph idx="2" type="body"/>
          </p:nvPr>
        </p:nvSpPr>
        <p:spPr>
          <a:xfrm>
            <a:off x="6172200" y="1681163"/>
            <a:ext cx="5183188"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50" name="Google Shape;150;p12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3">
    <p:bg>
      <p:bgPr>
        <a:solidFill>
          <a:srgbClr val="FFFFFF"/>
        </a:solidFill>
      </p:bgPr>
    </p:bg>
    <p:spTree>
      <p:nvGrpSpPr>
        <p:cNvPr id="151" name="Shape 151"/>
        <p:cNvGrpSpPr/>
        <p:nvPr/>
      </p:nvGrpSpPr>
      <p:grpSpPr>
        <a:xfrm>
          <a:off x="0" y="0"/>
          <a:ext cx="0" cy="0"/>
          <a:chOff x="0" y="0"/>
          <a:chExt cx="0" cy="0"/>
        </a:xfrm>
      </p:grpSpPr>
      <p:sp>
        <p:nvSpPr>
          <p:cNvPr id="152" name="Google Shape;152;p129"/>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3" name="Google Shape;153;p129"/>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3">
    <p:bg>
      <p:bgPr>
        <a:solidFill>
          <a:srgbClr val="FFFFFF"/>
        </a:solidFill>
      </p:bgPr>
    </p:bg>
    <p:spTree>
      <p:nvGrpSpPr>
        <p:cNvPr id="154" name="Shape 154"/>
        <p:cNvGrpSpPr/>
        <p:nvPr/>
      </p:nvGrpSpPr>
      <p:grpSpPr>
        <a:xfrm>
          <a:off x="0" y="0"/>
          <a:ext cx="0" cy="0"/>
          <a:chOff x="0" y="0"/>
          <a:chExt cx="0" cy="0"/>
        </a:xfrm>
      </p:grpSpPr>
      <p:sp>
        <p:nvSpPr>
          <p:cNvPr id="155" name="Google Shape;155;p130"/>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p:cSld name="Contenu avec légende 3">
    <p:bg>
      <p:bgPr>
        <a:solidFill>
          <a:srgbClr val="FFFFFF"/>
        </a:solidFill>
      </p:bgPr>
    </p:bg>
    <p:spTree>
      <p:nvGrpSpPr>
        <p:cNvPr id="156" name="Shape 156"/>
        <p:cNvGrpSpPr/>
        <p:nvPr/>
      </p:nvGrpSpPr>
      <p:grpSpPr>
        <a:xfrm>
          <a:off x="0" y="0"/>
          <a:ext cx="0" cy="0"/>
          <a:chOff x="0" y="0"/>
          <a:chExt cx="0" cy="0"/>
        </a:xfrm>
      </p:grpSpPr>
      <p:sp>
        <p:nvSpPr>
          <p:cNvPr id="157" name="Google Shape;157;p131"/>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8" name="Google Shape;158;p131"/>
          <p:cNvSpPr txBox="1"/>
          <p:nvPr>
            <p:ph idx="1" type="body"/>
          </p:nvPr>
        </p:nvSpPr>
        <p:spPr>
          <a:xfrm>
            <a:off x="5183187" y="987425"/>
            <a:ext cx="6172204"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59" name="Google Shape;159;p131"/>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60" name="Google Shape;160;p131"/>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p:cSld name="Image avec légende 2">
    <p:bg>
      <p:bgPr>
        <a:solidFill>
          <a:srgbClr val="FFFFFF"/>
        </a:solidFill>
      </p:bgPr>
    </p:bg>
    <p:spTree>
      <p:nvGrpSpPr>
        <p:cNvPr id="161" name="Shape 161"/>
        <p:cNvGrpSpPr/>
        <p:nvPr/>
      </p:nvGrpSpPr>
      <p:grpSpPr>
        <a:xfrm>
          <a:off x="0" y="0"/>
          <a:ext cx="0" cy="0"/>
          <a:chOff x="0" y="0"/>
          <a:chExt cx="0" cy="0"/>
        </a:xfrm>
      </p:grpSpPr>
      <p:sp>
        <p:nvSpPr>
          <p:cNvPr id="162" name="Google Shape;162;p132"/>
          <p:cNvSpPr txBox="1"/>
          <p:nvPr>
            <p:ph type="title"/>
          </p:nvPr>
        </p:nvSpPr>
        <p:spPr>
          <a:xfrm>
            <a:off x="839787"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63" name="Google Shape;163;p132"/>
          <p:cNvSpPr/>
          <p:nvPr>
            <p:ph idx="2" type="pic"/>
          </p:nvPr>
        </p:nvSpPr>
        <p:spPr>
          <a:xfrm>
            <a:off x="5183187" y="987425"/>
            <a:ext cx="6172204" cy="4873625"/>
          </a:xfrm>
          <a:prstGeom prst="rect">
            <a:avLst/>
          </a:prstGeom>
          <a:noFill/>
          <a:ln>
            <a:noFill/>
          </a:ln>
        </p:spPr>
      </p:sp>
      <p:sp>
        <p:nvSpPr>
          <p:cNvPr id="164" name="Google Shape;164;p132"/>
          <p:cNvSpPr txBox="1"/>
          <p:nvPr>
            <p:ph idx="1" type="body"/>
          </p:nvPr>
        </p:nvSpPr>
        <p:spPr>
          <a:xfrm>
            <a:off x="839787" y="2057400"/>
            <a:ext cx="3932240"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65" name="Google Shape;165;p132"/>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p:cSld name="Titre et texte vertical 3">
    <p:bg>
      <p:bgPr>
        <a:solidFill>
          <a:srgbClr val="FFFFFF"/>
        </a:solidFill>
      </p:bgPr>
    </p:bg>
    <p:spTree>
      <p:nvGrpSpPr>
        <p:cNvPr id="166" name="Shape 166"/>
        <p:cNvGrpSpPr/>
        <p:nvPr/>
      </p:nvGrpSpPr>
      <p:grpSpPr>
        <a:xfrm>
          <a:off x="0" y="0"/>
          <a:ext cx="0" cy="0"/>
          <a:chOff x="0" y="0"/>
          <a:chExt cx="0" cy="0"/>
        </a:xfrm>
      </p:grpSpPr>
      <p:sp>
        <p:nvSpPr>
          <p:cNvPr id="167" name="Google Shape;167;p133"/>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68" name="Google Shape;168;p133"/>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69" name="Google Shape;169;p133"/>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p:cSld name="Titre vertical et texte 3">
    <p:bg>
      <p:bgPr>
        <a:solidFill>
          <a:srgbClr val="FFFFFF"/>
        </a:solidFill>
      </p:bgPr>
    </p:bg>
    <p:spTree>
      <p:nvGrpSpPr>
        <p:cNvPr id="170" name="Shape 170"/>
        <p:cNvGrpSpPr/>
        <p:nvPr/>
      </p:nvGrpSpPr>
      <p:grpSpPr>
        <a:xfrm>
          <a:off x="0" y="0"/>
          <a:ext cx="0" cy="0"/>
          <a:chOff x="0" y="0"/>
          <a:chExt cx="0" cy="0"/>
        </a:xfrm>
      </p:grpSpPr>
      <p:sp>
        <p:nvSpPr>
          <p:cNvPr id="171" name="Google Shape;171;p134"/>
          <p:cNvSpPr txBox="1"/>
          <p:nvPr>
            <p:ph type="title"/>
          </p:nvPr>
        </p:nvSpPr>
        <p:spPr>
          <a:xfrm>
            <a:off x="8724900" y="365125"/>
            <a:ext cx="2628900" cy="5811838"/>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2" name="Google Shape;172;p134"/>
          <p:cNvSpPr txBox="1"/>
          <p:nvPr>
            <p:ph idx="1" type="body"/>
          </p:nvPr>
        </p:nvSpPr>
        <p:spPr>
          <a:xfrm>
            <a:off x="838200" y="365125"/>
            <a:ext cx="7734300" cy="58118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73" name="Google Shape;173;p134"/>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p:cSld name="Diapositive de titre 4">
    <p:bg>
      <p:bgPr>
        <a:solidFill>
          <a:srgbClr val="FFFFFF"/>
        </a:solidFill>
      </p:bgPr>
    </p:bg>
    <p:spTree>
      <p:nvGrpSpPr>
        <p:cNvPr id="174" name="Shape 174"/>
        <p:cNvGrpSpPr/>
        <p:nvPr/>
      </p:nvGrpSpPr>
      <p:grpSpPr>
        <a:xfrm>
          <a:off x="0" y="0"/>
          <a:ext cx="0" cy="0"/>
          <a:chOff x="0" y="0"/>
          <a:chExt cx="0" cy="0"/>
        </a:xfrm>
      </p:grpSpPr>
      <p:sp>
        <p:nvSpPr>
          <p:cNvPr id="175" name="Google Shape;175;p135"/>
          <p:cNvSpPr txBox="1"/>
          <p:nvPr>
            <p:ph type="title"/>
          </p:nvPr>
        </p:nvSpPr>
        <p:spPr>
          <a:xfrm>
            <a:off x="1524003" y="1122361"/>
            <a:ext cx="9144001" cy="2387602"/>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6" name="Google Shape;176;p135"/>
          <p:cNvSpPr txBox="1"/>
          <p:nvPr>
            <p:ph idx="1" type="body"/>
          </p:nvPr>
        </p:nvSpPr>
        <p:spPr>
          <a:xfrm>
            <a:off x="1524003" y="3602039"/>
            <a:ext cx="9144001" cy="1655761"/>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381000" lvl="1" marL="914400" algn="ctr">
              <a:lnSpc>
                <a:spcPct val="90000"/>
              </a:lnSpc>
              <a:spcBef>
                <a:spcPts val="1000"/>
              </a:spcBef>
              <a:spcAft>
                <a:spcPts val="0"/>
              </a:spcAft>
              <a:buClr>
                <a:srgbClr val="000000"/>
              </a:buClr>
              <a:buSzPts val="2400"/>
              <a:buFont typeface="Calibri"/>
              <a:buChar char="•"/>
              <a:defRPr sz="2400"/>
            </a:lvl2pPr>
            <a:lvl3pPr indent="-381000" lvl="2" marL="1371600" algn="ctr">
              <a:lnSpc>
                <a:spcPct val="90000"/>
              </a:lnSpc>
              <a:spcBef>
                <a:spcPts val="1000"/>
              </a:spcBef>
              <a:spcAft>
                <a:spcPts val="0"/>
              </a:spcAft>
              <a:buClr>
                <a:srgbClr val="000000"/>
              </a:buClr>
              <a:buSzPts val="2400"/>
              <a:buFont typeface="Calibri"/>
              <a:buChar char="•"/>
              <a:defRPr sz="2400"/>
            </a:lvl3pPr>
            <a:lvl4pPr indent="-381000" lvl="3" marL="1828800" algn="ctr">
              <a:lnSpc>
                <a:spcPct val="90000"/>
              </a:lnSpc>
              <a:spcBef>
                <a:spcPts val="1000"/>
              </a:spcBef>
              <a:spcAft>
                <a:spcPts val="0"/>
              </a:spcAft>
              <a:buClr>
                <a:srgbClr val="000000"/>
              </a:buClr>
              <a:buSzPts val="2400"/>
              <a:buFont typeface="Calibri"/>
              <a:buChar char="•"/>
              <a:defRPr sz="2400"/>
            </a:lvl4pPr>
            <a:lvl5pPr indent="-381000" lvl="4" marL="2286000" algn="ctr">
              <a:lnSpc>
                <a:spcPct val="90000"/>
              </a:lnSpc>
              <a:spcBef>
                <a:spcPts val="1000"/>
              </a:spcBef>
              <a:spcAft>
                <a:spcPts val="0"/>
              </a:spcAft>
              <a:buClr>
                <a:srgbClr val="000000"/>
              </a:buClr>
              <a:buSzPts val="2400"/>
              <a:buFont typeface="Calibri"/>
              <a:buChar char="•"/>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77" name="Google Shape;177;p135"/>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3">
    <p:bg>
      <p:bgPr>
        <a:solidFill>
          <a:srgbClr val="FFFFFF"/>
        </a:solidFill>
      </p:bgPr>
    </p:bg>
    <p:spTree>
      <p:nvGrpSpPr>
        <p:cNvPr id="178" name="Shape 178"/>
        <p:cNvGrpSpPr/>
        <p:nvPr/>
      </p:nvGrpSpPr>
      <p:grpSpPr>
        <a:xfrm>
          <a:off x="0" y="0"/>
          <a:ext cx="0" cy="0"/>
          <a:chOff x="0" y="0"/>
          <a:chExt cx="0" cy="0"/>
        </a:xfrm>
      </p:grpSpPr>
      <p:sp>
        <p:nvSpPr>
          <p:cNvPr id="179" name="Google Shape;179;p136"/>
          <p:cNvSpPr txBox="1"/>
          <p:nvPr>
            <p:ph type="title"/>
          </p:nvPr>
        </p:nvSpPr>
        <p:spPr>
          <a:xfrm>
            <a:off x="838203" y="365128"/>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80" name="Google Shape;180;p136"/>
          <p:cNvSpPr txBox="1"/>
          <p:nvPr>
            <p:ph idx="1" type="body"/>
          </p:nvPr>
        </p:nvSpPr>
        <p:spPr>
          <a:xfrm>
            <a:off x="838203" y="1825625"/>
            <a:ext cx="10515601" cy="435134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81" name="Google Shape;181;p136"/>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3">
    <p:bg>
      <p:bgPr>
        <a:solidFill>
          <a:srgbClr val="FFFFFF"/>
        </a:solidFill>
      </p:bgPr>
    </p:bg>
    <p:spTree>
      <p:nvGrpSpPr>
        <p:cNvPr id="182" name="Shape 182"/>
        <p:cNvGrpSpPr/>
        <p:nvPr/>
      </p:nvGrpSpPr>
      <p:grpSpPr>
        <a:xfrm>
          <a:off x="0" y="0"/>
          <a:ext cx="0" cy="0"/>
          <a:chOff x="0" y="0"/>
          <a:chExt cx="0" cy="0"/>
        </a:xfrm>
      </p:grpSpPr>
      <p:sp>
        <p:nvSpPr>
          <p:cNvPr id="183" name="Google Shape;183;p137"/>
          <p:cNvSpPr txBox="1"/>
          <p:nvPr>
            <p:ph type="title"/>
          </p:nvPr>
        </p:nvSpPr>
        <p:spPr>
          <a:xfrm>
            <a:off x="831846" y="1709734"/>
            <a:ext cx="10515601" cy="2852736"/>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84" name="Google Shape;184;p137"/>
          <p:cNvSpPr txBox="1"/>
          <p:nvPr>
            <p:ph idx="1" type="body"/>
          </p:nvPr>
        </p:nvSpPr>
        <p:spPr>
          <a:xfrm>
            <a:off x="831846" y="4589464"/>
            <a:ext cx="10515601" cy="150018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98989"/>
              </a:buClr>
              <a:buSzPts val="2400"/>
              <a:buFont typeface="Calibri"/>
              <a:buNone/>
              <a:defRPr sz="2400">
                <a:solidFill>
                  <a:srgbClr val="898989"/>
                </a:solidFill>
              </a:defRPr>
            </a:lvl1pPr>
            <a:lvl2pPr indent="-381000" lvl="1" marL="914400" algn="l">
              <a:lnSpc>
                <a:spcPct val="90000"/>
              </a:lnSpc>
              <a:spcBef>
                <a:spcPts val="1000"/>
              </a:spcBef>
              <a:spcAft>
                <a:spcPts val="0"/>
              </a:spcAft>
              <a:buClr>
                <a:srgbClr val="898989"/>
              </a:buClr>
              <a:buSzPts val="2400"/>
              <a:buFont typeface="Calibri"/>
              <a:buChar char="•"/>
              <a:defRPr sz="2400">
                <a:solidFill>
                  <a:srgbClr val="898989"/>
                </a:solidFill>
              </a:defRPr>
            </a:lvl2pPr>
            <a:lvl3pPr indent="-381000" lvl="2" marL="1371600" algn="l">
              <a:lnSpc>
                <a:spcPct val="90000"/>
              </a:lnSpc>
              <a:spcBef>
                <a:spcPts val="1000"/>
              </a:spcBef>
              <a:spcAft>
                <a:spcPts val="0"/>
              </a:spcAft>
              <a:buClr>
                <a:srgbClr val="898989"/>
              </a:buClr>
              <a:buSzPts val="2400"/>
              <a:buFont typeface="Calibri"/>
              <a:buChar char="•"/>
              <a:defRPr sz="2400">
                <a:solidFill>
                  <a:srgbClr val="898989"/>
                </a:solidFill>
              </a:defRPr>
            </a:lvl3pPr>
            <a:lvl4pPr indent="-381000" lvl="3" marL="1828800" algn="l">
              <a:lnSpc>
                <a:spcPct val="90000"/>
              </a:lnSpc>
              <a:spcBef>
                <a:spcPts val="1000"/>
              </a:spcBef>
              <a:spcAft>
                <a:spcPts val="0"/>
              </a:spcAft>
              <a:buClr>
                <a:srgbClr val="898989"/>
              </a:buClr>
              <a:buSzPts val="2400"/>
              <a:buFont typeface="Calibri"/>
              <a:buChar char="•"/>
              <a:defRPr sz="2400">
                <a:solidFill>
                  <a:srgbClr val="898989"/>
                </a:solidFill>
              </a:defRPr>
            </a:lvl4pPr>
            <a:lvl5pPr indent="-381000" lvl="4" marL="2286000" algn="l">
              <a:lnSpc>
                <a:spcPct val="90000"/>
              </a:lnSpc>
              <a:spcBef>
                <a:spcPts val="1000"/>
              </a:spcBef>
              <a:spcAft>
                <a:spcPts val="0"/>
              </a:spcAft>
              <a:buClr>
                <a:srgbClr val="898989"/>
              </a:buClr>
              <a:buSzPts val="2400"/>
              <a:buFont typeface="Calibri"/>
              <a:buChar char="•"/>
              <a:defRPr sz="2400">
                <a:solidFill>
                  <a:srgbClr val="898989"/>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85" name="Google Shape;185;p137"/>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4">
    <p:bg>
      <p:bgPr>
        <a:solidFill>
          <a:srgbClr val="FFFFFF"/>
        </a:solidFill>
      </p:bgPr>
    </p:bg>
    <p:spTree>
      <p:nvGrpSpPr>
        <p:cNvPr id="186" name="Shape 186"/>
        <p:cNvGrpSpPr/>
        <p:nvPr/>
      </p:nvGrpSpPr>
      <p:grpSpPr>
        <a:xfrm>
          <a:off x="0" y="0"/>
          <a:ext cx="0" cy="0"/>
          <a:chOff x="0" y="0"/>
          <a:chExt cx="0" cy="0"/>
        </a:xfrm>
      </p:grpSpPr>
      <p:sp>
        <p:nvSpPr>
          <p:cNvPr id="187" name="Google Shape;187;p138"/>
          <p:cNvSpPr txBox="1"/>
          <p:nvPr>
            <p:ph type="title"/>
          </p:nvPr>
        </p:nvSpPr>
        <p:spPr>
          <a:xfrm>
            <a:off x="838203" y="365128"/>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88" name="Google Shape;188;p138"/>
          <p:cNvSpPr txBox="1"/>
          <p:nvPr>
            <p:ph idx="1" type="body"/>
          </p:nvPr>
        </p:nvSpPr>
        <p:spPr>
          <a:xfrm>
            <a:off x="838203" y="1825625"/>
            <a:ext cx="5181604" cy="435134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89" name="Google Shape;189;p138"/>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p:cSld name="Comparaison 4">
    <p:bg>
      <p:bgPr>
        <a:solidFill>
          <a:srgbClr val="FFFFFF"/>
        </a:solidFill>
      </p:bgPr>
    </p:bg>
    <p:spTree>
      <p:nvGrpSpPr>
        <p:cNvPr id="190" name="Shape 190"/>
        <p:cNvGrpSpPr/>
        <p:nvPr/>
      </p:nvGrpSpPr>
      <p:grpSpPr>
        <a:xfrm>
          <a:off x="0" y="0"/>
          <a:ext cx="0" cy="0"/>
          <a:chOff x="0" y="0"/>
          <a:chExt cx="0" cy="0"/>
        </a:xfrm>
      </p:grpSpPr>
      <p:sp>
        <p:nvSpPr>
          <p:cNvPr id="191" name="Google Shape;191;p139"/>
          <p:cNvSpPr txBox="1"/>
          <p:nvPr>
            <p:ph type="title"/>
          </p:nvPr>
        </p:nvSpPr>
        <p:spPr>
          <a:xfrm>
            <a:off x="839784" y="365128"/>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2" name="Google Shape;192;p139"/>
          <p:cNvSpPr txBox="1"/>
          <p:nvPr>
            <p:ph idx="1" type="body"/>
          </p:nvPr>
        </p:nvSpPr>
        <p:spPr>
          <a:xfrm>
            <a:off x="839784" y="1681159"/>
            <a:ext cx="5157783"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381000" lvl="1" marL="914400" algn="l">
              <a:lnSpc>
                <a:spcPct val="90000"/>
              </a:lnSpc>
              <a:spcBef>
                <a:spcPts val="1000"/>
              </a:spcBef>
              <a:spcAft>
                <a:spcPts val="0"/>
              </a:spcAft>
              <a:buClr>
                <a:srgbClr val="000000"/>
              </a:buClr>
              <a:buSzPts val="2400"/>
              <a:buFont typeface="Calibri"/>
              <a:buChar char="•"/>
              <a:defRPr b="1" sz="2400"/>
            </a:lvl2pPr>
            <a:lvl3pPr indent="-381000" lvl="2" marL="1371600" algn="l">
              <a:lnSpc>
                <a:spcPct val="90000"/>
              </a:lnSpc>
              <a:spcBef>
                <a:spcPts val="1000"/>
              </a:spcBef>
              <a:spcAft>
                <a:spcPts val="0"/>
              </a:spcAft>
              <a:buClr>
                <a:srgbClr val="000000"/>
              </a:buClr>
              <a:buSzPts val="2400"/>
              <a:buFont typeface="Calibri"/>
              <a:buChar char="•"/>
              <a:defRPr b="1" sz="2400"/>
            </a:lvl3pPr>
            <a:lvl4pPr indent="-381000" lvl="3" marL="1828800" algn="l">
              <a:lnSpc>
                <a:spcPct val="90000"/>
              </a:lnSpc>
              <a:spcBef>
                <a:spcPts val="1000"/>
              </a:spcBef>
              <a:spcAft>
                <a:spcPts val="0"/>
              </a:spcAft>
              <a:buClr>
                <a:srgbClr val="000000"/>
              </a:buClr>
              <a:buSzPts val="2400"/>
              <a:buFont typeface="Calibri"/>
              <a:buChar char="•"/>
              <a:defRPr b="1" sz="2400"/>
            </a:lvl4pPr>
            <a:lvl5pPr indent="-381000" lvl="4" marL="2286000" algn="l">
              <a:lnSpc>
                <a:spcPct val="90000"/>
              </a:lnSpc>
              <a:spcBef>
                <a:spcPts val="1000"/>
              </a:spcBef>
              <a:spcAft>
                <a:spcPts val="0"/>
              </a:spcAft>
              <a:buClr>
                <a:srgbClr val="000000"/>
              </a:buClr>
              <a:buSzPts val="2400"/>
              <a:buFont typeface="Calibri"/>
              <a:buChar char="•"/>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93" name="Google Shape;193;p139"/>
          <p:cNvSpPr txBox="1"/>
          <p:nvPr>
            <p:ph idx="2" type="body"/>
          </p:nvPr>
        </p:nvSpPr>
        <p:spPr>
          <a:xfrm>
            <a:off x="6172198" y="1681158"/>
            <a:ext cx="5183190" cy="823914"/>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94" name="Google Shape;194;p139"/>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4">
    <p:bg>
      <p:bgPr>
        <a:solidFill>
          <a:srgbClr val="FFFFFF"/>
        </a:solidFill>
      </p:bgPr>
    </p:bg>
    <p:spTree>
      <p:nvGrpSpPr>
        <p:cNvPr id="195" name="Shape 195"/>
        <p:cNvGrpSpPr/>
        <p:nvPr/>
      </p:nvGrpSpPr>
      <p:grpSpPr>
        <a:xfrm>
          <a:off x="0" y="0"/>
          <a:ext cx="0" cy="0"/>
          <a:chOff x="0" y="0"/>
          <a:chExt cx="0" cy="0"/>
        </a:xfrm>
      </p:grpSpPr>
      <p:sp>
        <p:nvSpPr>
          <p:cNvPr id="196" name="Google Shape;196;p140"/>
          <p:cNvSpPr txBox="1"/>
          <p:nvPr>
            <p:ph type="title"/>
          </p:nvPr>
        </p:nvSpPr>
        <p:spPr>
          <a:xfrm>
            <a:off x="838203" y="365128"/>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7" name="Google Shape;197;p140"/>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4">
    <p:bg>
      <p:bgPr>
        <a:solidFill>
          <a:srgbClr val="FFFFFF"/>
        </a:solidFill>
      </p:bgPr>
    </p:bg>
    <p:spTree>
      <p:nvGrpSpPr>
        <p:cNvPr id="198" name="Shape 198"/>
        <p:cNvGrpSpPr/>
        <p:nvPr/>
      </p:nvGrpSpPr>
      <p:grpSpPr>
        <a:xfrm>
          <a:off x="0" y="0"/>
          <a:ext cx="0" cy="0"/>
          <a:chOff x="0" y="0"/>
          <a:chExt cx="0" cy="0"/>
        </a:xfrm>
      </p:grpSpPr>
      <p:sp>
        <p:nvSpPr>
          <p:cNvPr id="199" name="Google Shape;199;p141"/>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p:cSld name="Contenu avec légende 4">
    <p:bg>
      <p:bgPr>
        <a:solidFill>
          <a:srgbClr val="FFFFFF"/>
        </a:solidFill>
      </p:bgPr>
    </p:bg>
    <p:spTree>
      <p:nvGrpSpPr>
        <p:cNvPr id="200" name="Shape 200"/>
        <p:cNvGrpSpPr/>
        <p:nvPr/>
      </p:nvGrpSpPr>
      <p:grpSpPr>
        <a:xfrm>
          <a:off x="0" y="0"/>
          <a:ext cx="0" cy="0"/>
          <a:chOff x="0" y="0"/>
          <a:chExt cx="0" cy="0"/>
        </a:xfrm>
      </p:grpSpPr>
      <p:sp>
        <p:nvSpPr>
          <p:cNvPr id="201" name="Google Shape;201;p142"/>
          <p:cNvSpPr txBox="1"/>
          <p:nvPr>
            <p:ph type="title"/>
          </p:nvPr>
        </p:nvSpPr>
        <p:spPr>
          <a:xfrm>
            <a:off x="839784"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02" name="Google Shape;202;p142"/>
          <p:cNvSpPr txBox="1"/>
          <p:nvPr>
            <p:ph idx="1" type="body"/>
          </p:nvPr>
        </p:nvSpPr>
        <p:spPr>
          <a:xfrm>
            <a:off x="5183184" y="987421"/>
            <a:ext cx="6172202" cy="4873627"/>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3" name="Google Shape;203;p142"/>
          <p:cNvSpPr txBox="1"/>
          <p:nvPr>
            <p:ph idx="2" type="body"/>
          </p:nvPr>
        </p:nvSpPr>
        <p:spPr>
          <a:xfrm>
            <a:off x="839780" y="2057398"/>
            <a:ext cx="3932249" cy="381159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4" name="Google Shape;204;p142"/>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p:cSld name="Image avec légende 3">
    <p:bg>
      <p:bgPr>
        <a:solidFill>
          <a:srgbClr val="FFFFFF"/>
        </a:solidFill>
      </p:bgPr>
    </p:bg>
    <p:spTree>
      <p:nvGrpSpPr>
        <p:cNvPr id="205" name="Shape 205"/>
        <p:cNvGrpSpPr/>
        <p:nvPr/>
      </p:nvGrpSpPr>
      <p:grpSpPr>
        <a:xfrm>
          <a:off x="0" y="0"/>
          <a:ext cx="0" cy="0"/>
          <a:chOff x="0" y="0"/>
          <a:chExt cx="0" cy="0"/>
        </a:xfrm>
      </p:grpSpPr>
      <p:sp>
        <p:nvSpPr>
          <p:cNvPr id="206" name="Google Shape;206;p143"/>
          <p:cNvSpPr txBox="1"/>
          <p:nvPr>
            <p:ph type="title"/>
          </p:nvPr>
        </p:nvSpPr>
        <p:spPr>
          <a:xfrm>
            <a:off x="839784" y="457200"/>
            <a:ext cx="3932240"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07" name="Google Shape;207;p143"/>
          <p:cNvSpPr/>
          <p:nvPr>
            <p:ph idx="2" type="pic"/>
          </p:nvPr>
        </p:nvSpPr>
        <p:spPr>
          <a:xfrm>
            <a:off x="5183184" y="987421"/>
            <a:ext cx="6172202" cy="4873627"/>
          </a:xfrm>
          <a:prstGeom prst="rect">
            <a:avLst/>
          </a:prstGeom>
          <a:noFill/>
          <a:ln>
            <a:noFill/>
          </a:ln>
        </p:spPr>
      </p:sp>
      <p:sp>
        <p:nvSpPr>
          <p:cNvPr id="208" name="Google Shape;208;p143"/>
          <p:cNvSpPr txBox="1"/>
          <p:nvPr>
            <p:ph idx="1" type="body"/>
          </p:nvPr>
        </p:nvSpPr>
        <p:spPr>
          <a:xfrm>
            <a:off x="839784" y="2057400"/>
            <a:ext cx="3932240" cy="3811586"/>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330200" lvl="1" marL="914400" algn="l">
              <a:lnSpc>
                <a:spcPct val="90000"/>
              </a:lnSpc>
              <a:spcBef>
                <a:spcPts val="1000"/>
              </a:spcBef>
              <a:spcAft>
                <a:spcPts val="0"/>
              </a:spcAft>
              <a:buClr>
                <a:srgbClr val="000000"/>
              </a:buClr>
              <a:buSzPts val="1600"/>
              <a:buFont typeface="Calibri"/>
              <a:buChar char="•"/>
              <a:defRPr sz="1600"/>
            </a:lvl2pPr>
            <a:lvl3pPr indent="-330200" lvl="2" marL="1371600" algn="l">
              <a:lnSpc>
                <a:spcPct val="90000"/>
              </a:lnSpc>
              <a:spcBef>
                <a:spcPts val="1000"/>
              </a:spcBef>
              <a:spcAft>
                <a:spcPts val="0"/>
              </a:spcAft>
              <a:buClr>
                <a:srgbClr val="000000"/>
              </a:buClr>
              <a:buSzPts val="1600"/>
              <a:buFont typeface="Calibri"/>
              <a:buChar char="•"/>
              <a:defRPr sz="1600"/>
            </a:lvl3pPr>
            <a:lvl4pPr indent="-330200" lvl="3" marL="1828800" algn="l">
              <a:lnSpc>
                <a:spcPct val="90000"/>
              </a:lnSpc>
              <a:spcBef>
                <a:spcPts val="1000"/>
              </a:spcBef>
              <a:spcAft>
                <a:spcPts val="0"/>
              </a:spcAft>
              <a:buClr>
                <a:srgbClr val="000000"/>
              </a:buClr>
              <a:buSzPts val="1600"/>
              <a:buFont typeface="Calibri"/>
              <a:buChar char="•"/>
              <a:defRPr sz="1600"/>
            </a:lvl4pPr>
            <a:lvl5pPr indent="-330200" lvl="4" marL="2286000" algn="l">
              <a:lnSpc>
                <a:spcPct val="90000"/>
              </a:lnSpc>
              <a:spcBef>
                <a:spcPts val="1000"/>
              </a:spcBef>
              <a:spcAft>
                <a:spcPts val="0"/>
              </a:spcAft>
              <a:buClr>
                <a:srgbClr val="000000"/>
              </a:buClr>
              <a:buSzPts val="1600"/>
              <a:buFont typeface="Calibri"/>
              <a:buChar char="•"/>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9" name="Google Shape;209;p143"/>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p:cSld name="Titre et texte vertical 4">
    <p:bg>
      <p:bgPr>
        <a:solidFill>
          <a:srgbClr val="FFFFFF"/>
        </a:solidFill>
      </p:bgPr>
    </p:bg>
    <p:spTree>
      <p:nvGrpSpPr>
        <p:cNvPr id="210" name="Shape 210"/>
        <p:cNvGrpSpPr/>
        <p:nvPr/>
      </p:nvGrpSpPr>
      <p:grpSpPr>
        <a:xfrm>
          <a:off x="0" y="0"/>
          <a:ext cx="0" cy="0"/>
          <a:chOff x="0" y="0"/>
          <a:chExt cx="0" cy="0"/>
        </a:xfrm>
      </p:grpSpPr>
      <p:sp>
        <p:nvSpPr>
          <p:cNvPr id="211" name="Google Shape;211;p144"/>
          <p:cNvSpPr txBox="1"/>
          <p:nvPr>
            <p:ph type="title"/>
          </p:nvPr>
        </p:nvSpPr>
        <p:spPr>
          <a:xfrm>
            <a:off x="838203" y="365128"/>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12" name="Google Shape;212;p144"/>
          <p:cNvSpPr txBox="1"/>
          <p:nvPr>
            <p:ph idx="1" type="body"/>
          </p:nvPr>
        </p:nvSpPr>
        <p:spPr>
          <a:xfrm>
            <a:off x="838203" y="1825625"/>
            <a:ext cx="10515601" cy="435134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13" name="Google Shape;213;p144"/>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p:cSld name="Titre vertical et texte 4">
    <p:bg>
      <p:bgPr>
        <a:solidFill>
          <a:srgbClr val="FFFFFF"/>
        </a:solidFill>
      </p:bgPr>
    </p:bg>
    <p:spTree>
      <p:nvGrpSpPr>
        <p:cNvPr id="214" name="Shape 214"/>
        <p:cNvGrpSpPr/>
        <p:nvPr/>
      </p:nvGrpSpPr>
      <p:grpSpPr>
        <a:xfrm>
          <a:off x="0" y="0"/>
          <a:ext cx="0" cy="0"/>
          <a:chOff x="0" y="0"/>
          <a:chExt cx="0" cy="0"/>
        </a:xfrm>
      </p:grpSpPr>
      <p:sp>
        <p:nvSpPr>
          <p:cNvPr id="215" name="Google Shape;215;p145"/>
          <p:cNvSpPr txBox="1"/>
          <p:nvPr>
            <p:ph type="title"/>
          </p:nvPr>
        </p:nvSpPr>
        <p:spPr>
          <a:xfrm>
            <a:off x="8724903" y="365128"/>
            <a:ext cx="2628906" cy="581183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16" name="Google Shape;216;p145"/>
          <p:cNvSpPr txBox="1"/>
          <p:nvPr>
            <p:ph idx="1" type="body"/>
          </p:nvPr>
        </p:nvSpPr>
        <p:spPr>
          <a:xfrm>
            <a:off x="838203" y="365128"/>
            <a:ext cx="7734297" cy="5811836"/>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17" name="Google Shape;217;p145"/>
          <p:cNvSpPr txBox="1"/>
          <p:nvPr>
            <p:ph idx="12" type="sldNum"/>
          </p:nvPr>
        </p:nvSpPr>
        <p:spPr>
          <a:xfrm>
            <a:off x="11089828" y="6404297"/>
            <a:ext cx="263978" cy="269237"/>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219" name="Shape 219"/>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Slide layout">
  <p:cSld name="Section Break Slide layout">
    <p:bg>
      <p:bgPr>
        <a:blipFill>
          <a:blip r:embed="rId2">
            <a:alphaModFix/>
          </a:blip>
          <a:stretch>
            <a:fillRect/>
          </a:stretch>
        </a:blipFill>
      </p:bgPr>
    </p:bg>
    <p:spTree>
      <p:nvGrpSpPr>
        <p:cNvPr id="220" name="Shape 220"/>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slide layout">
  <p:cSld name="1_Contents slide layout">
    <p:spTree>
      <p:nvGrpSpPr>
        <p:cNvPr id="221" name="Shape 221"/>
        <p:cNvGrpSpPr/>
        <p:nvPr/>
      </p:nvGrpSpPr>
      <p:grpSpPr>
        <a:xfrm>
          <a:off x="0" y="0"/>
          <a:ext cx="0" cy="0"/>
          <a:chOff x="0" y="0"/>
          <a:chExt cx="0" cy="0"/>
        </a:xfrm>
      </p:grpSpPr>
      <p:sp>
        <p:nvSpPr>
          <p:cNvPr id="222" name="Google Shape;222;p79"/>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223" name="Shape 223"/>
        <p:cNvGrpSpPr/>
        <p:nvPr/>
      </p:nvGrpSpPr>
      <p:grpSpPr>
        <a:xfrm>
          <a:off x="0" y="0"/>
          <a:ext cx="0" cy="0"/>
          <a:chOff x="0" y="0"/>
          <a:chExt cx="0" cy="0"/>
        </a:xfrm>
      </p:grpSpPr>
      <p:sp>
        <p:nvSpPr>
          <p:cNvPr id="224" name="Google Shape;224;p180"/>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225" name="Shape 225"/>
        <p:cNvGrpSpPr/>
        <p:nvPr/>
      </p:nvGrpSpPr>
      <p:grpSpPr>
        <a:xfrm>
          <a:off x="0" y="0"/>
          <a:ext cx="0" cy="0"/>
          <a:chOff x="0" y="0"/>
          <a:chExt cx="0" cy="0"/>
        </a:xfrm>
      </p:grpSpPr>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226" name="Shape 226"/>
        <p:cNvGrpSpPr/>
        <p:nvPr/>
      </p:nvGrpSpPr>
      <p:grpSpPr>
        <a:xfrm>
          <a:off x="0" y="0"/>
          <a:ext cx="0" cy="0"/>
          <a:chOff x="0" y="0"/>
          <a:chExt cx="0" cy="0"/>
        </a:xfrm>
      </p:grpSpPr>
      <p:sp>
        <p:nvSpPr>
          <p:cNvPr id="227" name="Google Shape;227;p183"/>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8" name="Google Shape;228;p183"/>
          <p:cNvSpPr/>
          <p:nvPr>
            <p:ph idx="2" type="pic"/>
          </p:nvPr>
        </p:nvSpPr>
        <p:spPr>
          <a:xfrm>
            <a:off x="905524" y="1837041"/>
            <a:ext cx="2268000" cy="1986288"/>
          </a:xfrm>
          <a:prstGeom prst="rect">
            <a:avLst/>
          </a:prstGeom>
          <a:solidFill>
            <a:srgbClr val="F2F2F2"/>
          </a:solidFill>
          <a:ln cap="flat" cmpd="sng" w="25400">
            <a:solidFill>
              <a:schemeClr val="accent1"/>
            </a:solidFill>
            <a:prstDash val="solid"/>
            <a:round/>
            <a:headEnd len="sm" w="sm" type="none"/>
            <a:tailEnd len="sm" w="sm" type="none"/>
          </a:ln>
        </p:spPr>
      </p:sp>
      <p:sp>
        <p:nvSpPr>
          <p:cNvPr id="229" name="Google Shape;229;p183"/>
          <p:cNvSpPr/>
          <p:nvPr>
            <p:ph idx="3" type="pic"/>
          </p:nvPr>
        </p:nvSpPr>
        <p:spPr>
          <a:xfrm>
            <a:off x="3603313" y="1837041"/>
            <a:ext cx="2268000" cy="1986288"/>
          </a:xfrm>
          <a:prstGeom prst="rect">
            <a:avLst/>
          </a:prstGeom>
          <a:solidFill>
            <a:srgbClr val="F2F2F2"/>
          </a:solidFill>
          <a:ln cap="flat" cmpd="sng" w="25400">
            <a:solidFill>
              <a:schemeClr val="accent2"/>
            </a:solidFill>
            <a:prstDash val="solid"/>
            <a:round/>
            <a:headEnd len="sm" w="sm" type="none"/>
            <a:tailEnd len="sm" w="sm" type="none"/>
          </a:ln>
        </p:spPr>
      </p:sp>
      <p:sp>
        <p:nvSpPr>
          <p:cNvPr id="230" name="Google Shape;230;p183"/>
          <p:cNvSpPr/>
          <p:nvPr>
            <p:ph idx="4" type="pic"/>
          </p:nvPr>
        </p:nvSpPr>
        <p:spPr>
          <a:xfrm>
            <a:off x="6301102" y="1837041"/>
            <a:ext cx="2268000" cy="1986288"/>
          </a:xfrm>
          <a:prstGeom prst="rect">
            <a:avLst/>
          </a:prstGeom>
          <a:solidFill>
            <a:srgbClr val="F2F2F2"/>
          </a:solidFill>
          <a:ln cap="flat" cmpd="sng" w="25400">
            <a:solidFill>
              <a:schemeClr val="accent3"/>
            </a:solidFill>
            <a:prstDash val="solid"/>
            <a:round/>
            <a:headEnd len="sm" w="sm" type="none"/>
            <a:tailEnd len="sm" w="sm" type="none"/>
          </a:ln>
        </p:spPr>
      </p:sp>
      <p:sp>
        <p:nvSpPr>
          <p:cNvPr id="231" name="Google Shape;231;p183"/>
          <p:cNvSpPr/>
          <p:nvPr>
            <p:ph idx="5" type="pic"/>
          </p:nvPr>
        </p:nvSpPr>
        <p:spPr>
          <a:xfrm>
            <a:off x="9016308" y="1837041"/>
            <a:ext cx="2268000" cy="1986288"/>
          </a:xfrm>
          <a:prstGeom prst="rect">
            <a:avLst/>
          </a:prstGeom>
          <a:solidFill>
            <a:srgbClr val="F2F2F2"/>
          </a:solidFill>
          <a:ln cap="flat" cmpd="sng" w="25400">
            <a:solidFill>
              <a:schemeClr val="accent4"/>
            </a:solidFill>
            <a:prstDash val="solid"/>
            <a:round/>
            <a:headEnd len="sm" w="sm" type="none"/>
            <a:tailEnd len="sm" w="sm" type="none"/>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 slide layout">
  <p:cSld name="9_Image slide layout">
    <p:spTree>
      <p:nvGrpSpPr>
        <p:cNvPr id="232" name="Shape 232"/>
        <p:cNvGrpSpPr/>
        <p:nvPr/>
      </p:nvGrpSpPr>
      <p:grpSpPr>
        <a:xfrm>
          <a:off x="0" y="0"/>
          <a:ext cx="0" cy="0"/>
          <a:chOff x="0" y="0"/>
          <a:chExt cx="0" cy="0"/>
        </a:xfrm>
      </p:grpSpPr>
      <p:sp>
        <p:nvSpPr>
          <p:cNvPr id="233" name="Google Shape;233;p184"/>
          <p:cNvSpPr/>
          <p:nvPr>
            <p:ph idx="2" type="pic"/>
          </p:nvPr>
        </p:nvSpPr>
        <p:spPr>
          <a:xfrm>
            <a:off x="4074943" y="448887"/>
            <a:ext cx="2825140" cy="2825140"/>
          </a:xfrm>
          <a:prstGeom prst="rect">
            <a:avLst/>
          </a:prstGeom>
          <a:solidFill>
            <a:srgbClr val="F2F2F2"/>
          </a:solidFill>
          <a:ln>
            <a:noFill/>
          </a:ln>
        </p:spPr>
      </p:sp>
      <p:sp>
        <p:nvSpPr>
          <p:cNvPr id="234" name="Google Shape;234;p184"/>
          <p:cNvSpPr/>
          <p:nvPr>
            <p:ph idx="3" type="pic"/>
          </p:nvPr>
        </p:nvSpPr>
        <p:spPr>
          <a:xfrm>
            <a:off x="5653743" y="2009396"/>
            <a:ext cx="2825140" cy="2825140"/>
          </a:xfrm>
          <a:prstGeom prst="rect">
            <a:avLst/>
          </a:prstGeom>
          <a:solidFill>
            <a:srgbClr val="F2F2F2"/>
          </a:solidFill>
          <a:ln>
            <a:noFill/>
          </a:ln>
        </p:spPr>
      </p:sp>
      <p:sp>
        <p:nvSpPr>
          <p:cNvPr id="235" name="Google Shape;235;p184"/>
          <p:cNvSpPr/>
          <p:nvPr>
            <p:ph idx="4" type="pic"/>
          </p:nvPr>
        </p:nvSpPr>
        <p:spPr>
          <a:xfrm>
            <a:off x="7232543" y="448886"/>
            <a:ext cx="2825140" cy="2825140"/>
          </a:xfrm>
          <a:prstGeom prst="rect">
            <a:avLst/>
          </a:prstGeom>
          <a:solidFill>
            <a:srgbClr val="F2F2F2"/>
          </a:solidFill>
          <a:ln>
            <a:noFill/>
          </a:ln>
        </p:spPr>
      </p:sp>
      <p:sp>
        <p:nvSpPr>
          <p:cNvPr id="236" name="Google Shape;236;p184"/>
          <p:cNvSpPr/>
          <p:nvPr>
            <p:ph idx="5" type="pic"/>
          </p:nvPr>
        </p:nvSpPr>
        <p:spPr>
          <a:xfrm>
            <a:off x="7206298" y="3569906"/>
            <a:ext cx="2825140" cy="2825140"/>
          </a:xfrm>
          <a:prstGeom prst="rect">
            <a:avLst/>
          </a:prstGeom>
          <a:solidFill>
            <a:srgbClr val="F2F2F2"/>
          </a:solidFill>
          <a:ln>
            <a:noFill/>
          </a:ln>
        </p:spPr>
      </p:sp>
      <p:sp>
        <p:nvSpPr>
          <p:cNvPr id="237" name="Google Shape;237;p184"/>
          <p:cNvSpPr/>
          <p:nvPr>
            <p:ph idx="6" type="pic"/>
          </p:nvPr>
        </p:nvSpPr>
        <p:spPr>
          <a:xfrm>
            <a:off x="8770034" y="14068"/>
            <a:ext cx="3421966" cy="6843932"/>
          </a:xfrm>
          <a:prstGeom prst="rect">
            <a:avLst/>
          </a:prstGeom>
          <a:solidFill>
            <a:srgbClr val="F2F2F2"/>
          </a:solid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238" name="Shape 238"/>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239" name="Shape 239"/>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240" name="Shape 240"/>
        <p:cNvGrpSpPr/>
        <p:nvPr/>
      </p:nvGrpSpPr>
      <p:grpSpPr>
        <a:xfrm>
          <a:off x="0" y="0"/>
          <a:ext cx="0" cy="0"/>
          <a:chOff x="0" y="0"/>
          <a:chExt cx="0" cy="0"/>
        </a:xfrm>
      </p:grpSpPr>
      <p:sp>
        <p:nvSpPr>
          <p:cNvPr id="241" name="Google Shape;241;p187"/>
          <p:cNvSpPr/>
          <p:nvPr/>
        </p:nvSpPr>
        <p:spPr>
          <a:xfrm>
            <a:off x="3397776" y="2717708"/>
            <a:ext cx="8794226" cy="2404870"/>
          </a:xfrm>
          <a:prstGeom prst="rect">
            <a:avLst/>
          </a:prstGeom>
          <a:solidFill>
            <a:schemeClr val="accent4">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242" name="Google Shape;242;p187"/>
          <p:cNvGrpSpPr/>
          <p:nvPr/>
        </p:nvGrpSpPr>
        <p:grpSpPr>
          <a:xfrm>
            <a:off x="733478" y="1571013"/>
            <a:ext cx="2664296" cy="4683693"/>
            <a:chOff x="445712" y="1449040"/>
            <a:chExt cx="2113018" cy="3924176"/>
          </a:xfrm>
        </p:grpSpPr>
        <p:sp>
          <p:nvSpPr>
            <p:cNvPr id="243" name="Google Shape;243;p187"/>
            <p:cNvSpPr/>
            <p:nvPr/>
          </p:nvSpPr>
          <p:spPr>
            <a:xfrm>
              <a:off x="445712" y="1449040"/>
              <a:ext cx="2113018" cy="3924176"/>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4" name="Google Shape;244;p187"/>
            <p:cNvSpPr/>
            <p:nvPr/>
          </p:nvSpPr>
          <p:spPr>
            <a:xfrm>
              <a:off x="1379920" y="1650572"/>
              <a:ext cx="216024" cy="34350"/>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245" name="Google Shape;245;p187"/>
            <p:cNvGrpSpPr/>
            <p:nvPr/>
          </p:nvGrpSpPr>
          <p:grpSpPr>
            <a:xfrm>
              <a:off x="1407705" y="5045834"/>
              <a:ext cx="211967" cy="211967"/>
              <a:chOff x="1549420" y="5712364"/>
              <a:chExt cx="312583" cy="312583"/>
            </a:xfrm>
          </p:grpSpPr>
          <p:sp>
            <p:nvSpPr>
              <p:cNvPr id="246" name="Google Shape;246;p187"/>
              <p:cNvSpPr/>
              <p:nvPr/>
            </p:nvSpPr>
            <p:spPr>
              <a:xfrm>
                <a:off x="1549420" y="5712364"/>
                <a:ext cx="312583" cy="312583"/>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7" name="Google Shape;247;p187"/>
              <p:cNvSpPr/>
              <p:nvPr/>
            </p:nvSpPr>
            <p:spPr>
              <a:xfrm>
                <a:off x="1634225" y="5796647"/>
                <a:ext cx="142969" cy="144016"/>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sp>
        <p:nvSpPr>
          <p:cNvPr id="248" name="Google Shape;248;p187"/>
          <p:cNvSpPr/>
          <p:nvPr>
            <p:ph idx="2" type="pic"/>
          </p:nvPr>
        </p:nvSpPr>
        <p:spPr>
          <a:xfrm>
            <a:off x="921396" y="1982583"/>
            <a:ext cx="2288460" cy="3753075"/>
          </a:xfrm>
          <a:prstGeom prst="rect">
            <a:avLst/>
          </a:prstGeom>
          <a:solidFill>
            <a:srgbClr val="F2F2F2"/>
          </a:solidFill>
          <a:ln>
            <a:noFill/>
          </a:ln>
        </p:spPr>
      </p:sp>
      <p:sp>
        <p:nvSpPr>
          <p:cNvPr id="249" name="Google Shape;249;p187"/>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250" name="Shape 250"/>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251" name="Shape 251"/>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slide layout">
  <p:cSld name="3_Image slide layout">
    <p:spTree>
      <p:nvGrpSpPr>
        <p:cNvPr id="252" name="Shape 252"/>
        <p:cNvGrpSpPr/>
        <p:nvPr/>
      </p:nvGrpSpPr>
      <p:grpSpPr>
        <a:xfrm>
          <a:off x="0" y="0"/>
          <a:ext cx="0" cy="0"/>
          <a:chOff x="0" y="0"/>
          <a:chExt cx="0" cy="0"/>
        </a:xfrm>
      </p:grpSpPr>
      <p:sp>
        <p:nvSpPr>
          <p:cNvPr id="253" name="Google Shape;253;p190"/>
          <p:cNvSpPr/>
          <p:nvPr/>
        </p:nvSpPr>
        <p:spPr>
          <a:xfrm rot="10800000">
            <a:off x="5119026" y="0"/>
            <a:ext cx="7072972" cy="6858000"/>
          </a:xfrm>
          <a:custGeom>
            <a:rect b="b" l="l" r="r" t="t"/>
            <a:pathLst>
              <a:path extrusionOk="0" h="6858000" w="7072972">
                <a:moveTo>
                  <a:pt x="0" y="0"/>
                </a:moveTo>
                <a:lnTo>
                  <a:pt x="7072972" y="1890052"/>
                </a:lnTo>
                <a:lnTo>
                  <a:pt x="3307176"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54" name="Google Shape;254;p190"/>
          <p:cNvSpPr/>
          <p:nvPr>
            <p:ph idx="2" type="pic"/>
          </p:nvPr>
        </p:nvSpPr>
        <p:spPr>
          <a:xfrm>
            <a:off x="2" y="0"/>
            <a:ext cx="7072972" cy="6858000"/>
          </a:xfrm>
          <a:prstGeom prst="rect">
            <a:avLst/>
          </a:prstGeom>
          <a:solidFill>
            <a:srgbClr val="F2F2F2"/>
          </a:solid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255" name="Shape 255"/>
        <p:cNvGrpSpPr/>
        <p:nvPr/>
      </p:nvGrpSpPr>
      <p:grpSpPr>
        <a:xfrm>
          <a:off x="0" y="0"/>
          <a:ext cx="0" cy="0"/>
          <a:chOff x="0" y="0"/>
          <a:chExt cx="0" cy="0"/>
        </a:xfrm>
      </p:grpSpPr>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256" name="Shape 256"/>
        <p:cNvGrpSpPr/>
        <p:nvPr/>
      </p:nvGrpSpPr>
      <p:grpSpPr>
        <a:xfrm>
          <a:off x="0" y="0"/>
          <a:ext cx="0" cy="0"/>
          <a:chOff x="0" y="0"/>
          <a:chExt cx="0" cy="0"/>
        </a:xfrm>
      </p:grpSpPr>
      <p:grpSp>
        <p:nvGrpSpPr>
          <p:cNvPr id="257" name="Google Shape;257;p192"/>
          <p:cNvGrpSpPr/>
          <p:nvPr/>
        </p:nvGrpSpPr>
        <p:grpSpPr>
          <a:xfrm>
            <a:off x="3095065" y="1780189"/>
            <a:ext cx="6001869" cy="3297621"/>
            <a:chOff x="-548507" y="477868"/>
            <a:chExt cx="11570450" cy="6357177"/>
          </a:xfrm>
        </p:grpSpPr>
        <p:sp>
          <p:nvSpPr>
            <p:cNvPr id="258" name="Google Shape;258;p192"/>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 name="Google Shape;259;p192"/>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 name="Google Shape;260;p192"/>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192"/>
            <p:cNvSpPr/>
            <p:nvPr/>
          </p:nvSpPr>
          <p:spPr>
            <a:xfrm>
              <a:off x="-548507" y="6164484"/>
              <a:ext cx="11570450"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2" name="Google Shape;262;p192"/>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63" name="Google Shape;263;p192"/>
            <p:cNvGrpSpPr/>
            <p:nvPr/>
          </p:nvGrpSpPr>
          <p:grpSpPr>
            <a:xfrm>
              <a:off x="1606" y="6382978"/>
              <a:ext cx="413937" cy="115242"/>
              <a:chOff x="5955" y="6353672"/>
              <a:chExt cx="413937" cy="115242"/>
            </a:xfrm>
          </p:grpSpPr>
          <p:sp>
            <p:nvSpPr>
              <p:cNvPr id="264" name="Google Shape;264;p192"/>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65" name="Google Shape;265;p192"/>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266" name="Google Shape;266;p192"/>
            <p:cNvGrpSpPr/>
            <p:nvPr/>
          </p:nvGrpSpPr>
          <p:grpSpPr>
            <a:xfrm>
              <a:off x="9855291" y="6381600"/>
              <a:ext cx="885989" cy="115242"/>
              <a:chOff x="5955" y="6353672"/>
              <a:chExt cx="413937" cy="115242"/>
            </a:xfrm>
          </p:grpSpPr>
          <p:sp>
            <p:nvSpPr>
              <p:cNvPr id="267" name="Google Shape;267;p192"/>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68" name="Google Shape;268;p192"/>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269" name="Google Shape;269;p192"/>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823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0" name="Google Shape;270;p192"/>
          <p:cNvSpPr/>
          <p:nvPr>
            <p:ph idx="2" type="pic"/>
          </p:nvPr>
        </p:nvSpPr>
        <p:spPr>
          <a:xfrm>
            <a:off x="3909754" y="1947860"/>
            <a:ext cx="4372493" cy="2669432"/>
          </a:xfrm>
          <a:prstGeom prst="rect">
            <a:avLst/>
          </a:prstGeom>
          <a:solidFill>
            <a:srgbClr val="F2F2F2"/>
          </a:solidFill>
          <a:ln>
            <a:noFill/>
          </a:ln>
        </p:spPr>
      </p:sp>
      <p:sp>
        <p:nvSpPr>
          <p:cNvPr id="271" name="Google Shape;271;p192"/>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272" name="Shape 272"/>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p:cSld name="17_Contents slide layout">
    <p:bg>
      <p:bgPr>
        <a:blipFill>
          <a:blip r:embed="rId2">
            <a:alphaModFix/>
          </a:blip>
          <a:stretch>
            <a:fillRect/>
          </a:stretch>
        </a:blipFill>
      </p:bgPr>
    </p:bg>
    <p:spTree>
      <p:nvGrpSpPr>
        <p:cNvPr id="273" name="Shape 273"/>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274" name="Shape 274"/>
        <p:cNvGrpSpPr/>
        <p:nvPr/>
      </p:nvGrpSpPr>
      <p:grpSpPr>
        <a:xfrm>
          <a:off x="0" y="0"/>
          <a:ext cx="0" cy="0"/>
          <a:chOff x="0" y="0"/>
          <a:chExt cx="0" cy="0"/>
        </a:xfrm>
      </p:grpSpPr>
      <p:sp>
        <p:nvSpPr>
          <p:cNvPr id="275" name="Google Shape;275;p195"/>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276" name="Shape 276"/>
        <p:cNvGrpSpPr/>
        <p:nvPr/>
      </p:nvGrpSpPr>
      <p:grpSpPr>
        <a:xfrm>
          <a:off x="0" y="0"/>
          <a:ext cx="0" cy="0"/>
          <a:chOff x="0" y="0"/>
          <a:chExt cx="0" cy="0"/>
        </a:xfrm>
      </p:grpSpPr>
      <p:sp>
        <p:nvSpPr>
          <p:cNvPr id="277" name="Google Shape;277;p196"/>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8" name="Google Shape;278;p196"/>
          <p:cNvSpPr/>
          <p:nvPr/>
        </p:nvSpPr>
        <p:spPr>
          <a:xfrm>
            <a:off x="354010" y="1131591"/>
            <a:ext cx="3560767" cy="5402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279" name="Google Shape;279;p196"/>
          <p:cNvSpPr/>
          <p:nvPr/>
        </p:nvSpPr>
        <p:spPr>
          <a:xfrm>
            <a:off x="531933" y="1347500"/>
            <a:ext cx="153868" cy="5015200"/>
          </a:xfrm>
          <a:prstGeom prst="roundRect">
            <a:avLst>
              <a:gd fmla="val 50000" name="adj"/>
            </a:avLst>
          </a:pr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280" name="Google Shape;280;p196"/>
          <p:cNvSpPr/>
          <p:nvPr/>
        </p:nvSpPr>
        <p:spPr>
          <a:xfrm rot="5400000">
            <a:off x="3057177" y="1276653"/>
            <a:ext cx="685849" cy="685148"/>
          </a:xfrm>
          <a:prstGeom prst="halfFrame">
            <a:avLst>
              <a:gd fmla="val 23728" name="adj1"/>
              <a:gd fmla="val 24642" name="adj2"/>
            </a:avLst>
          </a:prstGeom>
          <a:solidFill>
            <a:schemeClr val="lt1">
              <a:alpha val="2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281" name="Google Shape;281;p196"/>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Resize without losing quality</a:t>
            </a:r>
            <a:endParaRPr b="1" i="0" sz="1400" u="none" cap="none" strike="noStrike">
              <a:solidFill>
                <a:srgbClr val="FFFFFF"/>
              </a:solidFill>
              <a:latin typeface="Arial"/>
              <a:ea typeface="Arial"/>
              <a:cs typeface="Arial"/>
              <a:sym typeface="Arial"/>
            </a:endParaRPr>
          </a:p>
        </p:txBody>
      </p:sp>
      <p:sp>
        <p:nvSpPr>
          <p:cNvPr id="282" name="Google Shape;282;p196"/>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Line Color</a:t>
            </a:r>
            <a:endParaRPr b="1" i="0" sz="1400" u="none" cap="none" strike="noStrike">
              <a:solidFill>
                <a:srgbClr val="FFFFFF"/>
              </a:solidFill>
              <a:latin typeface="Arial"/>
              <a:ea typeface="Arial"/>
              <a:cs typeface="Arial"/>
              <a:sym typeface="Arial"/>
            </a:endParaRPr>
          </a:p>
        </p:txBody>
      </p:sp>
      <p:sp>
        <p:nvSpPr>
          <p:cNvPr id="283" name="Google Shape;283;p196"/>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www.allppt.com</a:t>
            </a:r>
            <a:endParaRPr b="0" i="0" sz="1400" u="none" cap="none" strike="noStrike">
              <a:solidFill>
                <a:srgbClr val="FFFFFF"/>
              </a:solidFill>
              <a:latin typeface="Arial"/>
              <a:ea typeface="Arial"/>
              <a:cs typeface="Arial"/>
              <a:sym typeface="Arial"/>
            </a:endParaRPr>
          </a:p>
        </p:txBody>
      </p:sp>
      <p:sp>
        <p:nvSpPr>
          <p:cNvPr id="284" name="Google Shape;284;p196"/>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286" name="Shape 286"/>
        <p:cNvGrpSpPr/>
        <p:nvPr/>
      </p:nvGrpSpPr>
      <p:grpSpPr>
        <a:xfrm>
          <a:off x="0" y="0"/>
          <a:ext cx="0" cy="0"/>
          <a:chOff x="0" y="0"/>
          <a:chExt cx="0" cy="0"/>
        </a:xfrm>
      </p:grpSpPr>
      <p:sp>
        <p:nvSpPr>
          <p:cNvPr id="287" name="Google Shape;287;p84"/>
          <p:cNvSpPr/>
          <p:nvPr/>
        </p:nvSpPr>
        <p:spPr>
          <a:xfrm>
            <a:off x="3397776" y="2717708"/>
            <a:ext cx="8794226" cy="2404870"/>
          </a:xfrm>
          <a:prstGeom prst="rect">
            <a:avLst/>
          </a:prstGeom>
          <a:solidFill>
            <a:schemeClr val="accent4">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288" name="Google Shape;288;p84"/>
          <p:cNvGrpSpPr/>
          <p:nvPr/>
        </p:nvGrpSpPr>
        <p:grpSpPr>
          <a:xfrm>
            <a:off x="733478" y="1571013"/>
            <a:ext cx="2664296" cy="4683693"/>
            <a:chOff x="445712" y="1449040"/>
            <a:chExt cx="2113018" cy="3924176"/>
          </a:xfrm>
        </p:grpSpPr>
        <p:sp>
          <p:nvSpPr>
            <p:cNvPr id="289" name="Google Shape;289;p84"/>
            <p:cNvSpPr/>
            <p:nvPr/>
          </p:nvSpPr>
          <p:spPr>
            <a:xfrm>
              <a:off x="445712" y="1449040"/>
              <a:ext cx="2113018" cy="3924176"/>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90" name="Google Shape;290;p84"/>
            <p:cNvSpPr/>
            <p:nvPr/>
          </p:nvSpPr>
          <p:spPr>
            <a:xfrm>
              <a:off x="1379920" y="1650572"/>
              <a:ext cx="216024" cy="34350"/>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291" name="Google Shape;291;p84"/>
            <p:cNvGrpSpPr/>
            <p:nvPr/>
          </p:nvGrpSpPr>
          <p:grpSpPr>
            <a:xfrm>
              <a:off x="1407705" y="5045834"/>
              <a:ext cx="211967" cy="211967"/>
              <a:chOff x="1549420" y="5712364"/>
              <a:chExt cx="312583" cy="312583"/>
            </a:xfrm>
          </p:grpSpPr>
          <p:sp>
            <p:nvSpPr>
              <p:cNvPr id="292" name="Google Shape;292;p84"/>
              <p:cNvSpPr/>
              <p:nvPr/>
            </p:nvSpPr>
            <p:spPr>
              <a:xfrm>
                <a:off x="1549420" y="5712364"/>
                <a:ext cx="312583" cy="312583"/>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93" name="Google Shape;293;p84"/>
              <p:cNvSpPr/>
              <p:nvPr/>
            </p:nvSpPr>
            <p:spPr>
              <a:xfrm>
                <a:off x="1634225" y="5796647"/>
                <a:ext cx="142969" cy="144016"/>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sp>
        <p:nvSpPr>
          <p:cNvPr id="294" name="Google Shape;294;p84"/>
          <p:cNvSpPr/>
          <p:nvPr>
            <p:ph idx="2" type="pic"/>
          </p:nvPr>
        </p:nvSpPr>
        <p:spPr>
          <a:xfrm>
            <a:off x="921396" y="1982583"/>
            <a:ext cx="2288460" cy="3753075"/>
          </a:xfrm>
          <a:prstGeom prst="rect">
            <a:avLst/>
          </a:prstGeom>
          <a:solidFill>
            <a:srgbClr val="F2F2F2"/>
          </a:solidFill>
          <a:ln>
            <a:noFill/>
          </a:ln>
        </p:spPr>
      </p:sp>
      <p:sp>
        <p:nvSpPr>
          <p:cNvPr id="295" name="Google Shape;295;p84"/>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Slide layout">
  <p:cSld name="Section Break Slide layout">
    <p:bg>
      <p:bgPr>
        <a:blipFill>
          <a:blip r:embed="rId2">
            <a:alphaModFix/>
          </a:blip>
          <a:stretch>
            <a:fillRect/>
          </a:stretch>
        </a:blipFill>
      </p:bgPr>
    </p:bg>
    <p:spTree>
      <p:nvGrpSpPr>
        <p:cNvPr id="296" name="Shape 296"/>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p:cSld name="17_Contents slide layout">
    <p:bg>
      <p:bgPr>
        <a:blipFill>
          <a:blip r:embed="rId2">
            <a:alphaModFix/>
          </a:blip>
          <a:stretch>
            <a:fillRect/>
          </a:stretch>
        </a:blipFill>
      </p:bgPr>
    </p:bg>
    <p:spTree>
      <p:nvGrpSpPr>
        <p:cNvPr id="297" name="Shape 297"/>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8" name="Shape 298"/>
        <p:cNvGrpSpPr/>
        <p:nvPr/>
      </p:nvGrpSpPr>
      <p:grpSpPr>
        <a:xfrm>
          <a:off x="0" y="0"/>
          <a:ext cx="0" cy="0"/>
          <a:chOff x="0" y="0"/>
          <a:chExt cx="0" cy="0"/>
        </a:xfrm>
      </p:grpSpPr>
      <p:sp>
        <p:nvSpPr>
          <p:cNvPr id="299" name="Google Shape;299;p8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0" name="Google Shape;300;p8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301" name="Google Shape;301;p8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02" name="Google Shape;302;p8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03" name="Google Shape;303;p8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304" name="Shape 304"/>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5" name="Shape 305"/>
        <p:cNvGrpSpPr/>
        <p:nvPr/>
      </p:nvGrpSpPr>
      <p:grpSpPr>
        <a:xfrm>
          <a:off x="0" y="0"/>
          <a:ext cx="0" cy="0"/>
          <a:chOff x="0" y="0"/>
          <a:chExt cx="0" cy="0"/>
        </a:xfrm>
      </p:grpSpPr>
      <p:sp>
        <p:nvSpPr>
          <p:cNvPr id="306" name="Google Shape;306;p16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07" name="Google Shape;307;p16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08" name="Google Shape;308;p16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9" name="Shape 309"/>
        <p:cNvGrpSpPr/>
        <p:nvPr/>
      </p:nvGrpSpPr>
      <p:grpSpPr>
        <a:xfrm>
          <a:off x="0" y="0"/>
          <a:ext cx="0" cy="0"/>
          <a:chOff x="0" y="0"/>
          <a:chExt cx="0" cy="0"/>
        </a:xfrm>
      </p:grpSpPr>
      <p:sp>
        <p:nvSpPr>
          <p:cNvPr id="310" name="Google Shape;310;p95"/>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11" name="Google Shape;311;p9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12" name="Google Shape;312;p95"/>
          <p:cNvSpPr txBox="1"/>
          <p:nvPr>
            <p:ph idx="10" type="dt"/>
          </p:nvPr>
        </p:nvSpPr>
        <p:spPr>
          <a:xfrm>
            <a:off x="609600" y="6356351"/>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13" name="Google Shape;313;p95"/>
          <p:cNvSpPr txBox="1"/>
          <p:nvPr>
            <p:ph idx="11" type="ftr"/>
          </p:nvPr>
        </p:nvSpPr>
        <p:spPr>
          <a:xfrm>
            <a:off x="4165600" y="6356351"/>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314" name="Google Shape;314;p95"/>
          <p:cNvSpPr txBox="1"/>
          <p:nvPr>
            <p:ph idx="12" type="sldNum"/>
          </p:nvPr>
        </p:nvSpPr>
        <p:spPr>
          <a:xfrm>
            <a:off x="8737600" y="6356351"/>
            <a:ext cx="28448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spTree>
      <p:nvGrpSpPr>
        <p:cNvPr id="315" name="Shape 315"/>
        <p:cNvGrpSpPr/>
        <p:nvPr/>
      </p:nvGrpSpPr>
      <p:grpSpPr>
        <a:xfrm>
          <a:off x="0" y="0"/>
          <a:ext cx="0" cy="0"/>
          <a:chOff x="0" y="0"/>
          <a:chExt cx="0" cy="0"/>
        </a:xfrm>
      </p:grpSpPr>
      <p:grpSp>
        <p:nvGrpSpPr>
          <p:cNvPr id="316" name="Google Shape;316;p93"/>
          <p:cNvGrpSpPr/>
          <p:nvPr/>
        </p:nvGrpSpPr>
        <p:grpSpPr>
          <a:xfrm>
            <a:off x="0" y="477136"/>
            <a:ext cx="11704320" cy="5935130"/>
            <a:chOff x="-161213" y="477136"/>
            <a:chExt cx="11704320" cy="5935130"/>
          </a:xfrm>
        </p:grpSpPr>
        <p:cxnSp>
          <p:nvCxnSpPr>
            <p:cNvPr id="317" name="Google Shape;317;p93"/>
            <p:cNvCxnSpPr/>
            <p:nvPr/>
          </p:nvCxnSpPr>
          <p:spPr>
            <a:xfrm rot="10800000">
              <a:off x="-161213" y="477136"/>
              <a:ext cx="11704320" cy="0"/>
            </a:xfrm>
            <a:prstGeom prst="straightConnector1">
              <a:avLst/>
            </a:prstGeom>
            <a:noFill/>
            <a:ln cap="flat" cmpd="sng" w="44450">
              <a:solidFill>
                <a:schemeClr val="accent1"/>
              </a:solidFill>
              <a:prstDash val="solid"/>
              <a:miter lim="800000"/>
              <a:headEnd len="sm" w="sm" type="none"/>
              <a:tailEnd len="sm" w="sm" type="none"/>
            </a:ln>
          </p:spPr>
        </p:cxnSp>
        <p:cxnSp>
          <p:nvCxnSpPr>
            <p:cNvPr id="318" name="Google Shape;318;p93"/>
            <p:cNvCxnSpPr/>
            <p:nvPr/>
          </p:nvCxnSpPr>
          <p:spPr>
            <a:xfrm rot="10800000">
              <a:off x="11543107" y="477136"/>
              <a:ext cx="0" cy="5935130"/>
            </a:xfrm>
            <a:prstGeom prst="straightConnector1">
              <a:avLst/>
            </a:prstGeom>
            <a:noFill/>
            <a:ln cap="flat" cmpd="sng" w="44450">
              <a:solidFill>
                <a:schemeClr val="accent1"/>
              </a:solidFill>
              <a:prstDash val="solid"/>
              <a:miter lim="800000"/>
              <a:headEnd len="sm" w="sm" type="none"/>
              <a:tailEnd len="sm" w="sm" type="none"/>
            </a:ln>
          </p:spPr>
        </p:cxnSp>
        <p:cxnSp>
          <p:nvCxnSpPr>
            <p:cNvPr id="319" name="Google Shape;319;p93"/>
            <p:cNvCxnSpPr/>
            <p:nvPr/>
          </p:nvCxnSpPr>
          <p:spPr>
            <a:xfrm flipH="1">
              <a:off x="-161213" y="6392850"/>
              <a:ext cx="11704320" cy="13272"/>
            </a:xfrm>
            <a:prstGeom prst="straightConnector1">
              <a:avLst/>
            </a:prstGeom>
            <a:noFill/>
            <a:ln cap="flat" cmpd="sng" w="44450">
              <a:solidFill>
                <a:schemeClr val="accent1"/>
              </a:solidFill>
              <a:prstDash val="solid"/>
              <a:miter lim="800000"/>
              <a:headEnd len="sm" w="sm" type="none"/>
              <a:tailEnd len="sm" w="sm" type="none"/>
            </a:ln>
          </p:spPr>
        </p:cxnSp>
      </p:grpSp>
      <p:sp>
        <p:nvSpPr>
          <p:cNvPr id="320" name="Google Shape;320;p93"/>
          <p:cNvSpPr/>
          <p:nvPr>
            <p:ph idx="2" type="pic"/>
          </p:nvPr>
        </p:nvSpPr>
        <p:spPr>
          <a:xfrm>
            <a:off x="0" y="0"/>
            <a:ext cx="6923314" cy="6858000"/>
          </a:xfrm>
          <a:prstGeom prst="rect">
            <a:avLst/>
          </a:prstGeom>
          <a:solidFill>
            <a:srgbClr val="F2F2F2"/>
          </a:solid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slide layout">
  <p:cSld name="1_Contents slide layout">
    <p:spTree>
      <p:nvGrpSpPr>
        <p:cNvPr id="321" name="Shape 321"/>
        <p:cNvGrpSpPr/>
        <p:nvPr/>
      </p:nvGrpSpPr>
      <p:grpSpPr>
        <a:xfrm>
          <a:off x="0" y="0"/>
          <a:ext cx="0" cy="0"/>
          <a:chOff x="0" y="0"/>
          <a:chExt cx="0" cy="0"/>
        </a:xfrm>
      </p:grpSpPr>
      <p:sp>
        <p:nvSpPr>
          <p:cNvPr id="322" name="Google Shape;322;p94"/>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323" name="Shape 323"/>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324" name="Shape 324"/>
        <p:cNvGrpSpPr/>
        <p:nvPr/>
      </p:nvGrpSpPr>
      <p:grpSpPr>
        <a:xfrm>
          <a:off x="0" y="0"/>
          <a:ext cx="0" cy="0"/>
          <a:chOff x="0" y="0"/>
          <a:chExt cx="0" cy="0"/>
        </a:xfrm>
      </p:grpSpPr>
      <p:sp>
        <p:nvSpPr>
          <p:cNvPr id="325" name="Google Shape;325;p146"/>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326" name="Shape 326"/>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327" name="Shape 327"/>
        <p:cNvGrpSpPr/>
        <p:nvPr/>
      </p:nvGrpSpPr>
      <p:grpSpPr>
        <a:xfrm>
          <a:off x="0" y="0"/>
          <a:ext cx="0" cy="0"/>
          <a:chOff x="0" y="0"/>
          <a:chExt cx="0" cy="0"/>
        </a:xfrm>
      </p:grpSpPr>
      <p:sp>
        <p:nvSpPr>
          <p:cNvPr id="328" name="Google Shape;328;p148"/>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29" name="Google Shape;329;p148"/>
          <p:cNvSpPr/>
          <p:nvPr>
            <p:ph idx="2" type="pic"/>
          </p:nvPr>
        </p:nvSpPr>
        <p:spPr>
          <a:xfrm>
            <a:off x="905524" y="1837041"/>
            <a:ext cx="2268000" cy="1986288"/>
          </a:xfrm>
          <a:prstGeom prst="rect">
            <a:avLst/>
          </a:prstGeom>
          <a:solidFill>
            <a:srgbClr val="F2F2F2"/>
          </a:solidFill>
          <a:ln cap="flat" cmpd="sng" w="25400">
            <a:solidFill>
              <a:schemeClr val="accent1"/>
            </a:solidFill>
            <a:prstDash val="solid"/>
            <a:round/>
            <a:headEnd len="sm" w="sm" type="none"/>
            <a:tailEnd len="sm" w="sm" type="none"/>
          </a:ln>
        </p:spPr>
      </p:sp>
      <p:sp>
        <p:nvSpPr>
          <p:cNvPr id="330" name="Google Shape;330;p148"/>
          <p:cNvSpPr/>
          <p:nvPr>
            <p:ph idx="3" type="pic"/>
          </p:nvPr>
        </p:nvSpPr>
        <p:spPr>
          <a:xfrm>
            <a:off x="3603313" y="1837041"/>
            <a:ext cx="2268000" cy="1986288"/>
          </a:xfrm>
          <a:prstGeom prst="rect">
            <a:avLst/>
          </a:prstGeom>
          <a:solidFill>
            <a:srgbClr val="F2F2F2"/>
          </a:solidFill>
          <a:ln cap="flat" cmpd="sng" w="25400">
            <a:solidFill>
              <a:schemeClr val="accent2"/>
            </a:solidFill>
            <a:prstDash val="solid"/>
            <a:round/>
            <a:headEnd len="sm" w="sm" type="none"/>
            <a:tailEnd len="sm" w="sm" type="none"/>
          </a:ln>
        </p:spPr>
      </p:sp>
      <p:sp>
        <p:nvSpPr>
          <p:cNvPr id="331" name="Google Shape;331;p148"/>
          <p:cNvSpPr/>
          <p:nvPr>
            <p:ph idx="4" type="pic"/>
          </p:nvPr>
        </p:nvSpPr>
        <p:spPr>
          <a:xfrm>
            <a:off x="6301102" y="1837041"/>
            <a:ext cx="2268000" cy="1986288"/>
          </a:xfrm>
          <a:prstGeom prst="rect">
            <a:avLst/>
          </a:prstGeom>
          <a:solidFill>
            <a:srgbClr val="F2F2F2"/>
          </a:solidFill>
          <a:ln cap="flat" cmpd="sng" w="25400">
            <a:solidFill>
              <a:schemeClr val="accent3"/>
            </a:solidFill>
            <a:prstDash val="solid"/>
            <a:round/>
            <a:headEnd len="sm" w="sm" type="none"/>
            <a:tailEnd len="sm" w="sm" type="none"/>
          </a:ln>
        </p:spPr>
      </p:sp>
      <p:sp>
        <p:nvSpPr>
          <p:cNvPr id="332" name="Google Shape;332;p148"/>
          <p:cNvSpPr/>
          <p:nvPr>
            <p:ph idx="5" type="pic"/>
          </p:nvPr>
        </p:nvSpPr>
        <p:spPr>
          <a:xfrm>
            <a:off x="9016308" y="1837041"/>
            <a:ext cx="2268000" cy="1986288"/>
          </a:xfrm>
          <a:prstGeom prst="rect">
            <a:avLst/>
          </a:prstGeom>
          <a:solidFill>
            <a:srgbClr val="F2F2F2"/>
          </a:solidFill>
          <a:ln cap="flat" cmpd="sng" w="25400">
            <a:solidFill>
              <a:schemeClr val="accent4"/>
            </a:solidFill>
            <a:prstDash val="solid"/>
            <a:round/>
            <a:headEnd len="sm" w="sm" type="none"/>
            <a:tailEnd len="sm" w="sm" type="none"/>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 slide layout">
  <p:cSld name="9_Image slide layout">
    <p:spTree>
      <p:nvGrpSpPr>
        <p:cNvPr id="333" name="Shape 333"/>
        <p:cNvGrpSpPr/>
        <p:nvPr/>
      </p:nvGrpSpPr>
      <p:grpSpPr>
        <a:xfrm>
          <a:off x="0" y="0"/>
          <a:ext cx="0" cy="0"/>
          <a:chOff x="0" y="0"/>
          <a:chExt cx="0" cy="0"/>
        </a:xfrm>
      </p:grpSpPr>
      <p:sp>
        <p:nvSpPr>
          <p:cNvPr id="334" name="Google Shape;334;p149"/>
          <p:cNvSpPr/>
          <p:nvPr>
            <p:ph idx="2" type="pic"/>
          </p:nvPr>
        </p:nvSpPr>
        <p:spPr>
          <a:xfrm>
            <a:off x="4074943" y="448887"/>
            <a:ext cx="2825140" cy="2825140"/>
          </a:xfrm>
          <a:prstGeom prst="rect">
            <a:avLst/>
          </a:prstGeom>
          <a:solidFill>
            <a:srgbClr val="F2F2F2"/>
          </a:solidFill>
          <a:ln>
            <a:noFill/>
          </a:ln>
        </p:spPr>
      </p:sp>
      <p:sp>
        <p:nvSpPr>
          <p:cNvPr id="335" name="Google Shape;335;p149"/>
          <p:cNvSpPr/>
          <p:nvPr>
            <p:ph idx="3" type="pic"/>
          </p:nvPr>
        </p:nvSpPr>
        <p:spPr>
          <a:xfrm>
            <a:off x="5653743" y="2009396"/>
            <a:ext cx="2825140" cy="2825140"/>
          </a:xfrm>
          <a:prstGeom prst="rect">
            <a:avLst/>
          </a:prstGeom>
          <a:solidFill>
            <a:srgbClr val="F2F2F2"/>
          </a:solidFill>
          <a:ln>
            <a:noFill/>
          </a:ln>
        </p:spPr>
      </p:sp>
      <p:sp>
        <p:nvSpPr>
          <p:cNvPr id="336" name="Google Shape;336;p149"/>
          <p:cNvSpPr/>
          <p:nvPr>
            <p:ph idx="4" type="pic"/>
          </p:nvPr>
        </p:nvSpPr>
        <p:spPr>
          <a:xfrm>
            <a:off x="7232543" y="448886"/>
            <a:ext cx="2825140" cy="2825140"/>
          </a:xfrm>
          <a:prstGeom prst="rect">
            <a:avLst/>
          </a:prstGeom>
          <a:solidFill>
            <a:srgbClr val="F2F2F2"/>
          </a:solidFill>
          <a:ln>
            <a:noFill/>
          </a:ln>
        </p:spPr>
      </p:sp>
      <p:sp>
        <p:nvSpPr>
          <p:cNvPr id="337" name="Google Shape;337;p149"/>
          <p:cNvSpPr/>
          <p:nvPr>
            <p:ph idx="5" type="pic"/>
          </p:nvPr>
        </p:nvSpPr>
        <p:spPr>
          <a:xfrm>
            <a:off x="7206298" y="3569906"/>
            <a:ext cx="2825140" cy="2825140"/>
          </a:xfrm>
          <a:prstGeom prst="rect">
            <a:avLst/>
          </a:prstGeom>
          <a:solidFill>
            <a:srgbClr val="F2F2F2"/>
          </a:solidFill>
          <a:ln>
            <a:noFill/>
          </a:ln>
        </p:spPr>
      </p:sp>
      <p:sp>
        <p:nvSpPr>
          <p:cNvPr id="338" name="Google Shape;338;p149"/>
          <p:cNvSpPr/>
          <p:nvPr>
            <p:ph idx="6" type="pic"/>
          </p:nvPr>
        </p:nvSpPr>
        <p:spPr>
          <a:xfrm>
            <a:off x="8770034" y="14068"/>
            <a:ext cx="3421966" cy="6843932"/>
          </a:xfrm>
          <a:prstGeom prst="rect">
            <a:avLst/>
          </a:prstGeom>
          <a:solidFill>
            <a:srgbClr val="F2F2F2"/>
          </a:solid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339" name="Shape 339"/>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340" name="Shape 340"/>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341" name="Shape 341"/>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layout">
  <p:cSld name="Image slide layout">
    <p:spTree>
      <p:nvGrpSpPr>
        <p:cNvPr id="342" name="Shape 342"/>
        <p:cNvGrpSpPr/>
        <p:nvPr/>
      </p:nvGrpSpPr>
      <p:grpSpPr>
        <a:xfrm>
          <a:off x="0" y="0"/>
          <a:ext cx="0" cy="0"/>
          <a:chOff x="0" y="0"/>
          <a:chExt cx="0" cy="0"/>
        </a:xfrm>
      </p:grpSpPr>
      <p:sp>
        <p:nvSpPr>
          <p:cNvPr id="343" name="Google Shape;343;p153"/>
          <p:cNvSpPr/>
          <p:nvPr>
            <p:ph idx="2" type="pic"/>
          </p:nvPr>
        </p:nvSpPr>
        <p:spPr>
          <a:xfrm>
            <a:off x="478972" y="0"/>
            <a:ext cx="5129348" cy="6858000"/>
          </a:xfrm>
          <a:prstGeom prst="rect">
            <a:avLst/>
          </a:prstGeom>
          <a:solidFill>
            <a:srgbClr val="F2F2F2"/>
          </a:solid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344" name="Shape 344"/>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slide layout">
  <p:cSld name="3_Image slide layout">
    <p:spTree>
      <p:nvGrpSpPr>
        <p:cNvPr id="345" name="Shape 345"/>
        <p:cNvGrpSpPr/>
        <p:nvPr/>
      </p:nvGrpSpPr>
      <p:grpSpPr>
        <a:xfrm>
          <a:off x="0" y="0"/>
          <a:ext cx="0" cy="0"/>
          <a:chOff x="0" y="0"/>
          <a:chExt cx="0" cy="0"/>
        </a:xfrm>
      </p:grpSpPr>
      <p:sp>
        <p:nvSpPr>
          <p:cNvPr id="346" name="Google Shape;346;p155"/>
          <p:cNvSpPr/>
          <p:nvPr/>
        </p:nvSpPr>
        <p:spPr>
          <a:xfrm rot="10800000">
            <a:off x="5119026" y="0"/>
            <a:ext cx="7072972" cy="6858000"/>
          </a:xfrm>
          <a:custGeom>
            <a:rect b="b" l="l" r="r" t="t"/>
            <a:pathLst>
              <a:path extrusionOk="0" h="6858000" w="7072972">
                <a:moveTo>
                  <a:pt x="0" y="0"/>
                </a:moveTo>
                <a:lnTo>
                  <a:pt x="7072972" y="1890052"/>
                </a:lnTo>
                <a:lnTo>
                  <a:pt x="3307176"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47" name="Google Shape;347;p155"/>
          <p:cNvSpPr/>
          <p:nvPr>
            <p:ph idx="2" type="pic"/>
          </p:nvPr>
        </p:nvSpPr>
        <p:spPr>
          <a:xfrm>
            <a:off x="2" y="0"/>
            <a:ext cx="7072972" cy="6858000"/>
          </a:xfrm>
          <a:prstGeom prst="rect">
            <a:avLst/>
          </a:prstGeom>
          <a:solidFill>
            <a:srgbClr val="F2F2F2"/>
          </a:solidFill>
          <a:ln>
            <a:noFill/>
          </a:ln>
        </p:spPr>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348" name="Shape 348"/>
        <p:cNvGrpSpPr/>
        <p:nvPr/>
      </p:nvGrpSpPr>
      <p:grpSpPr>
        <a:xfrm>
          <a:off x="0" y="0"/>
          <a:ext cx="0" cy="0"/>
          <a:chOff x="0" y="0"/>
          <a:chExt cx="0" cy="0"/>
        </a:xfrm>
      </p:grpSpPr>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349" name="Shape 349"/>
        <p:cNvGrpSpPr/>
        <p:nvPr/>
      </p:nvGrpSpPr>
      <p:grpSpPr>
        <a:xfrm>
          <a:off x="0" y="0"/>
          <a:ext cx="0" cy="0"/>
          <a:chOff x="0" y="0"/>
          <a:chExt cx="0" cy="0"/>
        </a:xfrm>
      </p:grpSpPr>
      <p:grpSp>
        <p:nvGrpSpPr>
          <p:cNvPr id="350" name="Google Shape;350;p157"/>
          <p:cNvGrpSpPr/>
          <p:nvPr/>
        </p:nvGrpSpPr>
        <p:grpSpPr>
          <a:xfrm>
            <a:off x="3095065" y="1780189"/>
            <a:ext cx="6001869" cy="3297621"/>
            <a:chOff x="-548507" y="477868"/>
            <a:chExt cx="11570450" cy="6357177"/>
          </a:xfrm>
        </p:grpSpPr>
        <p:sp>
          <p:nvSpPr>
            <p:cNvPr id="351" name="Google Shape;351;p157"/>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157"/>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157"/>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4" name="Google Shape;354;p157"/>
            <p:cNvSpPr/>
            <p:nvPr/>
          </p:nvSpPr>
          <p:spPr>
            <a:xfrm>
              <a:off x="-548507" y="6164484"/>
              <a:ext cx="11570450"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157"/>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56" name="Google Shape;356;p157"/>
            <p:cNvGrpSpPr/>
            <p:nvPr/>
          </p:nvGrpSpPr>
          <p:grpSpPr>
            <a:xfrm>
              <a:off x="1606" y="6382978"/>
              <a:ext cx="413937" cy="115242"/>
              <a:chOff x="5955" y="6353672"/>
              <a:chExt cx="413937" cy="115242"/>
            </a:xfrm>
          </p:grpSpPr>
          <p:sp>
            <p:nvSpPr>
              <p:cNvPr id="357" name="Google Shape;357;p157"/>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58" name="Google Shape;358;p157"/>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359" name="Google Shape;359;p157"/>
            <p:cNvGrpSpPr/>
            <p:nvPr/>
          </p:nvGrpSpPr>
          <p:grpSpPr>
            <a:xfrm>
              <a:off x="9855291" y="6381600"/>
              <a:ext cx="885989" cy="115242"/>
              <a:chOff x="5955" y="6353672"/>
              <a:chExt cx="413937" cy="115242"/>
            </a:xfrm>
          </p:grpSpPr>
          <p:sp>
            <p:nvSpPr>
              <p:cNvPr id="360" name="Google Shape;360;p157"/>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1" name="Google Shape;361;p157"/>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362" name="Google Shape;362;p157"/>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823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63" name="Google Shape;363;p157"/>
          <p:cNvSpPr/>
          <p:nvPr>
            <p:ph idx="2" type="pic"/>
          </p:nvPr>
        </p:nvSpPr>
        <p:spPr>
          <a:xfrm>
            <a:off x="3909754" y="1947860"/>
            <a:ext cx="4372493" cy="2669432"/>
          </a:xfrm>
          <a:prstGeom prst="rect">
            <a:avLst/>
          </a:prstGeom>
          <a:solidFill>
            <a:srgbClr val="F2F2F2"/>
          </a:solidFill>
          <a:ln>
            <a:noFill/>
          </a:ln>
        </p:spPr>
      </p:sp>
      <p:sp>
        <p:nvSpPr>
          <p:cNvPr id="364" name="Google Shape;364;p157"/>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365" name="Shape 365"/>
        <p:cNvGrpSpPr/>
        <p:nvPr/>
      </p:nvGrpSpPr>
      <p:grpSpPr>
        <a:xfrm>
          <a:off x="0" y="0"/>
          <a:ext cx="0" cy="0"/>
          <a:chOff x="0" y="0"/>
          <a:chExt cx="0" cy="0"/>
        </a:xfrm>
      </p:grpSpPr>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366" name="Shape 366"/>
        <p:cNvGrpSpPr/>
        <p:nvPr/>
      </p:nvGrpSpPr>
      <p:grpSpPr>
        <a:xfrm>
          <a:off x="0" y="0"/>
          <a:ext cx="0" cy="0"/>
          <a:chOff x="0" y="0"/>
          <a:chExt cx="0" cy="0"/>
        </a:xfrm>
      </p:grpSpPr>
      <p:sp>
        <p:nvSpPr>
          <p:cNvPr id="367" name="Google Shape;367;p159"/>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368" name="Shape 368"/>
        <p:cNvGrpSpPr/>
        <p:nvPr/>
      </p:nvGrpSpPr>
      <p:grpSpPr>
        <a:xfrm>
          <a:off x="0" y="0"/>
          <a:ext cx="0" cy="0"/>
          <a:chOff x="0" y="0"/>
          <a:chExt cx="0" cy="0"/>
        </a:xfrm>
      </p:grpSpPr>
      <p:sp>
        <p:nvSpPr>
          <p:cNvPr id="369" name="Google Shape;369;p160"/>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70" name="Google Shape;370;p160"/>
          <p:cNvSpPr/>
          <p:nvPr/>
        </p:nvSpPr>
        <p:spPr>
          <a:xfrm>
            <a:off x="354010" y="1131591"/>
            <a:ext cx="3560767" cy="5402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371" name="Google Shape;371;p160"/>
          <p:cNvSpPr/>
          <p:nvPr/>
        </p:nvSpPr>
        <p:spPr>
          <a:xfrm>
            <a:off x="531933" y="1347500"/>
            <a:ext cx="153868" cy="5015200"/>
          </a:xfrm>
          <a:prstGeom prst="roundRect">
            <a:avLst>
              <a:gd fmla="val 50000" name="adj"/>
            </a:avLst>
          </a:pr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372" name="Google Shape;372;p160"/>
          <p:cNvSpPr/>
          <p:nvPr/>
        </p:nvSpPr>
        <p:spPr>
          <a:xfrm rot="5400000">
            <a:off x="3057177" y="1276653"/>
            <a:ext cx="685849" cy="685148"/>
          </a:xfrm>
          <a:prstGeom prst="halfFrame">
            <a:avLst>
              <a:gd fmla="val 23728" name="adj1"/>
              <a:gd fmla="val 24642" name="adj2"/>
            </a:avLst>
          </a:prstGeom>
          <a:solidFill>
            <a:schemeClr val="lt1">
              <a:alpha val="2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373" name="Google Shape;373;p160"/>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Resize without losing quality</a:t>
            </a:r>
            <a:endParaRPr b="1" i="0" sz="1400" u="none" cap="none" strike="noStrike">
              <a:solidFill>
                <a:srgbClr val="FFFFFF"/>
              </a:solidFill>
              <a:latin typeface="Arial"/>
              <a:ea typeface="Arial"/>
              <a:cs typeface="Arial"/>
              <a:sym typeface="Arial"/>
            </a:endParaRPr>
          </a:p>
        </p:txBody>
      </p:sp>
      <p:sp>
        <p:nvSpPr>
          <p:cNvPr id="374" name="Google Shape;374;p160"/>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Line Color</a:t>
            </a:r>
            <a:endParaRPr b="1" i="0" sz="1400" u="none" cap="none" strike="noStrike">
              <a:solidFill>
                <a:srgbClr val="FFFFFF"/>
              </a:solidFill>
              <a:latin typeface="Arial"/>
              <a:ea typeface="Arial"/>
              <a:cs typeface="Arial"/>
              <a:sym typeface="Arial"/>
            </a:endParaRPr>
          </a:p>
        </p:txBody>
      </p:sp>
      <p:sp>
        <p:nvSpPr>
          <p:cNvPr id="375" name="Google Shape;375;p160"/>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www.allppt.com</a:t>
            </a:r>
            <a:endParaRPr b="0" i="0" sz="1400" u="none" cap="none" strike="noStrike">
              <a:solidFill>
                <a:srgbClr val="FFFFFF"/>
              </a:solidFill>
              <a:latin typeface="Arial"/>
              <a:ea typeface="Arial"/>
              <a:cs typeface="Arial"/>
              <a:sym typeface="Arial"/>
            </a:endParaRPr>
          </a:p>
        </p:txBody>
      </p:sp>
      <p:sp>
        <p:nvSpPr>
          <p:cNvPr id="376" name="Google Shape;376;p160"/>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378" name="Shape 378"/>
        <p:cNvGrpSpPr/>
        <p:nvPr/>
      </p:nvGrpSpPr>
      <p:grpSpPr>
        <a:xfrm>
          <a:off x="0" y="0"/>
          <a:ext cx="0" cy="0"/>
          <a:chOff x="0" y="0"/>
          <a:chExt cx="0" cy="0"/>
        </a:xfrm>
      </p:grpSpPr>
      <p:sp>
        <p:nvSpPr>
          <p:cNvPr id="379" name="Google Shape;379;p91"/>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380" name="Shape 380"/>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slide layout">
  <p:cSld name="1_Contents slide layout">
    <p:spTree>
      <p:nvGrpSpPr>
        <p:cNvPr id="381" name="Shape 381"/>
        <p:cNvGrpSpPr/>
        <p:nvPr/>
      </p:nvGrpSpPr>
      <p:grpSpPr>
        <a:xfrm>
          <a:off x="0" y="0"/>
          <a:ext cx="0" cy="0"/>
          <a:chOff x="0" y="0"/>
          <a:chExt cx="0" cy="0"/>
        </a:xfrm>
      </p:grpSpPr>
      <p:sp>
        <p:nvSpPr>
          <p:cNvPr id="382" name="Google Shape;382;p162"/>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383" name="Shape 383"/>
        <p:cNvGrpSpPr/>
        <p:nvPr/>
      </p:nvGrpSpPr>
      <p:grpSpPr>
        <a:xfrm>
          <a:off x="0" y="0"/>
          <a:ext cx="0" cy="0"/>
          <a:chOff x="0" y="0"/>
          <a:chExt cx="0" cy="0"/>
        </a:xfrm>
      </p:grpSpPr>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384" name="Shape 384"/>
        <p:cNvGrpSpPr/>
        <p:nvPr/>
      </p:nvGrpSpPr>
      <p:grpSpPr>
        <a:xfrm>
          <a:off x="0" y="0"/>
          <a:ext cx="0" cy="0"/>
          <a:chOff x="0" y="0"/>
          <a:chExt cx="0" cy="0"/>
        </a:xfrm>
      </p:grpSpPr>
      <p:sp>
        <p:nvSpPr>
          <p:cNvPr id="385" name="Google Shape;385;p164"/>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6" name="Google Shape;386;p164"/>
          <p:cNvSpPr/>
          <p:nvPr>
            <p:ph idx="2" type="pic"/>
          </p:nvPr>
        </p:nvSpPr>
        <p:spPr>
          <a:xfrm>
            <a:off x="905524" y="1837041"/>
            <a:ext cx="2268000" cy="1986288"/>
          </a:xfrm>
          <a:prstGeom prst="rect">
            <a:avLst/>
          </a:prstGeom>
          <a:solidFill>
            <a:srgbClr val="F2F2F2"/>
          </a:solidFill>
          <a:ln cap="flat" cmpd="sng" w="25400">
            <a:solidFill>
              <a:schemeClr val="accent1"/>
            </a:solidFill>
            <a:prstDash val="solid"/>
            <a:round/>
            <a:headEnd len="sm" w="sm" type="none"/>
            <a:tailEnd len="sm" w="sm" type="none"/>
          </a:ln>
        </p:spPr>
      </p:sp>
      <p:sp>
        <p:nvSpPr>
          <p:cNvPr id="387" name="Google Shape;387;p164"/>
          <p:cNvSpPr/>
          <p:nvPr>
            <p:ph idx="3" type="pic"/>
          </p:nvPr>
        </p:nvSpPr>
        <p:spPr>
          <a:xfrm>
            <a:off x="3603313" y="1837041"/>
            <a:ext cx="2268000" cy="1986288"/>
          </a:xfrm>
          <a:prstGeom prst="rect">
            <a:avLst/>
          </a:prstGeom>
          <a:solidFill>
            <a:srgbClr val="F2F2F2"/>
          </a:solidFill>
          <a:ln cap="flat" cmpd="sng" w="25400">
            <a:solidFill>
              <a:schemeClr val="accent2"/>
            </a:solidFill>
            <a:prstDash val="solid"/>
            <a:round/>
            <a:headEnd len="sm" w="sm" type="none"/>
            <a:tailEnd len="sm" w="sm" type="none"/>
          </a:ln>
        </p:spPr>
      </p:sp>
      <p:sp>
        <p:nvSpPr>
          <p:cNvPr id="388" name="Google Shape;388;p164"/>
          <p:cNvSpPr/>
          <p:nvPr>
            <p:ph idx="4" type="pic"/>
          </p:nvPr>
        </p:nvSpPr>
        <p:spPr>
          <a:xfrm>
            <a:off x="6301102" y="1837041"/>
            <a:ext cx="2268000" cy="1986288"/>
          </a:xfrm>
          <a:prstGeom prst="rect">
            <a:avLst/>
          </a:prstGeom>
          <a:solidFill>
            <a:srgbClr val="F2F2F2"/>
          </a:solidFill>
          <a:ln cap="flat" cmpd="sng" w="25400">
            <a:solidFill>
              <a:schemeClr val="accent3"/>
            </a:solidFill>
            <a:prstDash val="solid"/>
            <a:round/>
            <a:headEnd len="sm" w="sm" type="none"/>
            <a:tailEnd len="sm" w="sm" type="none"/>
          </a:ln>
        </p:spPr>
      </p:sp>
      <p:sp>
        <p:nvSpPr>
          <p:cNvPr id="389" name="Google Shape;389;p164"/>
          <p:cNvSpPr/>
          <p:nvPr>
            <p:ph idx="5" type="pic"/>
          </p:nvPr>
        </p:nvSpPr>
        <p:spPr>
          <a:xfrm>
            <a:off x="9016308" y="1837041"/>
            <a:ext cx="2268000" cy="1986288"/>
          </a:xfrm>
          <a:prstGeom prst="rect">
            <a:avLst/>
          </a:prstGeom>
          <a:solidFill>
            <a:srgbClr val="F2F2F2"/>
          </a:solidFill>
          <a:ln cap="flat" cmpd="sng" w="25400">
            <a:solidFill>
              <a:schemeClr val="accent4"/>
            </a:solidFill>
            <a:prstDash val="solid"/>
            <a:round/>
            <a:headEnd len="sm" w="sm" type="none"/>
            <a:tailEnd len="sm" w="sm" type="none"/>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 slide layout">
  <p:cSld name="9_Image slide layout">
    <p:spTree>
      <p:nvGrpSpPr>
        <p:cNvPr id="390" name="Shape 390"/>
        <p:cNvGrpSpPr/>
        <p:nvPr/>
      </p:nvGrpSpPr>
      <p:grpSpPr>
        <a:xfrm>
          <a:off x="0" y="0"/>
          <a:ext cx="0" cy="0"/>
          <a:chOff x="0" y="0"/>
          <a:chExt cx="0" cy="0"/>
        </a:xfrm>
      </p:grpSpPr>
      <p:sp>
        <p:nvSpPr>
          <p:cNvPr id="391" name="Google Shape;391;p165"/>
          <p:cNvSpPr/>
          <p:nvPr>
            <p:ph idx="2" type="pic"/>
          </p:nvPr>
        </p:nvSpPr>
        <p:spPr>
          <a:xfrm>
            <a:off x="4074943" y="448887"/>
            <a:ext cx="2825140" cy="2825140"/>
          </a:xfrm>
          <a:prstGeom prst="rect">
            <a:avLst/>
          </a:prstGeom>
          <a:solidFill>
            <a:srgbClr val="F2F2F2"/>
          </a:solidFill>
          <a:ln>
            <a:noFill/>
          </a:ln>
        </p:spPr>
      </p:sp>
      <p:sp>
        <p:nvSpPr>
          <p:cNvPr id="392" name="Google Shape;392;p165"/>
          <p:cNvSpPr/>
          <p:nvPr>
            <p:ph idx="3" type="pic"/>
          </p:nvPr>
        </p:nvSpPr>
        <p:spPr>
          <a:xfrm>
            <a:off x="5653743" y="2009396"/>
            <a:ext cx="2825140" cy="2825140"/>
          </a:xfrm>
          <a:prstGeom prst="rect">
            <a:avLst/>
          </a:prstGeom>
          <a:solidFill>
            <a:srgbClr val="F2F2F2"/>
          </a:solidFill>
          <a:ln>
            <a:noFill/>
          </a:ln>
        </p:spPr>
      </p:sp>
      <p:sp>
        <p:nvSpPr>
          <p:cNvPr id="393" name="Google Shape;393;p165"/>
          <p:cNvSpPr/>
          <p:nvPr>
            <p:ph idx="4" type="pic"/>
          </p:nvPr>
        </p:nvSpPr>
        <p:spPr>
          <a:xfrm>
            <a:off x="7232543" y="448886"/>
            <a:ext cx="2825140" cy="2825140"/>
          </a:xfrm>
          <a:prstGeom prst="rect">
            <a:avLst/>
          </a:prstGeom>
          <a:solidFill>
            <a:srgbClr val="F2F2F2"/>
          </a:solidFill>
          <a:ln>
            <a:noFill/>
          </a:ln>
        </p:spPr>
      </p:sp>
      <p:sp>
        <p:nvSpPr>
          <p:cNvPr id="394" name="Google Shape;394;p165"/>
          <p:cNvSpPr/>
          <p:nvPr>
            <p:ph idx="5" type="pic"/>
          </p:nvPr>
        </p:nvSpPr>
        <p:spPr>
          <a:xfrm>
            <a:off x="7206298" y="3569906"/>
            <a:ext cx="2825140" cy="2825140"/>
          </a:xfrm>
          <a:prstGeom prst="rect">
            <a:avLst/>
          </a:prstGeom>
          <a:solidFill>
            <a:srgbClr val="F2F2F2"/>
          </a:solidFill>
          <a:ln>
            <a:noFill/>
          </a:ln>
        </p:spPr>
      </p:sp>
      <p:sp>
        <p:nvSpPr>
          <p:cNvPr id="395" name="Google Shape;395;p165"/>
          <p:cNvSpPr/>
          <p:nvPr>
            <p:ph idx="6" type="pic"/>
          </p:nvPr>
        </p:nvSpPr>
        <p:spPr>
          <a:xfrm>
            <a:off x="8770034" y="14068"/>
            <a:ext cx="3421966" cy="6843932"/>
          </a:xfrm>
          <a:prstGeom prst="rect">
            <a:avLst/>
          </a:prstGeom>
          <a:solidFill>
            <a:srgbClr val="F2F2F2"/>
          </a:solidFill>
          <a:ln>
            <a:noFill/>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396" name="Shape 396"/>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spTree>
      <p:nvGrpSpPr>
        <p:cNvPr id="397" name="Shape 397"/>
        <p:cNvGrpSpPr/>
        <p:nvPr/>
      </p:nvGrpSpPr>
      <p:grpSpPr>
        <a:xfrm>
          <a:off x="0" y="0"/>
          <a:ext cx="0" cy="0"/>
          <a:chOff x="0" y="0"/>
          <a:chExt cx="0" cy="0"/>
        </a:xfrm>
      </p:grpSpPr>
      <p:grpSp>
        <p:nvGrpSpPr>
          <p:cNvPr id="398" name="Google Shape;398;p167"/>
          <p:cNvGrpSpPr/>
          <p:nvPr/>
        </p:nvGrpSpPr>
        <p:grpSpPr>
          <a:xfrm>
            <a:off x="0" y="477136"/>
            <a:ext cx="11704320" cy="5935130"/>
            <a:chOff x="-161213" y="477136"/>
            <a:chExt cx="11704320" cy="5935130"/>
          </a:xfrm>
        </p:grpSpPr>
        <p:cxnSp>
          <p:nvCxnSpPr>
            <p:cNvPr id="399" name="Google Shape;399;p167"/>
            <p:cNvCxnSpPr/>
            <p:nvPr/>
          </p:nvCxnSpPr>
          <p:spPr>
            <a:xfrm rot="10800000">
              <a:off x="-161213" y="477136"/>
              <a:ext cx="11704320" cy="0"/>
            </a:xfrm>
            <a:prstGeom prst="straightConnector1">
              <a:avLst/>
            </a:prstGeom>
            <a:noFill/>
            <a:ln cap="flat" cmpd="sng" w="44450">
              <a:solidFill>
                <a:schemeClr val="accent1"/>
              </a:solidFill>
              <a:prstDash val="solid"/>
              <a:miter lim="800000"/>
              <a:headEnd len="sm" w="sm" type="none"/>
              <a:tailEnd len="sm" w="sm" type="none"/>
            </a:ln>
          </p:spPr>
        </p:cxnSp>
        <p:cxnSp>
          <p:nvCxnSpPr>
            <p:cNvPr id="400" name="Google Shape;400;p167"/>
            <p:cNvCxnSpPr/>
            <p:nvPr/>
          </p:nvCxnSpPr>
          <p:spPr>
            <a:xfrm rot="10800000">
              <a:off x="11543107" y="477136"/>
              <a:ext cx="0" cy="5935130"/>
            </a:xfrm>
            <a:prstGeom prst="straightConnector1">
              <a:avLst/>
            </a:prstGeom>
            <a:noFill/>
            <a:ln cap="flat" cmpd="sng" w="44450">
              <a:solidFill>
                <a:schemeClr val="accent1"/>
              </a:solidFill>
              <a:prstDash val="solid"/>
              <a:miter lim="800000"/>
              <a:headEnd len="sm" w="sm" type="none"/>
              <a:tailEnd len="sm" w="sm" type="none"/>
            </a:ln>
          </p:spPr>
        </p:cxnSp>
        <p:cxnSp>
          <p:nvCxnSpPr>
            <p:cNvPr id="401" name="Google Shape;401;p167"/>
            <p:cNvCxnSpPr/>
            <p:nvPr/>
          </p:nvCxnSpPr>
          <p:spPr>
            <a:xfrm flipH="1">
              <a:off x="-161213" y="6392850"/>
              <a:ext cx="11704320" cy="13272"/>
            </a:xfrm>
            <a:prstGeom prst="straightConnector1">
              <a:avLst/>
            </a:prstGeom>
            <a:noFill/>
            <a:ln cap="flat" cmpd="sng" w="44450">
              <a:solidFill>
                <a:schemeClr val="accent1"/>
              </a:solidFill>
              <a:prstDash val="solid"/>
              <a:miter lim="800000"/>
              <a:headEnd len="sm" w="sm" type="none"/>
              <a:tailEnd len="sm" w="sm" type="none"/>
            </a:ln>
          </p:spPr>
        </p:cxnSp>
      </p:grpSp>
      <p:sp>
        <p:nvSpPr>
          <p:cNvPr id="402" name="Google Shape;402;p167"/>
          <p:cNvSpPr/>
          <p:nvPr>
            <p:ph idx="2" type="pic"/>
          </p:nvPr>
        </p:nvSpPr>
        <p:spPr>
          <a:xfrm>
            <a:off x="0" y="0"/>
            <a:ext cx="6923314" cy="6858000"/>
          </a:xfrm>
          <a:prstGeom prst="rect">
            <a:avLst/>
          </a:prstGeom>
          <a:solidFill>
            <a:srgbClr val="F2F2F2"/>
          </a:solid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403" name="Shape 403"/>
        <p:cNvGrpSpPr/>
        <p:nvPr/>
      </p:nvGrpSpPr>
      <p:grpSpPr>
        <a:xfrm>
          <a:off x="0" y="0"/>
          <a:ext cx="0" cy="0"/>
          <a:chOff x="0" y="0"/>
          <a:chExt cx="0" cy="0"/>
        </a:xfrm>
      </p:grpSpPr>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404" name="Shape 404"/>
        <p:cNvGrpSpPr/>
        <p:nvPr/>
      </p:nvGrpSpPr>
      <p:grpSpPr>
        <a:xfrm>
          <a:off x="0" y="0"/>
          <a:ext cx="0" cy="0"/>
          <a:chOff x="0" y="0"/>
          <a:chExt cx="0" cy="0"/>
        </a:xfrm>
      </p:grpSpPr>
      <p:sp>
        <p:nvSpPr>
          <p:cNvPr id="405" name="Google Shape;405;p169"/>
          <p:cNvSpPr/>
          <p:nvPr/>
        </p:nvSpPr>
        <p:spPr>
          <a:xfrm>
            <a:off x="3397776" y="2717708"/>
            <a:ext cx="8794226" cy="2404870"/>
          </a:xfrm>
          <a:prstGeom prst="rect">
            <a:avLst/>
          </a:prstGeom>
          <a:solidFill>
            <a:schemeClr val="accent4">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406" name="Google Shape;406;p169"/>
          <p:cNvGrpSpPr/>
          <p:nvPr/>
        </p:nvGrpSpPr>
        <p:grpSpPr>
          <a:xfrm>
            <a:off x="733478" y="1571013"/>
            <a:ext cx="2664296" cy="4683693"/>
            <a:chOff x="445712" y="1449040"/>
            <a:chExt cx="2113018" cy="3924176"/>
          </a:xfrm>
        </p:grpSpPr>
        <p:sp>
          <p:nvSpPr>
            <p:cNvPr id="407" name="Google Shape;407;p169"/>
            <p:cNvSpPr/>
            <p:nvPr/>
          </p:nvSpPr>
          <p:spPr>
            <a:xfrm>
              <a:off x="445712" y="1449040"/>
              <a:ext cx="2113018" cy="3924176"/>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08" name="Google Shape;408;p169"/>
            <p:cNvSpPr/>
            <p:nvPr/>
          </p:nvSpPr>
          <p:spPr>
            <a:xfrm>
              <a:off x="1379920" y="1650572"/>
              <a:ext cx="216024" cy="34350"/>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409" name="Google Shape;409;p169"/>
            <p:cNvGrpSpPr/>
            <p:nvPr/>
          </p:nvGrpSpPr>
          <p:grpSpPr>
            <a:xfrm>
              <a:off x="1407705" y="5045834"/>
              <a:ext cx="211967" cy="211967"/>
              <a:chOff x="1549420" y="5712364"/>
              <a:chExt cx="312583" cy="312583"/>
            </a:xfrm>
          </p:grpSpPr>
          <p:sp>
            <p:nvSpPr>
              <p:cNvPr id="410" name="Google Shape;410;p169"/>
              <p:cNvSpPr/>
              <p:nvPr/>
            </p:nvSpPr>
            <p:spPr>
              <a:xfrm>
                <a:off x="1549420" y="5712364"/>
                <a:ext cx="312583" cy="312583"/>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11" name="Google Shape;411;p169"/>
              <p:cNvSpPr/>
              <p:nvPr/>
            </p:nvSpPr>
            <p:spPr>
              <a:xfrm>
                <a:off x="1634225" y="5796647"/>
                <a:ext cx="142969" cy="144016"/>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sp>
        <p:nvSpPr>
          <p:cNvPr id="412" name="Google Shape;412;p169"/>
          <p:cNvSpPr/>
          <p:nvPr>
            <p:ph idx="2" type="pic"/>
          </p:nvPr>
        </p:nvSpPr>
        <p:spPr>
          <a:xfrm>
            <a:off x="921396" y="1982583"/>
            <a:ext cx="2288460" cy="3753075"/>
          </a:xfrm>
          <a:prstGeom prst="rect">
            <a:avLst/>
          </a:prstGeom>
          <a:solidFill>
            <a:srgbClr val="F2F2F2"/>
          </a:solidFill>
          <a:ln>
            <a:noFill/>
          </a:ln>
        </p:spPr>
      </p:sp>
      <p:sp>
        <p:nvSpPr>
          <p:cNvPr id="413" name="Google Shape;413;p169"/>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414" name="Shape 414"/>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layout">
  <p:cSld name="Image slide layout">
    <p:spTree>
      <p:nvGrpSpPr>
        <p:cNvPr id="415" name="Shape 415"/>
        <p:cNvGrpSpPr/>
        <p:nvPr/>
      </p:nvGrpSpPr>
      <p:grpSpPr>
        <a:xfrm>
          <a:off x="0" y="0"/>
          <a:ext cx="0" cy="0"/>
          <a:chOff x="0" y="0"/>
          <a:chExt cx="0" cy="0"/>
        </a:xfrm>
      </p:grpSpPr>
      <p:sp>
        <p:nvSpPr>
          <p:cNvPr id="416" name="Google Shape;416;p171"/>
          <p:cNvSpPr/>
          <p:nvPr>
            <p:ph idx="2" type="pic"/>
          </p:nvPr>
        </p:nvSpPr>
        <p:spPr>
          <a:xfrm>
            <a:off x="478972" y="0"/>
            <a:ext cx="5129348" cy="6858000"/>
          </a:xfrm>
          <a:prstGeom prst="rect">
            <a:avLst/>
          </a:prstGeom>
          <a:solidFill>
            <a:srgbClr val="F2F2F2"/>
          </a:solidFill>
          <a:ln>
            <a:noFill/>
          </a:ln>
        </p:spPr>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417" name="Shape 417"/>
        <p:cNvGrpSpPr/>
        <p:nvPr/>
      </p:nvGrpSpPr>
      <p:grpSpPr>
        <a:xfrm>
          <a:off x="0" y="0"/>
          <a:ext cx="0" cy="0"/>
          <a:chOff x="0" y="0"/>
          <a:chExt cx="0" cy="0"/>
        </a:xfrm>
      </p:grpSpPr>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slide layout">
  <p:cSld name="3_Image slide layout">
    <p:spTree>
      <p:nvGrpSpPr>
        <p:cNvPr id="418" name="Shape 418"/>
        <p:cNvGrpSpPr/>
        <p:nvPr/>
      </p:nvGrpSpPr>
      <p:grpSpPr>
        <a:xfrm>
          <a:off x="0" y="0"/>
          <a:ext cx="0" cy="0"/>
          <a:chOff x="0" y="0"/>
          <a:chExt cx="0" cy="0"/>
        </a:xfrm>
      </p:grpSpPr>
      <p:sp>
        <p:nvSpPr>
          <p:cNvPr id="419" name="Google Shape;419;p173"/>
          <p:cNvSpPr/>
          <p:nvPr/>
        </p:nvSpPr>
        <p:spPr>
          <a:xfrm rot="10800000">
            <a:off x="5119026" y="0"/>
            <a:ext cx="7072972" cy="6858000"/>
          </a:xfrm>
          <a:custGeom>
            <a:rect b="b" l="l" r="r" t="t"/>
            <a:pathLst>
              <a:path extrusionOk="0" h="6858000" w="7072972">
                <a:moveTo>
                  <a:pt x="0" y="0"/>
                </a:moveTo>
                <a:lnTo>
                  <a:pt x="7072972" y="1890052"/>
                </a:lnTo>
                <a:lnTo>
                  <a:pt x="3307176"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20" name="Google Shape;420;p173"/>
          <p:cNvSpPr/>
          <p:nvPr>
            <p:ph idx="2" type="pic"/>
          </p:nvPr>
        </p:nvSpPr>
        <p:spPr>
          <a:xfrm>
            <a:off x="2" y="0"/>
            <a:ext cx="7072972" cy="6858000"/>
          </a:xfrm>
          <a:prstGeom prst="rect">
            <a:avLst/>
          </a:prstGeom>
          <a:solidFill>
            <a:srgbClr val="F2F2F2"/>
          </a:solidFill>
          <a:ln>
            <a:noFill/>
          </a:ln>
        </p:spPr>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421" name="Shape 421"/>
        <p:cNvGrpSpPr/>
        <p:nvPr/>
      </p:nvGrpSpPr>
      <p:grpSpPr>
        <a:xfrm>
          <a:off x="0" y="0"/>
          <a:ext cx="0" cy="0"/>
          <a:chOff x="0" y="0"/>
          <a:chExt cx="0" cy="0"/>
        </a:xfrm>
      </p:grpSpPr>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422" name="Shape 422"/>
        <p:cNvGrpSpPr/>
        <p:nvPr/>
      </p:nvGrpSpPr>
      <p:grpSpPr>
        <a:xfrm>
          <a:off x="0" y="0"/>
          <a:ext cx="0" cy="0"/>
          <a:chOff x="0" y="0"/>
          <a:chExt cx="0" cy="0"/>
        </a:xfrm>
      </p:grpSpPr>
      <p:grpSp>
        <p:nvGrpSpPr>
          <p:cNvPr id="423" name="Google Shape;423;p175"/>
          <p:cNvGrpSpPr/>
          <p:nvPr/>
        </p:nvGrpSpPr>
        <p:grpSpPr>
          <a:xfrm>
            <a:off x="3095065" y="1780189"/>
            <a:ext cx="6001869" cy="3297621"/>
            <a:chOff x="-548507" y="477868"/>
            <a:chExt cx="11570450" cy="6357177"/>
          </a:xfrm>
        </p:grpSpPr>
        <p:sp>
          <p:nvSpPr>
            <p:cNvPr id="424" name="Google Shape;424;p175"/>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p175"/>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6" name="Google Shape;426;p175"/>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175"/>
            <p:cNvSpPr/>
            <p:nvPr/>
          </p:nvSpPr>
          <p:spPr>
            <a:xfrm>
              <a:off x="-548507" y="6164484"/>
              <a:ext cx="11570450"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175"/>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29" name="Google Shape;429;p175"/>
            <p:cNvGrpSpPr/>
            <p:nvPr/>
          </p:nvGrpSpPr>
          <p:grpSpPr>
            <a:xfrm>
              <a:off x="1606" y="6382978"/>
              <a:ext cx="413937" cy="115242"/>
              <a:chOff x="5955" y="6353672"/>
              <a:chExt cx="413937" cy="115242"/>
            </a:xfrm>
          </p:grpSpPr>
          <p:sp>
            <p:nvSpPr>
              <p:cNvPr id="430" name="Google Shape;430;p17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31" name="Google Shape;431;p175"/>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grpSp>
          <p:nvGrpSpPr>
            <p:cNvPr id="432" name="Google Shape;432;p175"/>
            <p:cNvGrpSpPr/>
            <p:nvPr/>
          </p:nvGrpSpPr>
          <p:grpSpPr>
            <a:xfrm>
              <a:off x="9855291" y="6381600"/>
              <a:ext cx="885989" cy="115242"/>
              <a:chOff x="5955" y="6353672"/>
              <a:chExt cx="413937" cy="115242"/>
            </a:xfrm>
          </p:grpSpPr>
          <p:sp>
            <p:nvSpPr>
              <p:cNvPr id="433" name="Google Shape;433;p175"/>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434" name="Google Shape;434;p175"/>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grpSp>
        <p:sp>
          <p:nvSpPr>
            <p:cNvPr id="435" name="Google Shape;435;p175"/>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823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36" name="Google Shape;436;p175"/>
          <p:cNvSpPr/>
          <p:nvPr>
            <p:ph idx="2" type="pic"/>
          </p:nvPr>
        </p:nvSpPr>
        <p:spPr>
          <a:xfrm>
            <a:off x="3909754" y="1947860"/>
            <a:ext cx="4372493" cy="2669432"/>
          </a:xfrm>
          <a:prstGeom prst="rect">
            <a:avLst/>
          </a:prstGeom>
          <a:solidFill>
            <a:srgbClr val="F2F2F2"/>
          </a:solidFill>
          <a:ln>
            <a:noFill/>
          </a:ln>
        </p:spPr>
      </p:sp>
      <p:sp>
        <p:nvSpPr>
          <p:cNvPr id="437" name="Google Shape;437;p175"/>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438" name="Shape 438"/>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ontents slide layout">
  <p:cSld name="17_Contents slide layout">
    <p:bg>
      <p:bgPr>
        <a:blipFill>
          <a:blip r:embed="rId2">
            <a:alphaModFix/>
          </a:blip>
          <a:stretch>
            <a:fillRect/>
          </a:stretch>
        </a:blipFill>
      </p:bgPr>
    </p:bg>
    <p:spTree>
      <p:nvGrpSpPr>
        <p:cNvPr id="439" name="Shape 439"/>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178"/>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442" name="Shape 442"/>
        <p:cNvGrpSpPr/>
        <p:nvPr/>
      </p:nvGrpSpPr>
      <p:grpSpPr>
        <a:xfrm>
          <a:off x="0" y="0"/>
          <a:ext cx="0" cy="0"/>
          <a:chOff x="0" y="0"/>
          <a:chExt cx="0" cy="0"/>
        </a:xfrm>
      </p:grpSpPr>
      <p:sp>
        <p:nvSpPr>
          <p:cNvPr id="443" name="Google Shape;443;p179"/>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4" name="Google Shape;444;p179"/>
          <p:cNvSpPr/>
          <p:nvPr/>
        </p:nvSpPr>
        <p:spPr>
          <a:xfrm>
            <a:off x="354010" y="1131591"/>
            <a:ext cx="3560767" cy="5402561"/>
          </a:xfrm>
          <a:prstGeom prst="roundRect">
            <a:avLst>
              <a:gd fmla="val 396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445" name="Google Shape;445;p179"/>
          <p:cNvSpPr/>
          <p:nvPr/>
        </p:nvSpPr>
        <p:spPr>
          <a:xfrm>
            <a:off x="531933" y="1347500"/>
            <a:ext cx="153868" cy="5015200"/>
          </a:xfrm>
          <a:prstGeom prst="roundRect">
            <a:avLst>
              <a:gd fmla="val 50000" name="adj"/>
            </a:avLst>
          </a:prstGeom>
          <a:solidFill>
            <a:schemeClr val="lt1">
              <a:alpha val="4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FFFFFF"/>
              </a:solidFill>
              <a:latin typeface="Arial"/>
              <a:ea typeface="Arial"/>
              <a:cs typeface="Arial"/>
              <a:sym typeface="Arial"/>
            </a:endParaRPr>
          </a:p>
        </p:txBody>
      </p:sp>
      <p:sp>
        <p:nvSpPr>
          <p:cNvPr id="446" name="Google Shape;446;p179"/>
          <p:cNvSpPr/>
          <p:nvPr/>
        </p:nvSpPr>
        <p:spPr>
          <a:xfrm rot="5400000">
            <a:off x="3057177" y="1276653"/>
            <a:ext cx="685849" cy="685148"/>
          </a:xfrm>
          <a:prstGeom prst="halfFrame">
            <a:avLst>
              <a:gd fmla="val 23728" name="adj1"/>
              <a:gd fmla="val 24642" name="adj2"/>
            </a:avLst>
          </a:prstGeom>
          <a:solidFill>
            <a:schemeClr val="lt1">
              <a:alpha val="2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1"/>
              <a:buFont typeface="Arial"/>
              <a:buNone/>
            </a:pPr>
            <a:r>
              <a:t/>
            </a:r>
            <a:endParaRPr b="0" i="0" sz="1351" u="none" cap="none" strike="noStrike">
              <a:solidFill>
                <a:srgbClr val="262626"/>
              </a:solidFill>
              <a:latin typeface="Arial"/>
              <a:ea typeface="Arial"/>
              <a:cs typeface="Arial"/>
              <a:sym typeface="Arial"/>
            </a:endParaRPr>
          </a:p>
        </p:txBody>
      </p:sp>
      <p:sp>
        <p:nvSpPr>
          <p:cNvPr id="447" name="Google Shape;447;p179"/>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Resize without losing quality</a:t>
            </a:r>
            <a:endParaRPr b="1" i="0" sz="1400" u="none" cap="none" strike="noStrike">
              <a:solidFill>
                <a:srgbClr val="FFFFFF"/>
              </a:solidFill>
              <a:latin typeface="Arial"/>
              <a:ea typeface="Arial"/>
              <a:cs typeface="Arial"/>
              <a:sym typeface="Arial"/>
            </a:endParaRPr>
          </a:p>
        </p:txBody>
      </p:sp>
      <p:sp>
        <p:nvSpPr>
          <p:cNvPr id="448" name="Google Shape;448;p179"/>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You can Change Fill Color &amp;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Line Color</a:t>
            </a:r>
            <a:endParaRPr b="1" i="0" sz="1400" u="none" cap="none" strike="noStrike">
              <a:solidFill>
                <a:srgbClr val="FFFFFF"/>
              </a:solidFill>
              <a:latin typeface="Arial"/>
              <a:ea typeface="Arial"/>
              <a:cs typeface="Arial"/>
              <a:sym typeface="Arial"/>
            </a:endParaRPr>
          </a:p>
        </p:txBody>
      </p:sp>
      <p:sp>
        <p:nvSpPr>
          <p:cNvPr id="449" name="Google Shape;449;p179"/>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www.allppt.com</a:t>
            </a:r>
            <a:endParaRPr b="0" i="0" sz="1400" u="none" cap="none" strike="noStrike">
              <a:solidFill>
                <a:srgbClr val="FFFFFF"/>
              </a:solidFill>
              <a:latin typeface="Arial"/>
              <a:ea typeface="Arial"/>
              <a:cs typeface="Arial"/>
              <a:sym typeface="Arial"/>
            </a:endParaRPr>
          </a:p>
        </p:txBody>
      </p:sp>
      <p:sp>
        <p:nvSpPr>
          <p:cNvPr id="450" name="Google Shape;450;p179"/>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FREE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PPT TEMPLATES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56" Type="http://schemas.openxmlformats.org/officeDocument/2006/relationships/theme" Target="../theme/theme4.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slideLayout" Target="../slideLayouts/slideLayout56.xml"/><Relationship Id="rId3" Type="http://schemas.openxmlformats.org/officeDocument/2006/relationships/slideLayout" Target="../slideLayouts/slideLayout57.xml"/><Relationship Id="rId4" Type="http://schemas.openxmlformats.org/officeDocument/2006/relationships/slideLayout" Target="../slideLayouts/slideLayout58.xml"/><Relationship Id="rId9" Type="http://schemas.openxmlformats.org/officeDocument/2006/relationships/slideLayout" Target="../slideLayouts/slideLayout63.xml"/><Relationship Id="rId5" Type="http://schemas.openxmlformats.org/officeDocument/2006/relationships/slideLayout" Target="../slideLayouts/slideLayout59.xml"/><Relationship Id="rId6" Type="http://schemas.openxmlformats.org/officeDocument/2006/relationships/slideLayout" Target="../slideLayouts/slideLayout60.xml"/><Relationship Id="rId7" Type="http://schemas.openxmlformats.org/officeDocument/2006/relationships/slideLayout" Target="../slideLayouts/slideLayout61.xml"/><Relationship Id="rId8" Type="http://schemas.openxmlformats.org/officeDocument/2006/relationships/slideLayout" Target="../slideLayouts/slideLayout62.xml"/><Relationship Id="rId20" Type="http://schemas.openxmlformats.org/officeDocument/2006/relationships/theme" Target="../theme/theme5.xml"/><Relationship Id="rId11" Type="http://schemas.openxmlformats.org/officeDocument/2006/relationships/slideLayout" Target="../slideLayouts/slideLayout65.xml"/><Relationship Id="rId10" Type="http://schemas.openxmlformats.org/officeDocument/2006/relationships/slideLayout" Target="../slideLayouts/slideLayout64.xml"/><Relationship Id="rId13" Type="http://schemas.openxmlformats.org/officeDocument/2006/relationships/slideLayout" Target="../slideLayouts/slideLayout67.xml"/><Relationship Id="rId12" Type="http://schemas.openxmlformats.org/officeDocument/2006/relationships/slideLayout" Target="../slideLayouts/slideLayout66.xml"/><Relationship Id="rId15" Type="http://schemas.openxmlformats.org/officeDocument/2006/relationships/slideLayout" Target="../slideLayouts/slideLayout69.xml"/><Relationship Id="rId14" Type="http://schemas.openxmlformats.org/officeDocument/2006/relationships/slideLayout" Target="../slideLayouts/slideLayout68.xml"/><Relationship Id="rId17" Type="http://schemas.openxmlformats.org/officeDocument/2006/relationships/slideLayout" Target="../slideLayouts/slideLayout71.xml"/><Relationship Id="rId16" Type="http://schemas.openxmlformats.org/officeDocument/2006/relationships/slideLayout" Target="../slideLayouts/slideLayout70.xml"/><Relationship Id="rId19" Type="http://schemas.openxmlformats.org/officeDocument/2006/relationships/slideLayout" Target="../slideLayouts/slideLayout73.xml"/><Relationship Id="rId18" Type="http://schemas.openxmlformats.org/officeDocument/2006/relationships/slideLayout" Target="../slideLayouts/slideLayout7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slideLayout" Target="../slideLayouts/slideLayout75.xml"/><Relationship Id="rId3" Type="http://schemas.openxmlformats.org/officeDocument/2006/relationships/slideLayout" Target="../slideLayouts/slideLayout76.xml"/><Relationship Id="rId4" Type="http://schemas.openxmlformats.org/officeDocument/2006/relationships/slideLayout" Target="../slideLayouts/slideLayout77.xml"/><Relationship Id="rId9" Type="http://schemas.openxmlformats.org/officeDocument/2006/relationships/slideLayout" Target="../slideLayouts/slideLayout82.xml"/><Relationship Id="rId5" Type="http://schemas.openxmlformats.org/officeDocument/2006/relationships/slideLayout" Target="../slideLayouts/slideLayout78.xml"/><Relationship Id="rId6" Type="http://schemas.openxmlformats.org/officeDocument/2006/relationships/slideLayout" Target="../slideLayouts/slideLayout79.xml"/><Relationship Id="rId7" Type="http://schemas.openxmlformats.org/officeDocument/2006/relationships/slideLayout" Target="../slideLayouts/slideLayout80.xml"/><Relationship Id="rId8" Type="http://schemas.openxmlformats.org/officeDocument/2006/relationships/slideLayout" Target="../slideLayouts/slideLayout81.xml"/><Relationship Id="rId20" Type="http://schemas.openxmlformats.org/officeDocument/2006/relationships/slideLayout" Target="../slideLayouts/slideLayout93.xml"/><Relationship Id="rId22" Type="http://schemas.openxmlformats.org/officeDocument/2006/relationships/slideLayout" Target="../slideLayouts/slideLayout95.xml"/><Relationship Id="rId21" Type="http://schemas.openxmlformats.org/officeDocument/2006/relationships/slideLayout" Target="../slideLayouts/slideLayout94.xml"/><Relationship Id="rId24" Type="http://schemas.openxmlformats.org/officeDocument/2006/relationships/slideLayout" Target="../slideLayouts/slideLayout97.xml"/><Relationship Id="rId23" Type="http://schemas.openxmlformats.org/officeDocument/2006/relationships/slideLayout" Target="../slideLayouts/slideLayout96.xml"/><Relationship Id="rId26" Type="http://schemas.openxmlformats.org/officeDocument/2006/relationships/theme" Target="../theme/theme2.xml"/><Relationship Id="rId25" Type="http://schemas.openxmlformats.org/officeDocument/2006/relationships/slideLayout" Target="../slideLayouts/slideLayout98.xml"/><Relationship Id="rId11" Type="http://schemas.openxmlformats.org/officeDocument/2006/relationships/slideLayout" Target="../slideLayouts/slideLayout84.xml"/><Relationship Id="rId10" Type="http://schemas.openxmlformats.org/officeDocument/2006/relationships/slideLayout" Target="../slideLayouts/slideLayout83.xml"/><Relationship Id="rId13" Type="http://schemas.openxmlformats.org/officeDocument/2006/relationships/slideLayout" Target="../slideLayouts/slideLayout86.xml"/><Relationship Id="rId12" Type="http://schemas.openxmlformats.org/officeDocument/2006/relationships/slideLayout" Target="../slideLayouts/slideLayout85.xml"/><Relationship Id="rId15" Type="http://schemas.openxmlformats.org/officeDocument/2006/relationships/slideLayout" Target="../slideLayouts/slideLayout88.xml"/><Relationship Id="rId14" Type="http://schemas.openxmlformats.org/officeDocument/2006/relationships/slideLayout" Target="../slideLayouts/slideLayout87.xml"/><Relationship Id="rId17" Type="http://schemas.openxmlformats.org/officeDocument/2006/relationships/slideLayout" Target="../slideLayouts/slideLayout90.xml"/><Relationship Id="rId16" Type="http://schemas.openxmlformats.org/officeDocument/2006/relationships/slideLayout" Target="../slideLayouts/slideLayout89.xml"/><Relationship Id="rId19" Type="http://schemas.openxmlformats.org/officeDocument/2006/relationships/slideLayout" Target="../slideLayouts/slideLayout92.xml"/><Relationship Id="rId18" Type="http://schemas.openxmlformats.org/officeDocument/2006/relationships/slideLayout" Target="../slideLayouts/slideLayout9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slideLayout" Target="../slideLayouts/slideLayout100.xml"/><Relationship Id="rId3" Type="http://schemas.openxmlformats.org/officeDocument/2006/relationships/slideLayout" Target="../slideLayouts/slideLayout101.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5" Type="http://schemas.openxmlformats.org/officeDocument/2006/relationships/slideLayout" Target="../slideLayouts/slideLayout103.xml"/><Relationship Id="rId6" Type="http://schemas.openxmlformats.org/officeDocument/2006/relationships/slideLayout" Target="../slideLayouts/slideLayout104.xml"/><Relationship Id="rId7" Type="http://schemas.openxmlformats.org/officeDocument/2006/relationships/slideLayout" Target="../slideLayouts/slideLayout105.xml"/><Relationship Id="rId8" Type="http://schemas.openxmlformats.org/officeDocument/2006/relationships/slideLayout" Target="../slideLayouts/slideLayout106.xml"/><Relationship Id="rId20" Type="http://schemas.openxmlformats.org/officeDocument/2006/relationships/slideLayout" Target="../slideLayouts/slideLayout118.xml"/><Relationship Id="rId21" Type="http://schemas.openxmlformats.org/officeDocument/2006/relationships/theme" Target="../theme/theme3.xml"/><Relationship Id="rId11" Type="http://schemas.openxmlformats.org/officeDocument/2006/relationships/slideLayout" Target="../slideLayouts/slideLayout109.xml"/><Relationship Id="rId10" Type="http://schemas.openxmlformats.org/officeDocument/2006/relationships/slideLayout" Target="../slideLayouts/slideLayout108.xml"/><Relationship Id="rId13" Type="http://schemas.openxmlformats.org/officeDocument/2006/relationships/slideLayout" Target="../slideLayouts/slideLayout111.xml"/><Relationship Id="rId12" Type="http://schemas.openxmlformats.org/officeDocument/2006/relationships/slideLayout" Target="../slideLayouts/slideLayout110.xml"/><Relationship Id="rId15" Type="http://schemas.openxmlformats.org/officeDocument/2006/relationships/slideLayout" Target="../slideLayouts/slideLayout113.xml"/><Relationship Id="rId14" Type="http://schemas.openxmlformats.org/officeDocument/2006/relationships/slideLayout" Target="../slideLayouts/slideLayout112.xml"/><Relationship Id="rId17" Type="http://schemas.openxmlformats.org/officeDocument/2006/relationships/slideLayout" Target="../slideLayouts/slideLayout115.xml"/><Relationship Id="rId16" Type="http://schemas.openxmlformats.org/officeDocument/2006/relationships/slideLayout" Target="../slideLayouts/slideLayout114.xml"/><Relationship Id="rId19" Type="http://schemas.openxmlformats.org/officeDocument/2006/relationships/slideLayout" Target="../slideLayouts/slideLayout117.xml"/><Relationship Id="rId18" Type="http://schemas.openxmlformats.org/officeDocument/2006/relationships/slideLayout" Target="../slideLayouts/slideLayout1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75"/>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75"/>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75"/>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7" r:id="rId24"/>
    <p:sldLayoutId id="2147483748"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3.png"/><Relationship Id="rId7" Type="http://schemas.openxmlformats.org/officeDocument/2006/relationships/image" Target="../media/image18.png"/><Relationship Id="rId8"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1.jp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4.xml"/><Relationship Id="rId3"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15.xml"/><Relationship Id="rId3" Type="http://schemas.openxmlformats.org/officeDocument/2006/relationships/image" Target="../media/image3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5.xml"/><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6.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8.xml"/><Relationship Id="rId3" Type="http://schemas.openxmlformats.org/officeDocument/2006/relationships/image" Target="../media/image4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41.xml"/><Relationship Id="rId3" Type="http://schemas.openxmlformats.org/officeDocument/2006/relationships/image" Target="../media/image4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6.xml"/><Relationship Id="rId3" Type="http://schemas.openxmlformats.org/officeDocument/2006/relationships/image" Target="../media/image5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7.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49.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53.xml"/><Relationship Id="rId3" Type="http://schemas.openxmlformats.org/officeDocument/2006/relationships/image" Target="../media/image45.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55.xml"/><Relationship Id="rId3"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56.xml"/><Relationship Id="rId3" Type="http://schemas.openxmlformats.org/officeDocument/2006/relationships/image" Target="../media/image5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57.xml"/><Relationship Id="rId3"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58.xml"/><Relationship Id="rId3" Type="http://schemas.openxmlformats.org/officeDocument/2006/relationships/image" Target="../media/image5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0.xml"/><Relationship Id="rId3" Type="http://schemas.openxmlformats.org/officeDocument/2006/relationships/image" Target="../media/image5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3.xml"/><Relationship Id="rId3" Type="http://schemas.openxmlformats.org/officeDocument/2006/relationships/image" Target="../media/image59.png"/><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4.xml"/><Relationship Id="rId3" Type="http://schemas.openxmlformats.org/officeDocument/2006/relationships/image" Target="../media/image61.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65.xml"/><Relationship Id="rId3" Type="http://schemas.openxmlformats.org/officeDocument/2006/relationships/image" Target="../media/image6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t/>
            </a:r>
            <a:endParaRPr/>
          </a:p>
        </p:txBody>
      </p:sp>
      <p:sp>
        <p:nvSpPr>
          <p:cNvPr id="456" name="Google Shape;456;p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50800" lvl="0" marL="228600" rtl="0" algn="l">
              <a:lnSpc>
                <a:spcPct val="90000"/>
              </a:lnSpc>
              <a:spcBef>
                <a:spcPts val="0"/>
              </a:spcBef>
              <a:spcAft>
                <a:spcPts val="0"/>
              </a:spcAft>
              <a:buClr>
                <a:srgbClr val="000000"/>
              </a:buClr>
              <a:buSzPts val="2800"/>
              <a:buNone/>
            </a:pPr>
            <a:r>
              <a:t/>
            </a:r>
            <a:endParaRPr/>
          </a:p>
        </p:txBody>
      </p:sp>
      <p:pic>
        <p:nvPicPr>
          <p:cNvPr descr="&amp;Kcy;&amp;acy;&amp;rcy;&amp;tcy;&amp;icy;&amp;ncy;&amp;kcy;&amp;icy; &amp;pcy;&amp;ocy; &amp;zcy;&amp;acy;&amp;pcy;&amp;rcy;&amp;ocy;&amp;scy;&amp;ucy; personality" id="457" name="Google Shape;457;p1"/>
          <p:cNvPicPr preferRelativeResize="0"/>
          <p:nvPr/>
        </p:nvPicPr>
        <p:blipFill rotWithShape="1">
          <a:blip r:embed="rId3">
            <a:alphaModFix/>
          </a:blip>
          <a:srcRect b="0" l="0" r="0" t="0"/>
          <a:stretch/>
        </p:blipFill>
        <p:spPr>
          <a:xfrm>
            <a:off x="0" y="138755"/>
            <a:ext cx="12192001" cy="68716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
          <p:cNvSpPr txBox="1"/>
          <p:nvPr/>
        </p:nvSpPr>
        <p:spPr>
          <a:xfrm>
            <a:off x="191344" y="2028562"/>
            <a:ext cx="7575895" cy="92333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5400"/>
              <a:buFont typeface="Helvetica Neue"/>
              <a:buNone/>
            </a:pPr>
            <a:r>
              <a:rPr b="0" i="0" lang="en-US" sz="5400" u="none" cap="none" strike="noStrike">
                <a:solidFill>
                  <a:srgbClr val="000000"/>
                </a:solidFill>
                <a:latin typeface="Helvetica Neue"/>
                <a:ea typeface="Helvetica Neue"/>
                <a:cs typeface="Helvetica Neue"/>
                <a:sym typeface="Helvetica Neue"/>
              </a:rPr>
              <a:t>L1: Birth or Upbringing? </a:t>
            </a:r>
            <a:endParaRPr b="0" i="0" sz="5400" u="none" cap="none" strike="noStrike">
              <a:solidFill>
                <a:srgbClr val="000000"/>
              </a:solidFill>
              <a:latin typeface="Helvetica Neue"/>
              <a:ea typeface="Helvetica Neue"/>
              <a:cs typeface="Helvetica Neue"/>
              <a:sym typeface="Helvetica Neue"/>
            </a:endParaRPr>
          </a:p>
        </p:txBody>
      </p:sp>
      <p:pic>
        <p:nvPicPr>
          <p:cNvPr descr="Image" id="463" name="Google Shape;463;p2"/>
          <p:cNvPicPr preferRelativeResize="0"/>
          <p:nvPr/>
        </p:nvPicPr>
        <p:blipFill rotWithShape="1">
          <a:blip r:embed="rId3">
            <a:alphaModFix/>
          </a:blip>
          <a:srcRect b="0" l="0" r="0" t="0"/>
          <a:stretch/>
        </p:blipFill>
        <p:spPr>
          <a:xfrm>
            <a:off x="400" y="14798"/>
            <a:ext cx="3097138" cy="934820"/>
          </a:xfrm>
          <a:prstGeom prst="rect">
            <a:avLst/>
          </a:prstGeom>
          <a:noFill/>
          <a:ln>
            <a:noFill/>
          </a:ln>
        </p:spPr>
      </p:pic>
      <p:pic>
        <p:nvPicPr>
          <p:cNvPr descr="Picture 3" id="464" name="Google Shape;464;p2"/>
          <p:cNvPicPr preferRelativeResize="0"/>
          <p:nvPr/>
        </p:nvPicPr>
        <p:blipFill rotWithShape="1">
          <a:blip r:embed="rId4">
            <a:alphaModFix/>
          </a:blip>
          <a:srcRect b="0" l="0" r="0" t="0"/>
          <a:stretch/>
        </p:blipFill>
        <p:spPr>
          <a:xfrm>
            <a:off x="8634958" y="5714944"/>
            <a:ext cx="1322887" cy="934821"/>
          </a:xfrm>
          <a:prstGeom prst="rect">
            <a:avLst/>
          </a:prstGeom>
          <a:noFill/>
          <a:ln>
            <a:noFill/>
          </a:ln>
        </p:spPr>
      </p:pic>
      <p:pic>
        <p:nvPicPr>
          <p:cNvPr descr="Picture 2" id="465" name="Google Shape;465;p2"/>
          <p:cNvPicPr preferRelativeResize="0"/>
          <p:nvPr/>
        </p:nvPicPr>
        <p:blipFill rotWithShape="1">
          <a:blip r:embed="rId5">
            <a:alphaModFix/>
          </a:blip>
          <a:srcRect b="0" l="0" r="0" t="0"/>
          <a:stretch/>
        </p:blipFill>
        <p:spPr>
          <a:xfrm>
            <a:off x="4258190" y="5994808"/>
            <a:ext cx="1177144" cy="458536"/>
          </a:xfrm>
          <a:prstGeom prst="rect">
            <a:avLst/>
          </a:prstGeom>
          <a:noFill/>
          <a:ln>
            <a:noFill/>
          </a:ln>
        </p:spPr>
      </p:pic>
      <p:pic>
        <p:nvPicPr>
          <p:cNvPr descr="Image 4" id="466" name="Google Shape;466;p2"/>
          <p:cNvPicPr preferRelativeResize="0"/>
          <p:nvPr/>
        </p:nvPicPr>
        <p:blipFill rotWithShape="1">
          <a:blip r:embed="rId6">
            <a:alphaModFix/>
          </a:blip>
          <a:srcRect b="0" l="0" r="0" t="0"/>
          <a:stretch/>
        </p:blipFill>
        <p:spPr>
          <a:xfrm>
            <a:off x="1962680" y="5707210"/>
            <a:ext cx="1943103" cy="876307"/>
          </a:xfrm>
          <a:prstGeom prst="rect">
            <a:avLst/>
          </a:prstGeom>
          <a:noFill/>
          <a:ln>
            <a:noFill/>
          </a:ln>
        </p:spPr>
      </p:pic>
      <p:grpSp>
        <p:nvGrpSpPr>
          <p:cNvPr id="467" name="Google Shape;467;p2"/>
          <p:cNvGrpSpPr/>
          <p:nvPr/>
        </p:nvGrpSpPr>
        <p:grpSpPr>
          <a:xfrm>
            <a:off x="5787724" y="5994801"/>
            <a:ext cx="2516634" cy="458546"/>
            <a:chOff x="-2" y="-2"/>
            <a:chExt cx="2516632" cy="458545"/>
          </a:xfrm>
        </p:grpSpPr>
        <p:pic>
          <p:nvPicPr>
            <p:cNvPr descr="logo_eurace_2.png" id="468" name="Google Shape;468;p2"/>
            <p:cNvPicPr preferRelativeResize="0"/>
            <p:nvPr/>
          </p:nvPicPr>
          <p:blipFill rotWithShape="1">
            <a:blip r:embed="rId7">
              <a:alphaModFix/>
            </a:blip>
            <a:srcRect b="0" l="0" r="0" t="0"/>
            <a:stretch/>
          </p:blipFill>
          <p:spPr>
            <a:xfrm>
              <a:off x="-2" y="-2"/>
              <a:ext cx="2011429" cy="458545"/>
            </a:xfrm>
            <a:prstGeom prst="rect">
              <a:avLst/>
            </a:prstGeom>
            <a:noFill/>
            <a:ln>
              <a:noFill/>
            </a:ln>
          </p:spPr>
        </p:pic>
        <p:pic>
          <p:nvPicPr>
            <p:cNvPr descr="cti-logo-cmjn.png" id="469" name="Google Shape;469;p2"/>
            <p:cNvPicPr preferRelativeResize="0"/>
            <p:nvPr/>
          </p:nvPicPr>
          <p:blipFill rotWithShape="1">
            <a:blip r:embed="rId8">
              <a:alphaModFix/>
            </a:blip>
            <a:srcRect b="0" l="0" r="0" t="0"/>
            <a:stretch/>
          </p:blipFill>
          <p:spPr>
            <a:xfrm>
              <a:off x="2050177" y="-2"/>
              <a:ext cx="466453" cy="458545"/>
            </a:xfrm>
            <a:prstGeom prst="rect">
              <a:avLst/>
            </a:prstGeom>
            <a:noFill/>
            <a:ln>
              <a:noFill/>
            </a:ln>
          </p:spPr>
        </p:pic>
      </p:grpSp>
      <p:sp>
        <p:nvSpPr>
          <p:cNvPr id="470" name="Google Shape;470;p2"/>
          <p:cNvSpPr txBox="1"/>
          <p:nvPr/>
        </p:nvSpPr>
        <p:spPr>
          <a:xfrm>
            <a:off x="407368" y="3068960"/>
            <a:ext cx="874770" cy="369328"/>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CCCA3</a:t>
            </a:r>
            <a:endParaRPr b="0" i="0" sz="1800" u="none" cap="none" strike="noStrike">
              <a:solidFill>
                <a:srgbClr val="000000"/>
              </a:solidFill>
              <a:latin typeface="Helvetica Neue"/>
              <a:ea typeface="Helvetica Neue"/>
              <a:cs typeface="Helvetica Neue"/>
              <a:sym typeface="Helvetica Neue"/>
            </a:endParaRP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
          <p:cNvSpPr txBox="1"/>
          <p:nvPr/>
        </p:nvSpPr>
        <p:spPr>
          <a:xfrm>
            <a:off x="335360" y="332655"/>
            <a:ext cx="6737438"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EE6CC1"/>
              </a:buClr>
              <a:buSzPts val="4800"/>
              <a:buFont typeface="Arial"/>
              <a:buNone/>
            </a:pPr>
            <a:r>
              <a:rPr b="1" i="0" lang="en-US" sz="4800" u="none" cap="none" strike="noStrike">
                <a:solidFill>
                  <a:srgbClr val="EE6CC1"/>
                </a:solidFill>
                <a:latin typeface="Arial"/>
                <a:ea typeface="Arial"/>
                <a:cs typeface="Arial"/>
                <a:sym typeface="Arial"/>
              </a:rPr>
              <a:t>Learning outcomes</a:t>
            </a:r>
            <a:endParaRPr b="1" i="0" sz="4800" u="none" cap="none" strike="noStrike">
              <a:solidFill>
                <a:srgbClr val="EE6CC1"/>
              </a:solidFill>
              <a:latin typeface="Arial"/>
              <a:ea typeface="Arial"/>
              <a:cs typeface="Arial"/>
              <a:sym typeface="Arial"/>
            </a:endParaRPr>
          </a:p>
        </p:txBody>
      </p:sp>
      <p:sp>
        <p:nvSpPr>
          <p:cNvPr id="476" name="Google Shape;476;p3"/>
          <p:cNvSpPr/>
          <p:nvPr/>
        </p:nvSpPr>
        <p:spPr>
          <a:xfrm>
            <a:off x="551384" y="1922977"/>
            <a:ext cx="8064896" cy="400110"/>
          </a:xfrm>
          <a:prstGeom prst="rect">
            <a:avLst/>
          </a:prstGeom>
          <a:noFill/>
          <a:ln>
            <a:noFill/>
          </a:ln>
        </p:spPr>
        <p:txBody>
          <a:bodyPr anchorCtr="0" anchor="t" bIns="45700" lIns="91425" spcFirstLastPara="1" rIns="91425" wrap="square" tIns="45700">
            <a:spAutoFit/>
          </a:bodyPr>
          <a:lstStyle/>
          <a:p>
            <a:pPr indent="0" lvl="1" marL="457200" marR="0" rtl="0" algn="l">
              <a:lnSpc>
                <a:spcPct val="8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By the end of the session, you will be able to:</a:t>
            </a:r>
            <a:endParaRPr b="0" i="0" sz="1400" u="none" cap="none" strike="noStrike">
              <a:solidFill>
                <a:srgbClr val="000000"/>
              </a:solidFill>
              <a:latin typeface="Arial"/>
              <a:ea typeface="Arial"/>
              <a:cs typeface="Arial"/>
              <a:sym typeface="Arial"/>
            </a:endParaRPr>
          </a:p>
        </p:txBody>
      </p:sp>
      <p:sp>
        <p:nvSpPr>
          <p:cNvPr id="477" name="Google Shape;477;p3"/>
          <p:cNvSpPr/>
          <p:nvPr/>
        </p:nvSpPr>
        <p:spPr>
          <a:xfrm>
            <a:off x="2144927" y="2708920"/>
            <a:ext cx="8424936" cy="2380098"/>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Recognize and employ personality adjectives</a:t>
            </a:r>
            <a:endParaRPr b="0" i="0" sz="1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Relate birth order to personalities</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Reinvest the target language in speaking</a:t>
            </a:r>
            <a:endParaRPr b="0" i="0" sz="2400" u="none" cap="none" strike="noStrike">
              <a:solidFill>
                <a:srgbClr val="000000"/>
              </a:solidFill>
              <a:latin typeface="Arial"/>
              <a:ea typeface="Arial"/>
              <a:cs typeface="Arial"/>
              <a:sym typeface="Arial"/>
            </a:endParaRPr>
          </a:p>
          <a:p>
            <a:pPr indent="-158750" lvl="0" marL="285750" marR="0" rtl="0" algn="l">
              <a:lnSpc>
                <a:spcPct val="2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158750" lvl="0" marL="285750" marR="0" rtl="0" algn="l">
              <a:lnSpc>
                <a:spcPct val="2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478" name="Google Shape;478;p3"/>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xEl>
                                              <p:pRg end="0" st="0"/>
                                            </p:txEl>
                                          </p:spTgt>
                                        </p:tgtEl>
                                        <p:attrNameLst>
                                          <p:attrName>style.visibility</p:attrName>
                                        </p:attrNameLst>
                                      </p:cBhvr>
                                      <p:to>
                                        <p:strVal val="visible"/>
                                      </p:to>
                                    </p:set>
                                    <p:animEffect filter="fade" transition="in">
                                      <p:cBhvr>
                                        <p:cTn dur="500"/>
                                        <p:tgtEl>
                                          <p:spTgt spid="4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xEl>
                                              <p:pRg end="1" st="1"/>
                                            </p:txEl>
                                          </p:spTgt>
                                        </p:tgtEl>
                                        <p:attrNameLst>
                                          <p:attrName>style.visibility</p:attrName>
                                        </p:attrNameLst>
                                      </p:cBhvr>
                                      <p:to>
                                        <p:strVal val="visible"/>
                                      </p:to>
                                    </p:set>
                                    <p:animEffect filter="fade" transition="in">
                                      <p:cBhvr>
                                        <p:cTn dur="500"/>
                                        <p:tgtEl>
                                          <p:spTgt spid="4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xEl>
                                              <p:pRg end="2" st="2"/>
                                            </p:txEl>
                                          </p:spTgt>
                                        </p:tgtEl>
                                        <p:attrNameLst>
                                          <p:attrName>style.visibility</p:attrName>
                                        </p:attrNameLst>
                                      </p:cBhvr>
                                      <p:to>
                                        <p:strVal val="visible"/>
                                      </p:to>
                                    </p:set>
                                    <p:animEffect filter="fade" transition="in">
                                      <p:cBhvr>
                                        <p:cTn dur="500"/>
                                        <p:tgtEl>
                                          <p:spTgt spid="4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xEl>
                                              <p:pRg end="3" st="3"/>
                                            </p:txEl>
                                          </p:spTgt>
                                        </p:tgtEl>
                                        <p:attrNameLst>
                                          <p:attrName>style.visibility</p:attrName>
                                        </p:attrNameLst>
                                      </p:cBhvr>
                                      <p:to>
                                        <p:strVal val="visible"/>
                                      </p:to>
                                    </p:set>
                                    <p:animEffect filter="fade" transition="in">
                                      <p:cBhvr>
                                        <p:cTn dur="500"/>
                                        <p:tgtEl>
                                          <p:spTgt spid="4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xEl>
                                              <p:pRg end="4" st="4"/>
                                            </p:txEl>
                                          </p:spTgt>
                                        </p:tgtEl>
                                        <p:attrNameLst>
                                          <p:attrName>style.visibility</p:attrName>
                                        </p:attrNameLst>
                                      </p:cBhvr>
                                      <p:to>
                                        <p:strVal val="visible"/>
                                      </p:to>
                                    </p:set>
                                    <p:animEffect filter="fade" transition="in">
                                      <p:cBhvr>
                                        <p:cTn dur="500"/>
                                        <p:tgtEl>
                                          <p:spTgt spid="47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grpSp>
        <p:nvGrpSpPr>
          <p:cNvPr id="483" name="Google Shape;483;p4"/>
          <p:cNvGrpSpPr/>
          <p:nvPr/>
        </p:nvGrpSpPr>
        <p:grpSpPr>
          <a:xfrm>
            <a:off x="6831520" y="1773804"/>
            <a:ext cx="3488745" cy="1402434"/>
            <a:chOff x="1797648" y="951079"/>
            <a:chExt cx="3488745" cy="1402434"/>
          </a:xfrm>
        </p:grpSpPr>
        <p:sp>
          <p:nvSpPr>
            <p:cNvPr id="484" name="Google Shape;484;p4"/>
            <p:cNvSpPr txBox="1"/>
            <p:nvPr/>
          </p:nvSpPr>
          <p:spPr>
            <a:xfrm>
              <a:off x="1797648" y="951079"/>
              <a:ext cx="3488745" cy="338554"/>
            </a:xfrm>
            <a:prstGeom prst="rect">
              <a:avLst/>
            </a:prstGeom>
            <a:noFill/>
            <a:ln>
              <a:noFill/>
            </a:ln>
          </p:spPr>
          <p:txBody>
            <a:bodyPr anchorCtr="0" anchor="t" bIns="45700" lIns="108000" spcFirstLastPara="1" rIns="108000" wrap="square" tIns="45700">
              <a:spAutoFit/>
            </a:bodyPr>
            <a:lstStyle/>
            <a:p>
              <a:pPr indent="0" lvl="0" marL="0" marR="0" rtl="0" algn="l">
                <a:lnSpc>
                  <a:spcPct val="100000"/>
                </a:lnSpc>
                <a:spcBef>
                  <a:spcPts val="0"/>
                </a:spcBef>
                <a:spcAft>
                  <a:spcPts val="0"/>
                </a:spcAft>
                <a:buClr>
                  <a:srgbClr val="262626"/>
                </a:buClr>
                <a:buSzPts val="1600"/>
                <a:buFont typeface="Helvetica Neue"/>
                <a:buNone/>
              </a:pPr>
              <a:r>
                <a:rPr b="1" i="0" lang="en-US" sz="1600" u="none" cap="none" strike="noStrike">
                  <a:solidFill>
                    <a:srgbClr val="262626"/>
                  </a:solidFill>
                  <a:latin typeface="Helvetica Neue"/>
                  <a:ea typeface="Helvetica Neue"/>
                  <a:cs typeface="Helvetica Neue"/>
                  <a:sym typeface="Helvetica Neue"/>
                </a:rPr>
                <a:t>Personality characteristics</a:t>
              </a:r>
              <a:endParaRPr b="1" i="0" sz="1600" u="none" cap="none" strike="noStrike">
                <a:solidFill>
                  <a:srgbClr val="262626"/>
                </a:solidFill>
                <a:latin typeface="Helvetica Neue"/>
                <a:ea typeface="Helvetica Neue"/>
                <a:cs typeface="Helvetica Neue"/>
                <a:sym typeface="Helvetica Neue"/>
              </a:endParaRPr>
            </a:p>
          </p:txBody>
        </p:sp>
        <p:sp>
          <p:nvSpPr>
            <p:cNvPr id="485" name="Google Shape;485;p4"/>
            <p:cNvSpPr txBox="1"/>
            <p:nvPr/>
          </p:nvSpPr>
          <p:spPr>
            <a:xfrm>
              <a:off x="2147566" y="1337850"/>
              <a:ext cx="3119026" cy="1015663"/>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What is personality?</a:t>
              </a:r>
              <a:endParaRPr b="0" i="0" sz="1400" u="none" cap="none" strike="noStrike">
                <a:solidFill>
                  <a:srgbClr val="000000"/>
                </a:solidFill>
                <a:latin typeface="Arial"/>
                <a:ea typeface="Arial"/>
                <a:cs typeface="Arial"/>
                <a:sym typeface="Arial"/>
              </a:endParaRPr>
            </a:p>
            <a:p>
              <a:pPr indent="-228600" lvl="0" marL="228600" marR="0" rtl="0" algn="l">
                <a:lnSpc>
                  <a:spcPct val="15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Personality adjectives</a:t>
              </a:r>
              <a:endParaRPr b="0" i="0" sz="1400" u="none" cap="none" strike="noStrike">
                <a:solidFill>
                  <a:srgbClr val="000000"/>
                </a:solidFill>
                <a:latin typeface="Arial"/>
                <a:ea typeface="Arial"/>
                <a:cs typeface="Arial"/>
                <a:sym typeface="Arial"/>
              </a:endParaRPr>
            </a:p>
            <a:p>
              <a:pPr indent="-152400" lvl="0" marL="228600" marR="0" rtl="0" algn="l">
                <a:lnSpc>
                  <a:spcPct val="100000"/>
                </a:lnSpc>
                <a:spcBef>
                  <a:spcPts val="0"/>
                </a:spcBef>
                <a:spcAft>
                  <a:spcPts val="0"/>
                </a:spcAft>
                <a:buClr>
                  <a:srgbClr val="000000"/>
                </a:buClr>
                <a:buSzPts val="1200"/>
                <a:buFont typeface="Noto Sans"/>
                <a:buNone/>
              </a:pPr>
              <a:r>
                <a:t/>
              </a:r>
              <a:endParaRPr b="0" i="0" sz="1200" u="none" cap="none" strike="noStrike">
                <a:solidFill>
                  <a:srgbClr val="262626"/>
                </a:solidFill>
                <a:latin typeface="Helvetica Neue"/>
                <a:ea typeface="Helvetica Neue"/>
                <a:cs typeface="Helvetica Neue"/>
                <a:sym typeface="Helvetica Neue"/>
              </a:endParaRPr>
            </a:p>
            <a:p>
              <a:pPr indent="-152400" lvl="0" marL="228600" marR="0" rtl="0" algn="l">
                <a:lnSpc>
                  <a:spcPct val="100000"/>
                </a:lnSpc>
                <a:spcBef>
                  <a:spcPts val="0"/>
                </a:spcBef>
                <a:spcAft>
                  <a:spcPts val="0"/>
                </a:spcAft>
                <a:buClr>
                  <a:srgbClr val="000000"/>
                </a:buClr>
                <a:buSzPts val="1200"/>
                <a:buFont typeface="Noto Sans"/>
                <a:buNone/>
              </a:pPr>
              <a:r>
                <a:t/>
              </a:r>
              <a:endParaRPr b="0" i="0" sz="1200" u="none" cap="none" strike="noStrike">
                <a:solidFill>
                  <a:srgbClr val="262626"/>
                </a:solidFill>
                <a:latin typeface="Helvetica Neue"/>
                <a:ea typeface="Helvetica Neue"/>
                <a:cs typeface="Helvetica Neue"/>
                <a:sym typeface="Helvetica Neue"/>
              </a:endParaRPr>
            </a:p>
          </p:txBody>
        </p:sp>
      </p:grpSp>
      <p:cxnSp>
        <p:nvCxnSpPr>
          <p:cNvPr id="486" name="Google Shape;486;p4"/>
          <p:cNvCxnSpPr/>
          <p:nvPr/>
        </p:nvCxnSpPr>
        <p:spPr>
          <a:xfrm flipH="1" rot="10800000">
            <a:off x="6591734" y="2158524"/>
            <a:ext cx="4328802" cy="26860"/>
          </a:xfrm>
          <a:prstGeom prst="straightConnector1">
            <a:avLst/>
          </a:prstGeom>
          <a:noFill/>
          <a:ln cap="flat" cmpd="sng" w="25400">
            <a:solidFill>
              <a:schemeClr val="accent1"/>
            </a:solidFill>
            <a:prstDash val="solid"/>
            <a:round/>
            <a:headEnd len="sm" w="sm" type="none"/>
            <a:tailEnd len="med" w="med" type="oval"/>
          </a:ln>
        </p:spPr>
      </p:cxnSp>
      <p:sp>
        <p:nvSpPr>
          <p:cNvPr id="487" name="Google Shape;487;p4"/>
          <p:cNvSpPr/>
          <p:nvPr/>
        </p:nvSpPr>
        <p:spPr>
          <a:xfrm>
            <a:off x="5938968" y="1840130"/>
            <a:ext cx="652766" cy="65276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Helvetica Neue"/>
              <a:buNone/>
            </a:pPr>
            <a:r>
              <a:t/>
            </a:r>
            <a:endParaRPr b="0" i="0" sz="2700" u="none" cap="none" strike="noStrike">
              <a:solidFill>
                <a:schemeClr val="lt1"/>
              </a:solidFill>
              <a:latin typeface="Helvetica Neue"/>
              <a:ea typeface="Helvetica Neue"/>
              <a:cs typeface="Helvetica Neue"/>
              <a:sym typeface="Helvetica Neue"/>
            </a:endParaRPr>
          </a:p>
        </p:txBody>
      </p:sp>
      <p:sp>
        <p:nvSpPr>
          <p:cNvPr id="488" name="Google Shape;488;p4"/>
          <p:cNvSpPr txBox="1"/>
          <p:nvPr/>
        </p:nvSpPr>
        <p:spPr>
          <a:xfrm>
            <a:off x="5978697" y="1950533"/>
            <a:ext cx="566763" cy="461665"/>
          </a:xfrm>
          <a:prstGeom prst="rect">
            <a:avLst/>
          </a:prstGeom>
          <a:noFill/>
          <a:ln>
            <a:noFill/>
          </a:ln>
        </p:spPr>
        <p:txBody>
          <a:bodyPr anchorCtr="0" anchor="t" bIns="45700" lIns="108000" spcFirstLastPara="1" rIns="108000" wrap="square" tIns="45700">
            <a:spAutoFit/>
          </a:bodyPr>
          <a:lstStyle/>
          <a:p>
            <a:pPr indent="0" lvl="0" marL="0" marR="0" rtl="0" algn="ctr">
              <a:lnSpc>
                <a:spcPct val="100000"/>
              </a:lnSpc>
              <a:spcBef>
                <a:spcPts val="0"/>
              </a:spcBef>
              <a:spcAft>
                <a:spcPts val="0"/>
              </a:spcAft>
              <a:buClr>
                <a:srgbClr val="262626"/>
              </a:buClr>
              <a:buSzPts val="2400"/>
              <a:buFont typeface="Helvetica Neue"/>
              <a:buNone/>
            </a:pPr>
            <a:r>
              <a:rPr b="1" i="0" lang="en-US" sz="2400" u="none" cap="none" strike="noStrike">
                <a:solidFill>
                  <a:srgbClr val="262626"/>
                </a:solidFill>
                <a:latin typeface="Helvetica Neue"/>
                <a:ea typeface="Helvetica Neue"/>
                <a:cs typeface="Helvetica Neue"/>
                <a:sym typeface="Helvetica Neue"/>
              </a:rPr>
              <a:t>01</a:t>
            </a:r>
            <a:endParaRPr b="1" i="0" sz="2400" u="none" cap="none" strike="noStrike">
              <a:solidFill>
                <a:srgbClr val="262626"/>
              </a:solidFill>
              <a:latin typeface="Helvetica Neue"/>
              <a:ea typeface="Helvetica Neue"/>
              <a:cs typeface="Helvetica Neue"/>
              <a:sym typeface="Helvetica Neue"/>
            </a:endParaRPr>
          </a:p>
        </p:txBody>
      </p:sp>
      <p:grpSp>
        <p:nvGrpSpPr>
          <p:cNvPr id="489" name="Google Shape;489;p4"/>
          <p:cNvGrpSpPr/>
          <p:nvPr/>
        </p:nvGrpSpPr>
        <p:grpSpPr>
          <a:xfrm>
            <a:off x="6831520" y="3306130"/>
            <a:ext cx="3488745" cy="1112363"/>
            <a:chOff x="1797648" y="951079"/>
            <a:chExt cx="3488745" cy="1112363"/>
          </a:xfrm>
        </p:grpSpPr>
        <p:sp>
          <p:nvSpPr>
            <p:cNvPr id="490" name="Google Shape;490;p4"/>
            <p:cNvSpPr txBox="1"/>
            <p:nvPr/>
          </p:nvSpPr>
          <p:spPr>
            <a:xfrm>
              <a:off x="1797648" y="951079"/>
              <a:ext cx="3488745" cy="338554"/>
            </a:xfrm>
            <a:prstGeom prst="rect">
              <a:avLst/>
            </a:prstGeom>
            <a:noFill/>
            <a:ln>
              <a:noFill/>
            </a:ln>
          </p:spPr>
          <p:txBody>
            <a:bodyPr anchorCtr="0" anchor="t" bIns="45700" lIns="108000" spcFirstLastPara="1" rIns="108000" wrap="square" tIns="45700">
              <a:spAutoFit/>
            </a:bodyPr>
            <a:lstStyle/>
            <a:p>
              <a:pPr indent="0" lvl="0" marL="0" marR="0" rtl="0" algn="l">
                <a:lnSpc>
                  <a:spcPct val="100000"/>
                </a:lnSpc>
                <a:spcBef>
                  <a:spcPts val="0"/>
                </a:spcBef>
                <a:spcAft>
                  <a:spcPts val="0"/>
                </a:spcAft>
                <a:buClr>
                  <a:srgbClr val="262626"/>
                </a:buClr>
                <a:buSzPts val="1600"/>
                <a:buFont typeface="Helvetica Neue"/>
                <a:buNone/>
              </a:pPr>
              <a:r>
                <a:rPr b="1" i="0" lang="en-US" sz="1600" u="none" cap="none" strike="noStrike">
                  <a:solidFill>
                    <a:srgbClr val="262626"/>
                  </a:solidFill>
                  <a:latin typeface="Helvetica Neue"/>
                  <a:ea typeface="Helvetica Neue"/>
                  <a:cs typeface="Helvetica Neue"/>
                  <a:sym typeface="Helvetica Neue"/>
                </a:rPr>
                <a:t>Birth order theory</a:t>
              </a:r>
              <a:endParaRPr b="1" i="0" sz="1600" u="none" cap="none" strike="noStrike">
                <a:solidFill>
                  <a:srgbClr val="262626"/>
                </a:solidFill>
                <a:latin typeface="Helvetica Neue"/>
                <a:ea typeface="Helvetica Neue"/>
                <a:cs typeface="Helvetica Neue"/>
                <a:sym typeface="Helvetica Neue"/>
              </a:endParaRPr>
            </a:p>
          </p:txBody>
        </p:sp>
        <p:sp>
          <p:nvSpPr>
            <p:cNvPr id="491" name="Google Shape;491;p4"/>
            <p:cNvSpPr txBox="1"/>
            <p:nvPr/>
          </p:nvSpPr>
          <p:spPr>
            <a:xfrm>
              <a:off x="2147566" y="1463278"/>
              <a:ext cx="3119026" cy="27699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What is birth order?</a:t>
              </a:r>
              <a:endParaRPr b="0" i="0" sz="1200" u="none" cap="none" strike="noStrike">
                <a:solidFill>
                  <a:srgbClr val="262626"/>
                </a:solidFill>
                <a:latin typeface="Helvetica Neue"/>
                <a:ea typeface="Helvetica Neue"/>
                <a:cs typeface="Helvetica Neue"/>
                <a:sym typeface="Helvetica Neue"/>
              </a:endParaRPr>
            </a:p>
          </p:txBody>
        </p:sp>
        <p:sp>
          <p:nvSpPr>
            <p:cNvPr id="492" name="Google Shape;492;p4"/>
            <p:cNvSpPr txBox="1"/>
            <p:nvPr/>
          </p:nvSpPr>
          <p:spPr>
            <a:xfrm>
              <a:off x="2147566" y="1786443"/>
              <a:ext cx="3119026" cy="27699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Birth order theory </a:t>
              </a:r>
              <a:endParaRPr b="0" i="0" sz="1200" u="none" cap="none" strike="noStrike">
                <a:solidFill>
                  <a:srgbClr val="262626"/>
                </a:solidFill>
                <a:latin typeface="Helvetica Neue"/>
                <a:ea typeface="Helvetica Neue"/>
                <a:cs typeface="Helvetica Neue"/>
                <a:sym typeface="Helvetica Neue"/>
              </a:endParaRPr>
            </a:p>
          </p:txBody>
        </p:sp>
      </p:grpSp>
      <p:cxnSp>
        <p:nvCxnSpPr>
          <p:cNvPr id="493" name="Google Shape;493;p4"/>
          <p:cNvCxnSpPr/>
          <p:nvPr/>
        </p:nvCxnSpPr>
        <p:spPr>
          <a:xfrm flipH="1" rot="10800000">
            <a:off x="6591734" y="3690850"/>
            <a:ext cx="4328802" cy="26860"/>
          </a:xfrm>
          <a:prstGeom prst="straightConnector1">
            <a:avLst/>
          </a:prstGeom>
          <a:noFill/>
          <a:ln cap="flat" cmpd="sng" w="25400">
            <a:solidFill>
              <a:srgbClr val="CC66FF"/>
            </a:solidFill>
            <a:prstDash val="solid"/>
            <a:round/>
            <a:headEnd len="sm" w="sm" type="none"/>
            <a:tailEnd len="med" w="med" type="oval"/>
          </a:ln>
        </p:spPr>
      </p:cxnSp>
      <p:sp>
        <p:nvSpPr>
          <p:cNvPr id="494" name="Google Shape;494;p4"/>
          <p:cNvSpPr/>
          <p:nvPr/>
        </p:nvSpPr>
        <p:spPr>
          <a:xfrm>
            <a:off x="5938968" y="3384541"/>
            <a:ext cx="652766" cy="652766"/>
          </a:xfrm>
          <a:prstGeom prst="rect">
            <a:avLst/>
          </a:prstGeom>
          <a:solidFill>
            <a:schemeClr val="lt1"/>
          </a:solidFill>
          <a:ln cap="flat" cmpd="sng" w="25400">
            <a:solidFill>
              <a:srgbClr val="CC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Helvetica Neue"/>
              <a:buNone/>
            </a:pPr>
            <a:r>
              <a:t/>
            </a:r>
            <a:endParaRPr b="0" i="0" sz="2700" u="none" cap="none" strike="noStrike">
              <a:solidFill>
                <a:schemeClr val="lt1"/>
              </a:solidFill>
              <a:latin typeface="Helvetica Neue"/>
              <a:ea typeface="Helvetica Neue"/>
              <a:cs typeface="Helvetica Neue"/>
              <a:sym typeface="Helvetica Neue"/>
            </a:endParaRPr>
          </a:p>
        </p:txBody>
      </p:sp>
      <p:sp>
        <p:nvSpPr>
          <p:cNvPr id="495" name="Google Shape;495;p4"/>
          <p:cNvSpPr txBox="1"/>
          <p:nvPr/>
        </p:nvSpPr>
        <p:spPr>
          <a:xfrm>
            <a:off x="5978697" y="3482859"/>
            <a:ext cx="566763" cy="461665"/>
          </a:xfrm>
          <a:prstGeom prst="rect">
            <a:avLst/>
          </a:prstGeom>
          <a:noFill/>
          <a:ln>
            <a:noFill/>
          </a:ln>
        </p:spPr>
        <p:txBody>
          <a:bodyPr anchorCtr="0" anchor="t" bIns="45700" lIns="108000" spcFirstLastPara="1" rIns="108000" wrap="square" tIns="45700">
            <a:spAutoFit/>
          </a:bodyPr>
          <a:lstStyle/>
          <a:p>
            <a:pPr indent="0" lvl="0" marL="0" marR="0" rtl="0" algn="ctr">
              <a:lnSpc>
                <a:spcPct val="100000"/>
              </a:lnSpc>
              <a:spcBef>
                <a:spcPts val="0"/>
              </a:spcBef>
              <a:spcAft>
                <a:spcPts val="0"/>
              </a:spcAft>
              <a:buClr>
                <a:srgbClr val="262626"/>
              </a:buClr>
              <a:buSzPts val="2400"/>
              <a:buFont typeface="Helvetica Neue"/>
              <a:buNone/>
            </a:pPr>
            <a:r>
              <a:rPr b="1" i="0" lang="en-US" sz="2400" u="none" cap="none" strike="noStrike">
                <a:solidFill>
                  <a:srgbClr val="262626"/>
                </a:solidFill>
                <a:latin typeface="Helvetica Neue"/>
                <a:ea typeface="Helvetica Neue"/>
                <a:cs typeface="Helvetica Neue"/>
                <a:sym typeface="Helvetica Neue"/>
              </a:rPr>
              <a:t>02</a:t>
            </a:r>
            <a:endParaRPr b="1" i="0" sz="2400" u="none" cap="none" strike="noStrike">
              <a:solidFill>
                <a:srgbClr val="262626"/>
              </a:solidFill>
              <a:latin typeface="Helvetica Neue"/>
              <a:ea typeface="Helvetica Neue"/>
              <a:cs typeface="Helvetica Neue"/>
              <a:sym typeface="Helvetica Neue"/>
            </a:endParaRPr>
          </a:p>
        </p:txBody>
      </p:sp>
      <p:sp>
        <p:nvSpPr>
          <p:cNvPr id="496" name="Google Shape;496;p4"/>
          <p:cNvSpPr txBox="1"/>
          <p:nvPr/>
        </p:nvSpPr>
        <p:spPr>
          <a:xfrm>
            <a:off x="6831520" y="5146095"/>
            <a:ext cx="3488745" cy="338554"/>
          </a:xfrm>
          <a:prstGeom prst="rect">
            <a:avLst/>
          </a:prstGeom>
          <a:noFill/>
          <a:ln>
            <a:noFill/>
          </a:ln>
        </p:spPr>
        <p:txBody>
          <a:bodyPr anchorCtr="0" anchor="t" bIns="45700" lIns="108000" spcFirstLastPara="1" rIns="108000" wrap="square" tIns="45700">
            <a:spAutoFit/>
          </a:bodyPr>
          <a:lstStyle/>
          <a:p>
            <a:pPr indent="0" lvl="0" marL="0" marR="0" rtl="0" algn="l">
              <a:lnSpc>
                <a:spcPct val="100000"/>
              </a:lnSpc>
              <a:spcBef>
                <a:spcPts val="0"/>
              </a:spcBef>
              <a:spcAft>
                <a:spcPts val="0"/>
              </a:spcAft>
              <a:buClr>
                <a:srgbClr val="262626"/>
              </a:buClr>
              <a:buSzPts val="1600"/>
              <a:buFont typeface="Helvetica Neue"/>
              <a:buNone/>
            </a:pPr>
            <a:r>
              <a:rPr b="1" i="0" lang="en-US" sz="1600" u="none" cap="none" strike="noStrike">
                <a:solidFill>
                  <a:srgbClr val="262626"/>
                </a:solidFill>
                <a:latin typeface="Helvetica Neue"/>
                <a:ea typeface="Helvetica Neue"/>
                <a:cs typeface="Helvetica Neue"/>
                <a:sym typeface="Helvetica Neue"/>
              </a:rPr>
              <a:t>Vocabulary practice</a:t>
            </a:r>
            <a:endParaRPr b="1" i="0" sz="1600" u="none" cap="none" strike="noStrike">
              <a:solidFill>
                <a:srgbClr val="262626"/>
              </a:solidFill>
              <a:latin typeface="Helvetica Neue"/>
              <a:ea typeface="Helvetica Neue"/>
              <a:cs typeface="Helvetica Neue"/>
              <a:sym typeface="Helvetica Neue"/>
            </a:endParaRPr>
          </a:p>
        </p:txBody>
      </p:sp>
      <p:cxnSp>
        <p:nvCxnSpPr>
          <p:cNvPr id="497" name="Google Shape;497;p4"/>
          <p:cNvCxnSpPr/>
          <p:nvPr/>
        </p:nvCxnSpPr>
        <p:spPr>
          <a:xfrm flipH="1" rot="10800000">
            <a:off x="6591734" y="5530815"/>
            <a:ext cx="4328802" cy="26860"/>
          </a:xfrm>
          <a:prstGeom prst="straightConnector1">
            <a:avLst/>
          </a:prstGeom>
          <a:noFill/>
          <a:ln cap="flat" cmpd="sng" w="25400">
            <a:solidFill>
              <a:srgbClr val="FF0066"/>
            </a:solidFill>
            <a:prstDash val="solid"/>
            <a:round/>
            <a:headEnd len="sm" w="sm" type="none"/>
            <a:tailEnd len="med" w="med" type="oval"/>
          </a:ln>
        </p:spPr>
      </p:cxnSp>
      <p:sp>
        <p:nvSpPr>
          <p:cNvPr id="498" name="Google Shape;498;p4"/>
          <p:cNvSpPr/>
          <p:nvPr/>
        </p:nvSpPr>
        <p:spPr>
          <a:xfrm>
            <a:off x="5938968" y="5224506"/>
            <a:ext cx="652766" cy="652766"/>
          </a:xfrm>
          <a:prstGeom prst="rect">
            <a:avLst/>
          </a:prstGeom>
          <a:solidFill>
            <a:schemeClr val="lt1"/>
          </a:solidFill>
          <a:ln cap="flat" cmpd="sng" w="25400">
            <a:solidFill>
              <a:srgbClr val="FF00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Helvetica Neue"/>
              <a:buNone/>
            </a:pPr>
            <a:r>
              <a:t/>
            </a:r>
            <a:endParaRPr b="0" i="0" sz="2700" u="none" cap="none" strike="noStrike">
              <a:solidFill>
                <a:schemeClr val="lt1"/>
              </a:solidFill>
              <a:latin typeface="Helvetica Neue"/>
              <a:ea typeface="Helvetica Neue"/>
              <a:cs typeface="Helvetica Neue"/>
              <a:sym typeface="Helvetica Neue"/>
            </a:endParaRPr>
          </a:p>
        </p:txBody>
      </p:sp>
      <p:sp>
        <p:nvSpPr>
          <p:cNvPr id="499" name="Google Shape;499;p4"/>
          <p:cNvSpPr txBox="1"/>
          <p:nvPr/>
        </p:nvSpPr>
        <p:spPr>
          <a:xfrm>
            <a:off x="5978697" y="5322824"/>
            <a:ext cx="566763" cy="461665"/>
          </a:xfrm>
          <a:prstGeom prst="rect">
            <a:avLst/>
          </a:prstGeom>
          <a:noFill/>
          <a:ln>
            <a:noFill/>
          </a:ln>
        </p:spPr>
        <p:txBody>
          <a:bodyPr anchorCtr="0" anchor="t" bIns="45700" lIns="108000" spcFirstLastPara="1" rIns="108000" wrap="square" tIns="45700">
            <a:spAutoFit/>
          </a:bodyPr>
          <a:lstStyle/>
          <a:p>
            <a:pPr indent="0" lvl="0" marL="0" marR="0" rtl="0" algn="ctr">
              <a:lnSpc>
                <a:spcPct val="100000"/>
              </a:lnSpc>
              <a:spcBef>
                <a:spcPts val="0"/>
              </a:spcBef>
              <a:spcAft>
                <a:spcPts val="0"/>
              </a:spcAft>
              <a:buClr>
                <a:srgbClr val="262626"/>
              </a:buClr>
              <a:buSzPts val="2400"/>
              <a:buFont typeface="Helvetica Neue"/>
              <a:buNone/>
            </a:pPr>
            <a:r>
              <a:rPr b="1" i="0" lang="en-US" sz="2400" u="none" cap="none" strike="noStrike">
                <a:solidFill>
                  <a:srgbClr val="262626"/>
                </a:solidFill>
                <a:latin typeface="Helvetica Neue"/>
                <a:ea typeface="Helvetica Neue"/>
                <a:cs typeface="Helvetica Neue"/>
                <a:sym typeface="Helvetica Neue"/>
              </a:rPr>
              <a:t>03</a:t>
            </a:r>
            <a:endParaRPr b="1" i="0" sz="2400" u="none" cap="none" strike="noStrike">
              <a:solidFill>
                <a:srgbClr val="262626"/>
              </a:solidFill>
              <a:latin typeface="Helvetica Neue"/>
              <a:ea typeface="Helvetica Neue"/>
              <a:cs typeface="Helvetica Neue"/>
              <a:sym typeface="Helvetica Neue"/>
            </a:endParaRPr>
          </a:p>
        </p:txBody>
      </p:sp>
      <p:sp>
        <p:nvSpPr>
          <p:cNvPr id="500" name="Google Shape;500;p4"/>
          <p:cNvSpPr txBox="1"/>
          <p:nvPr/>
        </p:nvSpPr>
        <p:spPr>
          <a:xfrm>
            <a:off x="5938968" y="48145"/>
            <a:ext cx="3807069"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EE6CC1"/>
              </a:buClr>
              <a:buSzPts val="4800"/>
              <a:buFont typeface="Helvetica Neue"/>
              <a:buNone/>
            </a:pPr>
            <a:r>
              <a:rPr b="1" i="0" lang="en-US" sz="4800" u="none" cap="none" strike="noStrike">
                <a:solidFill>
                  <a:srgbClr val="EE6CC1"/>
                </a:solidFill>
                <a:latin typeface="Helvetica Neue"/>
                <a:ea typeface="Helvetica Neue"/>
                <a:cs typeface="Helvetica Neue"/>
                <a:sym typeface="Helvetica Neue"/>
              </a:rPr>
              <a:t>Outline</a:t>
            </a:r>
            <a:endParaRPr b="1" i="0" sz="4800" u="none" cap="none" strike="noStrike">
              <a:solidFill>
                <a:srgbClr val="EE6CC1"/>
              </a:solidFill>
              <a:latin typeface="Helvetica Neue"/>
              <a:ea typeface="Helvetica Neue"/>
              <a:cs typeface="Helvetica Neue"/>
              <a:sym typeface="Helvetica Neue"/>
            </a:endParaRPr>
          </a:p>
        </p:txBody>
      </p:sp>
      <p:sp>
        <p:nvSpPr>
          <p:cNvPr id="501" name="Google Shape;501;p4"/>
          <p:cNvSpPr txBox="1"/>
          <p:nvPr/>
        </p:nvSpPr>
        <p:spPr>
          <a:xfrm>
            <a:off x="7201239" y="4432393"/>
            <a:ext cx="3119026" cy="27699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Birth order and personalities </a:t>
            </a:r>
            <a:endParaRPr b="0" i="0" sz="1200" u="none" cap="none" strike="noStrike">
              <a:solidFill>
                <a:srgbClr val="262626"/>
              </a:solidFill>
              <a:latin typeface="Helvetica Neue"/>
              <a:ea typeface="Helvetica Neue"/>
              <a:cs typeface="Helvetica Neue"/>
              <a:sym typeface="Helvetica Neue"/>
            </a:endParaRPr>
          </a:p>
        </p:txBody>
      </p:sp>
      <p:sp>
        <p:nvSpPr>
          <p:cNvPr id="502" name="Google Shape;502;p4"/>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3</a:t>
            </a:r>
            <a:endParaRPr b="1" i="0" sz="1800" u="none" cap="none" strike="noStrike">
              <a:solidFill>
                <a:srgbClr val="000000"/>
              </a:solidFill>
              <a:latin typeface="Calibri"/>
              <a:ea typeface="Calibri"/>
              <a:cs typeface="Calibri"/>
              <a:sym typeface="Calibri"/>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5"/>
          <p:cNvGrpSpPr/>
          <p:nvPr/>
        </p:nvGrpSpPr>
        <p:grpSpPr>
          <a:xfrm>
            <a:off x="6831520" y="1773804"/>
            <a:ext cx="3584960" cy="1679433"/>
            <a:chOff x="1797648" y="951079"/>
            <a:chExt cx="3584960" cy="1679433"/>
          </a:xfrm>
        </p:grpSpPr>
        <p:sp>
          <p:nvSpPr>
            <p:cNvPr id="508" name="Google Shape;508;p5"/>
            <p:cNvSpPr txBox="1"/>
            <p:nvPr/>
          </p:nvSpPr>
          <p:spPr>
            <a:xfrm>
              <a:off x="1797648" y="951079"/>
              <a:ext cx="3488745" cy="338554"/>
            </a:xfrm>
            <a:prstGeom prst="rect">
              <a:avLst/>
            </a:prstGeom>
            <a:noFill/>
            <a:ln>
              <a:noFill/>
            </a:ln>
          </p:spPr>
          <p:txBody>
            <a:bodyPr anchorCtr="0" anchor="t" bIns="45700" lIns="108000" spcFirstLastPara="1" rIns="108000" wrap="square" tIns="45700">
              <a:spAutoFit/>
            </a:bodyPr>
            <a:lstStyle/>
            <a:p>
              <a:pPr indent="0" lvl="0" marL="0" marR="0" rtl="0" algn="l">
                <a:lnSpc>
                  <a:spcPct val="100000"/>
                </a:lnSpc>
                <a:spcBef>
                  <a:spcPts val="0"/>
                </a:spcBef>
                <a:spcAft>
                  <a:spcPts val="0"/>
                </a:spcAft>
                <a:buClr>
                  <a:srgbClr val="262626"/>
                </a:buClr>
                <a:buSzPts val="1600"/>
                <a:buFont typeface="Helvetica Neue"/>
                <a:buNone/>
              </a:pPr>
              <a:r>
                <a:rPr b="1" i="0" lang="en-US" sz="1600" u="none" cap="none" strike="noStrike">
                  <a:solidFill>
                    <a:srgbClr val="262626"/>
                  </a:solidFill>
                  <a:latin typeface="Helvetica Neue"/>
                  <a:ea typeface="Helvetica Neue"/>
                  <a:cs typeface="Helvetica Neue"/>
                  <a:sym typeface="Helvetica Neue"/>
                </a:rPr>
                <a:t>Birth order and career success</a:t>
              </a:r>
              <a:endParaRPr b="1" i="0" sz="1600" u="none" cap="none" strike="noStrike">
                <a:solidFill>
                  <a:srgbClr val="262626"/>
                </a:solidFill>
                <a:latin typeface="Helvetica Neue"/>
                <a:ea typeface="Helvetica Neue"/>
                <a:cs typeface="Helvetica Neue"/>
                <a:sym typeface="Helvetica Neue"/>
              </a:endParaRPr>
            </a:p>
          </p:txBody>
        </p:sp>
        <p:sp>
          <p:nvSpPr>
            <p:cNvPr id="509" name="Google Shape;509;p5"/>
            <p:cNvSpPr txBox="1"/>
            <p:nvPr/>
          </p:nvSpPr>
          <p:spPr>
            <a:xfrm>
              <a:off x="2147566" y="1337850"/>
              <a:ext cx="3235042" cy="1292662"/>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How does birth order impact career success</a:t>
              </a:r>
              <a:endParaRPr b="0" i="0" sz="1400" u="none" cap="none" strike="noStrike">
                <a:solidFill>
                  <a:srgbClr val="000000"/>
                </a:solidFill>
                <a:latin typeface="Arial"/>
                <a:ea typeface="Arial"/>
                <a:cs typeface="Arial"/>
                <a:sym typeface="Arial"/>
              </a:endParaRPr>
            </a:p>
            <a:p>
              <a:pPr indent="-228600" lvl="0" marL="228600" marR="0" rtl="0" algn="l">
                <a:lnSpc>
                  <a:spcPct val="15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The Pygmalion effect </a:t>
              </a:r>
              <a:endParaRPr b="0" i="0" sz="1400" u="none" cap="none" strike="noStrike">
                <a:solidFill>
                  <a:srgbClr val="000000"/>
                </a:solidFill>
                <a:latin typeface="Arial"/>
                <a:ea typeface="Arial"/>
                <a:cs typeface="Arial"/>
                <a:sym typeface="Arial"/>
              </a:endParaRPr>
            </a:p>
            <a:p>
              <a:pPr indent="-152400" lvl="0" marL="228600" marR="0" rtl="0" algn="l">
                <a:lnSpc>
                  <a:spcPct val="100000"/>
                </a:lnSpc>
                <a:spcBef>
                  <a:spcPts val="0"/>
                </a:spcBef>
                <a:spcAft>
                  <a:spcPts val="0"/>
                </a:spcAft>
                <a:buClr>
                  <a:srgbClr val="000000"/>
                </a:buClr>
                <a:buSzPts val="1200"/>
                <a:buFont typeface="Noto Sans"/>
                <a:buNone/>
              </a:pPr>
              <a:r>
                <a:t/>
              </a:r>
              <a:endParaRPr b="0" i="0" sz="1200" u="none" cap="none" strike="noStrike">
                <a:solidFill>
                  <a:srgbClr val="262626"/>
                </a:solidFill>
                <a:latin typeface="Helvetica Neue"/>
                <a:ea typeface="Helvetica Neue"/>
                <a:cs typeface="Helvetica Neue"/>
                <a:sym typeface="Helvetica Neue"/>
              </a:endParaRPr>
            </a:p>
            <a:p>
              <a:pPr indent="-152400" lvl="0" marL="228600" marR="0" rtl="0" algn="l">
                <a:lnSpc>
                  <a:spcPct val="100000"/>
                </a:lnSpc>
                <a:spcBef>
                  <a:spcPts val="0"/>
                </a:spcBef>
                <a:spcAft>
                  <a:spcPts val="0"/>
                </a:spcAft>
                <a:buClr>
                  <a:srgbClr val="000000"/>
                </a:buClr>
                <a:buSzPts val="1200"/>
                <a:buFont typeface="Noto Sans"/>
                <a:buNone/>
              </a:pPr>
              <a:r>
                <a:t/>
              </a:r>
              <a:endParaRPr b="0" i="0" sz="1200" u="none" cap="none" strike="noStrike">
                <a:solidFill>
                  <a:srgbClr val="262626"/>
                </a:solidFill>
                <a:latin typeface="Helvetica Neue"/>
                <a:ea typeface="Helvetica Neue"/>
                <a:cs typeface="Helvetica Neue"/>
                <a:sym typeface="Helvetica Neue"/>
              </a:endParaRPr>
            </a:p>
          </p:txBody>
        </p:sp>
      </p:grpSp>
      <p:cxnSp>
        <p:nvCxnSpPr>
          <p:cNvPr id="510" name="Google Shape;510;p5"/>
          <p:cNvCxnSpPr/>
          <p:nvPr/>
        </p:nvCxnSpPr>
        <p:spPr>
          <a:xfrm flipH="1" rot="10800000">
            <a:off x="6591734" y="2158524"/>
            <a:ext cx="4328802" cy="26860"/>
          </a:xfrm>
          <a:prstGeom prst="straightConnector1">
            <a:avLst/>
          </a:prstGeom>
          <a:noFill/>
          <a:ln cap="flat" cmpd="sng" w="25400">
            <a:solidFill>
              <a:schemeClr val="accent1"/>
            </a:solidFill>
            <a:prstDash val="solid"/>
            <a:round/>
            <a:headEnd len="sm" w="sm" type="none"/>
            <a:tailEnd len="med" w="med" type="oval"/>
          </a:ln>
        </p:spPr>
      </p:cxnSp>
      <p:sp>
        <p:nvSpPr>
          <p:cNvPr id="511" name="Google Shape;511;p5"/>
          <p:cNvSpPr/>
          <p:nvPr/>
        </p:nvSpPr>
        <p:spPr>
          <a:xfrm>
            <a:off x="5938968" y="1840130"/>
            <a:ext cx="652766" cy="65276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Helvetica Neue"/>
              <a:buNone/>
            </a:pPr>
            <a:r>
              <a:t/>
            </a:r>
            <a:endParaRPr b="0" i="0" sz="2700" u="none" cap="none" strike="noStrike">
              <a:solidFill>
                <a:schemeClr val="lt1"/>
              </a:solidFill>
              <a:latin typeface="Helvetica Neue"/>
              <a:ea typeface="Helvetica Neue"/>
              <a:cs typeface="Helvetica Neue"/>
              <a:sym typeface="Helvetica Neue"/>
            </a:endParaRPr>
          </a:p>
        </p:txBody>
      </p:sp>
      <p:sp>
        <p:nvSpPr>
          <p:cNvPr id="512" name="Google Shape;512;p5"/>
          <p:cNvSpPr txBox="1"/>
          <p:nvPr/>
        </p:nvSpPr>
        <p:spPr>
          <a:xfrm>
            <a:off x="5978697" y="1950533"/>
            <a:ext cx="566763" cy="461665"/>
          </a:xfrm>
          <a:prstGeom prst="rect">
            <a:avLst/>
          </a:prstGeom>
          <a:noFill/>
          <a:ln>
            <a:noFill/>
          </a:ln>
        </p:spPr>
        <p:txBody>
          <a:bodyPr anchorCtr="0" anchor="t" bIns="45700" lIns="108000" spcFirstLastPara="1" rIns="108000" wrap="square" tIns="45700">
            <a:spAutoFit/>
          </a:bodyPr>
          <a:lstStyle/>
          <a:p>
            <a:pPr indent="0" lvl="0" marL="0" marR="0" rtl="0" algn="ctr">
              <a:lnSpc>
                <a:spcPct val="100000"/>
              </a:lnSpc>
              <a:spcBef>
                <a:spcPts val="0"/>
              </a:spcBef>
              <a:spcAft>
                <a:spcPts val="0"/>
              </a:spcAft>
              <a:buClr>
                <a:srgbClr val="262626"/>
              </a:buClr>
              <a:buSzPts val="2400"/>
              <a:buFont typeface="Helvetica Neue"/>
              <a:buNone/>
            </a:pPr>
            <a:r>
              <a:rPr b="1" i="0" lang="en-US" sz="2400" u="none" cap="none" strike="noStrike">
                <a:solidFill>
                  <a:srgbClr val="262626"/>
                </a:solidFill>
                <a:latin typeface="Helvetica Neue"/>
                <a:ea typeface="Helvetica Neue"/>
                <a:cs typeface="Helvetica Neue"/>
                <a:sym typeface="Helvetica Neue"/>
              </a:rPr>
              <a:t>04</a:t>
            </a:r>
            <a:endParaRPr b="1" i="0" sz="2400" u="none" cap="none" strike="noStrike">
              <a:solidFill>
                <a:srgbClr val="262626"/>
              </a:solidFill>
              <a:latin typeface="Helvetica Neue"/>
              <a:ea typeface="Helvetica Neue"/>
              <a:cs typeface="Helvetica Neue"/>
              <a:sym typeface="Helvetica Neue"/>
            </a:endParaRPr>
          </a:p>
        </p:txBody>
      </p:sp>
      <p:grpSp>
        <p:nvGrpSpPr>
          <p:cNvPr id="513" name="Google Shape;513;p5"/>
          <p:cNvGrpSpPr/>
          <p:nvPr/>
        </p:nvGrpSpPr>
        <p:grpSpPr>
          <a:xfrm>
            <a:off x="6831520" y="3306130"/>
            <a:ext cx="3488745" cy="789198"/>
            <a:chOff x="1797648" y="951079"/>
            <a:chExt cx="3488745" cy="789198"/>
          </a:xfrm>
        </p:grpSpPr>
        <p:sp>
          <p:nvSpPr>
            <p:cNvPr id="514" name="Google Shape;514;p5"/>
            <p:cNvSpPr txBox="1"/>
            <p:nvPr/>
          </p:nvSpPr>
          <p:spPr>
            <a:xfrm>
              <a:off x="1797648" y="951079"/>
              <a:ext cx="3488745" cy="338554"/>
            </a:xfrm>
            <a:prstGeom prst="rect">
              <a:avLst/>
            </a:prstGeom>
            <a:noFill/>
            <a:ln>
              <a:noFill/>
            </a:ln>
          </p:spPr>
          <p:txBody>
            <a:bodyPr anchorCtr="0" anchor="t" bIns="45700" lIns="108000" spcFirstLastPara="1" rIns="108000" wrap="square" tIns="45700">
              <a:spAutoFit/>
            </a:bodyPr>
            <a:lstStyle/>
            <a:p>
              <a:pPr indent="0" lvl="0" marL="0" marR="0" rtl="0" algn="l">
                <a:lnSpc>
                  <a:spcPct val="100000"/>
                </a:lnSpc>
                <a:spcBef>
                  <a:spcPts val="0"/>
                </a:spcBef>
                <a:spcAft>
                  <a:spcPts val="0"/>
                </a:spcAft>
                <a:buClr>
                  <a:srgbClr val="262626"/>
                </a:buClr>
                <a:buSzPts val="1600"/>
                <a:buFont typeface="Helvetica Neue"/>
                <a:buNone/>
              </a:pPr>
              <a:r>
                <a:rPr b="1" i="0" lang="en-US" sz="1600" u="none" cap="none" strike="noStrike">
                  <a:solidFill>
                    <a:srgbClr val="262626"/>
                  </a:solidFill>
                  <a:latin typeface="Helvetica Neue"/>
                  <a:ea typeface="Helvetica Neue"/>
                  <a:cs typeface="Helvetica Neue"/>
                  <a:sym typeface="Helvetica Neue"/>
                </a:rPr>
                <a:t>Birth order and health</a:t>
              </a:r>
              <a:endParaRPr b="1" i="0" sz="1600" u="none" cap="none" strike="noStrike">
                <a:solidFill>
                  <a:srgbClr val="262626"/>
                </a:solidFill>
                <a:latin typeface="Helvetica Neue"/>
                <a:ea typeface="Helvetica Neue"/>
                <a:cs typeface="Helvetica Neue"/>
                <a:sym typeface="Helvetica Neue"/>
              </a:endParaRPr>
            </a:p>
          </p:txBody>
        </p:sp>
        <p:sp>
          <p:nvSpPr>
            <p:cNvPr id="515" name="Google Shape;515;p5"/>
            <p:cNvSpPr txBox="1"/>
            <p:nvPr/>
          </p:nvSpPr>
          <p:spPr>
            <a:xfrm>
              <a:off x="2147566" y="1463278"/>
              <a:ext cx="3119026" cy="27699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262626"/>
                </a:buClr>
                <a:buSzPts val="1200"/>
                <a:buFont typeface="Noto Sans"/>
                <a:buChar char="⮚"/>
              </a:pPr>
              <a:r>
                <a:rPr b="0" i="0" lang="en-US" sz="1200" u="none" cap="none" strike="noStrike">
                  <a:solidFill>
                    <a:srgbClr val="262626"/>
                  </a:solidFill>
                  <a:latin typeface="Helvetica Neue"/>
                  <a:ea typeface="Helvetica Neue"/>
                  <a:cs typeface="Helvetica Neue"/>
                  <a:sym typeface="Helvetica Neue"/>
                </a:rPr>
                <a:t>Birth order can predict health</a:t>
              </a:r>
              <a:endParaRPr b="0" i="0" sz="1200" u="none" cap="none" strike="noStrike">
                <a:solidFill>
                  <a:srgbClr val="262626"/>
                </a:solidFill>
                <a:latin typeface="Helvetica Neue"/>
                <a:ea typeface="Helvetica Neue"/>
                <a:cs typeface="Helvetica Neue"/>
                <a:sym typeface="Helvetica Neue"/>
              </a:endParaRPr>
            </a:p>
          </p:txBody>
        </p:sp>
      </p:grpSp>
      <p:cxnSp>
        <p:nvCxnSpPr>
          <p:cNvPr id="516" name="Google Shape;516;p5"/>
          <p:cNvCxnSpPr/>
          <p:nvPr/>
        </p:nvCxnSpPr>
        <p:spPr>
          <a:xfrm flipH="1" rot="10800000">
            <a:off x="6591734" y="3690850"/>
            <a:ext cx="4328802" cy="26860"/>
          </a:xfrm>
          <a:prstGeom prst="straightConnector1">
            <a:avLst/>
          </a:prstGeom>
          <a:noFill/>
          <a:ln cap="flat" cmpd="sng" w="25400">
            <a:solidFill>
              <a:srgbClr val="CC66FF"/>
            </a:solidFill>
            <a:prstDash val="solid"/>
            <a:round/>
            <a:headEnd len="sm" w="sm" type="none"/>
            <a:tailEnd len="med" w="med" type="oval"/>
          </a:ln>
        </p:spPr>
      </p:cxnSp>
      <p:sp>
        <p:nvSpPr>
          <p:cNvPr id="517" name="Google Shape;517;p5"/>
          <p:cNvSpPr/>
          <p:nvPr/>
        </p:nvSpPr>
        <p:spPr>
          <a:xfrm>
            <a:off x="5938968" y="3384541"/>
            <a:ext cx="652766" cy="652766"/>
          </a:xfrm>
          <a:prstGeom prst="rect">
            <a:avLst/>
          </a:prstGeom>
          <a:solidFill>
            <a:schemeClr val="lt1"/>
          </a:solidFill>
          <a:ln cap="flat" cmpd="sng" w="25400">
            <a:solidFill>
              <a:srgbClr val="CC66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Helvetica Neue"/>
              <a:buNone/>
            </a:pPr>
            <a:r>
              <a:t/>
            </a:r>
            <a:endParaRPr b="0" i="0" sz="2700" u="none" cap="none" strike="noStrike">
              <a:solidFill>
                <a:schemeClr val="lt1"/>
              </a:solidFill>
              <a:latin typeface="Helvetica Neue"/>
              <a:ea typeface="Helvetica Neue"/>
              <a:cs typeface="Helvetica Neue"/>
              <a:sym typeface="Helvetica Neue"/>
            </a:endParaRPr>
          </a:p>
        </p:txBody>
      </p:sp>
      <p:sp>
        <p:nvSpPr>
          <p:cNvPr id="518" name="Google Shape;518;p5"/>
          <p:cNvSpPr txBox="1"/>
          <p:nvPr/>
        </p:nvSpPr>
        <p:spPr>
          <a:xfrm>
            <a:off x="6033293" y="3482859"/>
            <a:ext cx="566763" cy="461665"/>
          </a:xfrm>
          <a:prstGeom prst="rect">
            <a:avLst/>
          </a:prstGeom>
          <a:noFill/>
          <a:ln>
            <a:noFill/>
          </a:ln>
        </p:spPr>
        <p:txBody>
          <a:bodyPr anchorCtr="0" anchor="t" bIns="45700" lIns="108000" spcFirstLastPara="1" rIns="108000" wrap="square" tIns="45700">
            <a:spAutoFit/>
          </a:bodyPr>
          <a:lstStyle/>
          <a:p>
            <a:pPr indent="0" lvl="0" marL="0" marR="0" rtl="0" algn="ctr">
              <a:lnSpc>
                <a:spcPct val="100000"/>
              </a:lnSpc>
              <a:spcBef>
                <a:spcPts val="0"/>
              </a:spcBef>
              <a:spcAft>
                <a:spcPts val="0"/>
              </a:spcAft>
              <a:buClr>
                <a:srgbClr val="262626"/>
              </a:buClr>
              <a:buSzPts val="2400"/>
              <a:buFont typeface="Helvetica Neue"/>
              <a:buNone/>
            </a:pPr>
            <a:r>
              <a:rPr b="1" i="0" lang="en-US" sz="2400" u="none" cap="none" strike="noStrike">
                <a:solidFill>
                  <a:srgbClr val="262626"/>
                </a:solidFill>
                <a:latin typeface="Helvetica Neue"/>
                <a:ea typeface="Helvetica Neue"/>
                <a:cs typeface="Helvetica Neue"/>
                <a:sym typeface="Helvetica Neue"/>
              </a:rPr>
              <a:t>05</a:t>
            </a:r>
            <a:endParaRPr b="1" i="0" sz="2400" u="none" cap="none" strike="noStrike">
              <a:solidFill>
                <a:srgbClr val="262626"/>
              </a:solidFill>
              <a:latin typeface="Helvetica Neue"/>
              <a:ea typeface="Helvetica Neue"/>
              <a:cs typeface="Helvetica Neue"/>
              <a:sym typeface="Helvetica Neue"/>
            </a:endParaRPr>
          </a:p>
        </p:txBody>
      </p:sp>
      <p:sp>
        <p:nvSpPr>
          <p:cNvPr id="519" name="Google Shape;519;p5"/>
          <p:cNvSpPr txBox="1"/>
          <p:nvPr/>
        </p:nvSpPr>
        <p:spPr>
          <a:xfrm>
            <a:off x="5938968" y="48145"/>
            <a:ext cx="3807069"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EE6CC1"/>
              </a:buClr>
              <a:buSzPts val="4800"/>
              <a:buFont typeface="Helvetica Neue"/>
              <a:buNone/>
            </a:pPr>
            <a:r>
              <a:rPr b="1" i="0" lang="en-US" sz="4800" u="none" cap="none" strike="noStrike">
                <a:solidFill>
                  <a:srgbClr val="EE6CC1"/>
                </a:solidFill>
                <a:latin typeface="Helvetica Neue"/>
                <a:ea typeface="Helvetica Neue"/>
                <a:cs typeface="Helvetica Neue"/>
                <a:sym typeface="Helvetica Neue"/>
              </a:rPr>
              <a:t>Outline</a:t>
            </a:r>
            <a:endParaRPr b="1" i="0" sz="4800" u="none" cap="none" strike="noStrike">
              <a:solidFill>
                <a:srgbClr val="EE6CC1"/>
              </a:solidFill>
              <a:latin typeface="Helvetica Neue"/>
              <a:ea typeface="Helvetica Neue"/>
              <a:cs typeface="Helvetica Neue"/>
              <a:sym typeface="Helvetica Neue"/>
            </a:endParaRPr>
          </a:p>
        </p:txBody>
      </p:sp>
      <p:sp>
        <p:nvSpPr>
          <p:cNvPr id="520" name="Google Shape;520;p5"/>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3</a:t>
            </a:r>
            <a:endParaRPr b="1" i="0" sz="1800" u="none" cap="none" strike="noStrike">
              <a:solidFill>
                <a:srgbClr val="000000"/>
              </a:solidFill>
              <a:latin typeface="Calibri"/>
              <a:ea typeface="Calibri"/>
              <a:cs typeface="Calibri"/>
              <a:sym typeface="Calibri"/>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
          <p:cNvSpPr txBox="1"/>
          <p:nvPr/>
        </p:nvSpPr>
        <p:spPr>
          <a:xfrm>
            <a:off x="5807968" y="2278864"/>
            <a:ext cx="6384032"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200"/>
              <a:buFont typeface="Arial"/>
              <a:buNone/>
            </a:pPr>
            <a:r>
              <a:rPr b="1" i="0" lang="en-US" sz="3200" u="none" cap="none" strike="noStrike">
                <a:solidFill>
                  <a:schemeClr val="accent1"/>
                </a:solidFill>
                <a:latin typeface="Arial"/>
                <a:ea typeface="Arial"/>
                <a:cs typeface="Arial"/>
                <a:sym typeface="Arial"/>
              </a:rPr>
              <a:t>1. Personality characteristics</a:t>
            </a:r>
            <a:endParaRPr b="1" i="0" sz="3200" u="none" cap="none" strike="noStrike">
              <a:solidFill>
                <a:schemeClr val="accent1"/>
              </a:solidFill>
              <a:latin typeface="Arial"/>
              <a:ea typeface="Arial"/>
              <a:cs typeface="Arial"/>
              <a:sym typeface="Arial"/>
            </a:endParaRPr>
          </a:p>
        </p:txBody>
      </p:sp>
      <p:sp>
        <p:nvSpPr>
          <p:cNvPr id="526" name="Google Shape;526;p6"/>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4</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
          <p:cNvSpPr txBox="1"/>
          <p:nvPr>
            <p:ph type="title"/>
          </p:nvPr>
        </p:nvSpPr>
        <p:spPr>
          <a:xfrm>
            <a:off x="3935760" y="704339"/>
            <a:ext cx="5545832" cy="97564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9999"/>
              </a:buClr>
              <a:buSzPts val="4400"/>
              <a:buFont typeface="Calibri"/>
              <a:buNone/>
            </a:pPr>
            <a:r>
              <a:rPr b="1" lang="en-US">
                <a:solidFill>
                  <a:srgbClr val="009999"/>
                </a:solidFill>
                <a:latin typeface="Calibri"/>
                <a:ea typeface="Calibri"/>
                <a:cs typeface="Calibri"/>
                <a:sym typeface="Calibri"/>
              </a:rPr>
              <a:t>What is personality?</a:t>
            </a:r>
            <a:endParaRPr b="1">
              <a:solidFill>
                <a:srgbClr val="009999"/>
              </a:solidFill>
              <a:latin typeface="Calibri"/>
              <a:ea typeface="Calibri"/>
              <a:cs typeface="Calibri"/>
              <a:sym typeface="Calibri"/>
            </a:endParaRPr>
          </a:p>
        </p:txBody>
      </p:sp>
      <p:sp>
        <p:nvSpPr>
          <p:cNvPr id="532" name="Google Shape;532;p7"/>
          <p:cNvSpPr txBox="1"/>
          <p:nvPr>
            <p:ph idx="1" type="body"/>
          </p:nvPr>
        </p:nvSpPr>
        <p:spPr>
          <a:xfrm>
            <a:off x="3984104" y="1988840"/>
            <a:ext cx="8184232" cy="1512168"/>
          </a:xfrm>
          <a:prstGeom prst="rect">
            <a:avLst/>
          </a:prstGeom>
          <a:noFill/>
          <a:ln>
            <a:noFill/>
          </a:ln>
        </p:spPr>
        <p:txBody>
          <a:bodyPr anchorCtr="0" anchor="t" bIns="45700" lIns="45700" spcFirstLastPara="1" rIns="45700" wrap="square" tIns="45700">
            <a:normAutofit fontScale="92500"/>
          </a:bodyPr>
          <a:lstStyle/>
          <a:p>
            <a:pPr indent="-228600" lvl="0" marL="228600" rtl="0" algn="l">
              <a:lnSpc>
                <a:spcPct val="150000"/>
              </a:lnSpc>
              <a:spcBef>
                <a:spcPts val="0"/>
              </a:spcBef>
              <a:spcAft>
                <a:spcPts val="0"/>
              </a:spcAft>
              <a:buClr>
                <a:srgbClr val="009999"/>
              </a:buClr>
              <a:buSzPct val="100000"/>
              <a:buFont typeface="Noto Sans"/>
              <a:buChar char="⮚"/>
            </a:pPr>
            <a:r>
              <a:rPr b="1" lang="en-US"/>
              <a:t>  Personality is a relatively stable set of </a:t>
            </a:r>
            <a:r>
              <a:rPr b="1" lang="en-US">
                <a:solidFill>
                  <a:srgbClr val="66CCFF"/>
                </a:solidFill>
              </a:rPr>
              <a:t>characteristics</a:t>
            </a:r>
            <a:r>
              <a:rPr b="1" lang="en-US">
                <a:solidFill>
                  <a:srgbClr val="FFFF00"/>
                </a:solidFill>
              </a:rPr>
              <a:t> </a:t>
            </a:r>
            <a:r>
              <a:rPr b="1" lang="en-US"/>
              <a:t>that influences an individual's </a:t>
            </a:r>
            <a:r>
              <a:rPr b="1" lang="en-US">
                <a:solidFill>
                  <a:srgbClr val="66CCFF"/>
                </a:solidFill>
              </a:rPr>
              <a:t>behavior</a:t>
            </a:r>
            <a:r>
              <a:rPr b="1" lang="en-US"/>
              <a:t>. </a:t>
            </a:r>
            <a:endParaRPr b="1"/>
          </a:p>
        </p:txBody>
      </p:sp>
      <p:sp>
        <p:nvSpPr>
          <p:cNvPr id="533" name="Google Shape;533;p7"/>
          <p:cNvSpPr/>
          <p:nvPr/>
        </p:nvSpPr>
        <p:spPr>
          <a:xfrm rot="-484928">
            <a:off x="470657" y="1586397"/>
            <a:ext cx="2990232" cy="3160263"/>
          </a:xfrm>
          <a:prstGeom prst="wedgeRoundRectCallout">
            <a:avLst>
              <a:gd fmla="val 43999" name="adj1"/>
              <a:gd fmla="val 75815" name="adj2"/>
              <a:gd fmla="val 16667" name="adj3"/>
            </a:avLst>
          </a:prstGeom>
          <a:solidFill>
            <a:srgbClr val="0099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534" name="Google Shape;534;p7"/>
          <p:cNvSpPr txBox="1"/>
          <p:nvPr/>
        </p:nvSpPr>
        <p:spPr>
          <a:xfrm rot="-445104">
            <a:off x="464925" y="1910537"/>
            <a:ext cx="2951396" cy="27084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7000"/>
              <a:buFont typeface="Arial"/>
              <a:buNone/>
            </a:pPr>
            <a:r>
              <a:rPr b="1" i="0" lang="en-US" sz="17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5" name="Google Shape;535;p7"/>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36" name="Google Shape;536;p7"/>
          <p:cNvSpPr/>
          <p:nvPr/>
        </p:nvSpPr>
        <p:spPr>
          <a:xfrm>
            <a:off x="4007768" y="3356992"/>
            <a:ext cx="7848872" cy="301621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600"/>
              <a:buFont typeface="Noto Sans"/>
              <a:buChar char="⮚"/>
            </a:pPr>
            <a:r>
              <a:rPr b="1" i="0" lang="en-US" sz="2600" u="none" cap="none" strike="noStrike">
                <a:solidFill>
                  <a:srgbClr val="000000"/>
                </a:solidFill>
                <a:latin typeface="Calibri"/>
                <a:ea typeface="Calibri"/>
                <a:cs typeface="Calibri"/>
                <a:sym typeface="Calibri"/>
              </a:rPr>
              <a:t>Personality traits reflect people's characteristic patterns of </a:t>
            </a:r>
            <a:r>
              <a:rPr b="1" i="0" lang="en-US" sz="2600" u="none" cap="none" strike="noStrike">
                <a:solidFill>
                  <a:srgbClr val="66CCFF"/>
                </a:solidFill>
                <a:latin typeface="Calibri"/>
                <a:ea typeface="Calibri"/>
                <a:cs typeface="Calibri"/>
                <a:sym typeface="Calibri"/>
              </a:rPr>
              <a:t>thoughts</a:t>
            </a:r>
            <a:r>
              <a:rPr b="1" i="0" lang="en-US" sz="2600" u="none" cap="none" strike="noStrike">
                <a:solidFill>
                  <a:srgbClr val="000000"/>
                </a:solidFill>
                <a:latin typeface="Calibri"/>
                <a:ea typeface="Calibri"/>
                <a:cs typeface="Calibri"/>
                <a:sym typeface="Calibri"/>
              </a:rPr>
              <a:t>, </a:t>
            </a:r>
            <a:r>
              <a:rPr b="1" i="0" lang="en-US" sz="2600" u="none" cap="none" strike="noStrike">
                <a:solidFill>
                  <a:srgbClr val="66CCFF"/>
                </a:solidFill>
                <a:latin typeface="Calibri"/>
                <a:ea typeface="Calibri"/>
                <a:cs typeface="Calibri"/>
                <a:sym typeface="Calibri"/>
              </a:rPr>
              <a:t>feelings</a:t>
            </a:r>
            <a:r>
              <a:rPr b="1" i="0" lang="en-US" sz="2600" u="none" cap="none" strike="noStrike">
                <a:solidFill>
                  <a:srgbClr val="000000"/>
                </a:solidFill>
                <a:latin typeface="Calibri"/>
                <a:ea typeface="Calibri"/>
                <a:cs typeface="Calibri"/>
                <a:sym typeface="Calibri"/>
              </a:rPr>
              <a:t>, and </a:t>
            </a:r>
            <a:r>
              <a:rPr b="1" i="0" lang="en-US" sz="2600" u="none" cap="none" strike="noStrike">
                <a:solidFill>
                  <a:srgbClr val="66CCFF"/>
                </a:solidFill>
                <a:latin typeface="Calibri"/>
                <a:ea typeface="Calibri"/>
                <a:cs typeface="Calibri"/>
                <a:sym typeface="Calibri"/>
              </a:rPr>
              <a:t>behaviours</a:t>
            </a:r>
            <a:r>
              <a:rPr b="1" i="0" lang="en-US" sz="26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1" i="0" lang="en-US" sz="2400" u="none" cap="none" strike="noStrike">
                <a:solidFill>
                  <a:srgbClr val="000000"/>
                </a:solidFill>
                <a:latin typeface="Helvetica Neue"/>
                <a:ea typeface="Helvetica Neue"/>
                <a:cs typeface="Helvetica Neue"/>
                <a:sym typeface="Helvetica Neue"/>
              </a:rPr>
              <a:t>In addition to this, personality arises from </a:t>
            </a:r>
            <a:r>
              <a:rPr b="1" i="0" lang="en-US" sz="2600" u="none" cap="none" strike="noStrike">
                <a:solidFill>
                  <a:srgbClr val="66CCFF"/>
                </a:solidFill>
                <a:latin typeface="Calibri"/>
                <a:ea typeface="Calibri"/>
                <a:cs typeface="Calibri"/>
                <a:sym typeface="Calibri"/>
              </a:rPr>
              <a:t>within </a:t>
            </a:r>
            <a:r>
              <a:rPr b="1" i="0" lang="en-US" sz="2600" u="none" cap="none" strike="noStrike">
                <a:solidFill>
                  <a:srgbClr val="000000"/>
                </a:solidFill>
                <a:latin typeface="Calibri"/>
                <a:ea typeface="Calibri"/>
                <a:cs typeface="Calibri"/>
                <a:sym typeface="Calibri"/>
              </a:rPr>
              <a:t>the individual and remains fairly consistent </a:t>
            </a:r>
            <a:r>
              <a:rPr b="1" i="0" lang="en-US" sz="2400" u="none" cap="none" strike="noStrike">
                <a:solidFill>
                  <a:srgbClr val="000000"/>
                </a:solidFill>
                <a:latin typeface="Helvetica Neue"/>
                <a:ea typeface="Helvetica Neue"/>
                <a:cs typeface="Helvetica Neue"/>
                <a:sym typeface="Helvetica Neue"/>
              </a:rPr>
              <a:t>throughout life.</a:t>
            </a:r>
            <a:endParaRPr b="1" i="0" sz="2600" u="none" cap="none" strike="noStrike">
              <a:solidFill>
                <a:srgbClr val="000000"/>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500"/>
                                        <p:tgtEl>
                                          <p:spTgt spid="533"/>
                                        </p:tgtEl>
                                        <p:attrNameLst>
                                          <p:attrName>ppt_w</p:attrName>
                                        </p:attrNameLst>
                                      </p:cBhvr>
                                      <p:tavLst>
                                        <p:tav fmla="" tm="0">
                                          <p:val>
                                            <p:strVal val="0"/>
                                          </p:val>
                                        </p:tav>
                                        <p:tav fmla="" tm="100000">
                                          <p:val>
                                            <p:strVal val="#ppt_w"/>
                                          </p:val>
                                        </p:tav>
                                      </p:tavLst>
                                    </p:anim>
                                    <p:anim calcmode="lin" valueType="num">
                                      <p:cBhvr additive="base">
                                        <p:cTn dur="500"/>
                                        <p:tgtEl>
                                          <p:spTgt spid="53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34"/>
                                        </p:tgtEl>
                                        <p:attrNameLst>
                                          <p:attrName>style.visibility</p:attrName>
                                        </p:attrNameLst>
                                      </p:cBhvr>
                                      <p:to>
                                        <p:strVal val="visible"/>
                                      </p:to>
                                    </p:set>
                                    <p:anim calcmode="lin" valueType="num">
                                      <p:cBhvr additive="base">
                                        <p:cTn dur="500"/>
                                        <p:tgtEl>
                                          <p:spTgt spid="534"/>
                                        </p:tgtEl>
                                        <p:attrNameLst>
                                          <p:attrName>ppt_w</p:attrName>
                                        </p:attrNameLst>
                                      </p:cBhvr>
                                      <p:tavLst>
                                        <p:tav fmla="" tm="0">
                                          <p:val>
                                            <p:strVal val="0"/>
                                          </p:val>
                                        </p:tav>
                                        <p:tav fmla="" tm="100000">
                                          <p:val>
                                            <p:strVal val="#ppt_w"/>
                                          </p:val>
                                        </p:tav>
                                      </p:tavLst>
                                    </p:anim>
                                    <p:anim calcmode="lin" valueType="num">
                                      <p:cBhvr additive="base">
                                        <p:cTn dur="500"/>
                                        <p:tgtEl>
                                          <p:spTgt spid="53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197"/>
          <p:cNvSpPr txBox="1"/>
          <p:nvPr/>
        </p:nvSpPr>
        <p:spPr>
          <a:xfrm>
            <a:off x="82193" y="1269240"/>
            <a:ext cx="6721867" cy="1384995"/>
          </a:xfrm>
          <a:prstGeom prst="rect">
            <a:avLst/>
          </a:prstGeom>
          <a:noFill/>
          <a:ln>
            <a:noFill/>
          </a:ln>
        </p:spPr>
        <p:txBody>
          <a:bodyPr anchorCtr="0" anchor="t" bIns="45700" lIns="91425" spcFirstLastPara="1" rIns="91425" wrap="square" tIns="45700">
            <a:spAutoFit/>
          </a:bodyPr>
          <a:lstStyle/>
          <a:p>
            <a:pPr indent="-177800" lvl="0" marL="0" marR="0" rtl="0" algn="ctr">
              <a:lnSpc>
                <a:spcPct val="100000"/>
              </a:lnSpc>
              <a:spcBef>
                <a:spcPts val="0"/>
              </a:spcBef>
              <a:spcAft>
                <a:spcPts val="0"/>
              </a:spcAft>
              <a:buClr>
                <a:srgbClr val="000000"/>
              </a:buClr>
              <a:buSzPts val="2800"/>
              <a:buFont typeface="Arial"/>
              <a:buChar char="•"/>
            </a:pPr>
            <a:r>
              <a:rPr b="1" i="0" lang="en-US" sz="2800" u="none" cap="none" strike="noStrike">
                <a:solidFill>
                  <a:srgbClr val="141412"/>
                </a:solidFill>
                <a:latin typeface="Arial"/>
                <a:ea typeface="Arial"/>
                <a:cs typeface="Arial"/>
                <a:sym typeface="Arial"/>
              </a:rPr>
              <a:t>Do you think we are born with our personalities, or do we develop them because of what happens to us?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27b88206c0f_1_24"/>
          <p:cNvSpPr txBox="1"/>
          <p:nvPr/>
        </p:nvSpPr>
        <p:spPr>
          <a:xfrm>
            <a:off x="654100" y="1773500"/>
            <a:ext cx="7141200" cy="204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What adjectives best describe your personality?</a:t>
            </a:r>
            <a:endParaRPr b="1" i="0" sz="2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grpSp>
        <p:nvGrpSpPr>
          <p:cNvPr id="551" name="Google Shape;551;p8"/>
          <p:cNvGrpSpPr/>
          <p:nvPr/>
        </p:nvGrpSpPr>
        <p:grpSpPr>
          <a:xfrm>
            <a:off x="96172" y="96921"/>
            <a:ext cx="2338670" cy="2589672"/>
            <a:chOff x="5226050" y="2312988"/>
            <a:chExt cx="1733551" cy="2235200"/>
          </a:xfrm>
        </p:grpSpPr>
        <p:sp>
          <p:nvSpPr>
            <p:cNvPr id="552" name="Google Shape;552;p8"/>
            <p:cNvSpPr/>
            <p:nvPr/>
          </p:nvSpPr>
          <p:spPr>
            <a:xfrm>
              <a:off x="6072188" y="3017838"/>
              <a:ext cx="887413" cy="1530350"/>
            </a:xfrm>
            <a:custGeom>
              <a:rect b="b" l="l" r="r" t="t"/>
              <a:pathLst>
                <a:path extrusionOk="0" h="480" w="278">
                  <a:moveTo>
                    <a:pt x="151" y="95"/>
                  </a:moveTo>
                  <a:cubicBezTo>
                    <a:pt x="153" y="95"/>
                    <a:pt x="155" y="95"/>
                    <a:pt x="157" y="95"/>
                  </a:cubicBezTo>
                  <a:cubicBezTo>
                    <a:pt x="191" y="95"/>
                    <a:pt x="224" y="95"/>
                    <a:pt x="258" y="95"/>
                  </a:cubicBezTo>
                  <a:cubicBezTo>
                    <a:pt x="261" y="95"/>
                    <a:pt x="263" y="96"/>
                    <a:pt x="264" y="99"/>
                  </a:cubicBezTo>
                  <a:cubicBezTo>
                    <a:pt x="268" y="109"/>
                    <a:pt x="273" y="120"/>
                    <a:pt x="277" y="130"/>
                  </a:cubicBezTo>
                  <a:cubicBezTo>
                    <a:pt x="278" y="134"/>
                    <a:pt x="278" y="139"/>
                    <a:pt x="277" y="143"/>
                  </a:cubicBezTo>
                  <a:cubicBezTo>
                    <a:pt x="277" y="146"/>
                    <a:pt x="273" y="149"/>
                    <a:pt x="271" y="150"/>
                  </a:cubicBezTo>
                  <a:cubicBezTo>
                    <a:pt x="259" y="154"/>
                    <a:pt x="247" y="156"/>
                    <a:pt x="235" y="155"/>
                  </a:cubicBezTo>
                  <a:cubicBezTo>
                    <a:pt x="230" y="154"/>
                    <a:pt x="229" y="156"/>
                    <a:pt x="229" y="160"/>
                  </a:cubicBezTo>
                  <a:cubicBezTo>
                    <a:pt x="230" y="170"/>
                    <a:pt x="230" y="181"/>
                    <a:pt x="229" y="192"/>
                  </a:cubicBezTo>
                  <a:cubicBezTo>
                    <a:pt x="229" y="195"/>
                    <a:pt x="228" y="198"/>
                    <a:pt x="226" y="200"/>
                  </a:cubicBezTo>
                  <a:cubicBezTo>
                    <a:pt x="223" y="203"/>
                    <a:pt x="219" y="207"/>
                    <a:pt x="215" y="210"/>
                  </a:cubicBezTo>
                  <a:cubicBezTo>
                    <a:pt x="212" y="213"/>
                    <a:pt x="212" y="214"/>
                    <a:pt x="215" y="217"/>
                  </a:cubicBezTo>
                  <a:cubicBezTo>
                    <a:pt x="219" y="221"/>
                    <a:pt x="224" y="225"/>
                    <a:pt x="227" y="230"/>
                  </a:cubicBezTo>
                  <a:cubicBezTo>
                    <a:pt x="229" y="231"/>
                    <a:pt x="229" y="234"/>
                    <a:pt x="229" y="235"/>
                  </a:cubicBezTo>
                  <a:cubicBezTo>
                    <a:pt x="226" y="245"/>
                    <a:pt x="223" y="254"/>
                    <a:pt x="220" y="264"/>
                  </a:cubicBezTo>
                  <a:cubicBezTo>
                    <a:pt x="219" y="266"/>
                    <a:pt x="219" y="268"/>
                    <a:pt x="220" y="269"/>
                  </a:cubicBezTo>
                  <a:cubicBezTo>
                    <a:pt x="225" y="280"/>
                    <a:pt x="229" y="291"/>
                    <a:pt x="231" y="303"/>
                  </a:cubicBezTo>
                  <a:cubicBezTo>
                    <a:pt x="233" y="318"/>
                    <a:pt x="227" y="332"/>
                    <a:pt x="209" y="335"/>
                  </a:cubicBezTo>
                  <a:cubicBezTo>
                    <a:pt x="189" y="338"/>
                    <a:pt x="169" y="338"/>
                    <a:pt x="149" y="337"/>
                  </a:cubicBezTo>
                  <a:cubicBezTo>
                    <a:pt x="136" y="336"/>
                    <a:pt x="122" y="333"/>
                    <a:pt x="108" y="331"/>
                  </a:cubicBezTo>
                  <a:cubicBezTo>
                    <a:pt x="105" y="331"/>
                    <a:pt x="103" y="331"/>
                    <a:pt x="103" y="335"/>
                  </a:cubicBezTo>
                  <a:cubicBezTo>
                    <a:pt x="101" y="349"/>
                    <a:pt x="98" y="363"/>
                    <a:pt x="96" y="377"/>
                  </a:cubicBezTo>
                  <a:cubicBezTo>
                    <a:pt x="93" y="391"/>
                    <a:pt x="91" y="405"/>
                    <a:pt x="88" y="420"/>
                  </a:cubicBezTo>
                  <a:cubicBezTo>
                    <a:pt x="85" y="438"/>
                    <a:pt x="82" y="456"/>
                    <a:pt x="79" y="474"/>
                  </a:cubicBezTo>
                  <a:cubicBezTo>
                    <a:pt x="78" y="476"/>
                    <a:pt x="78" y="477"/>
                    <a:pt x="77" y="480"/>
                  </a:cubicBezTo>
                  <a:cubicBezTo>
                    <a:pt x="70" y="476"/>
                    <a:pt x="62" y="473"/>
                    <a:pt x="55" y="469"/>
                  </a:cubicBezTo>
                  <a:cubicBezTo>
                    <a:pt x="38" y="461"/>
                    <a:pt x="21" y="453"/>
                    <a:pt x="4" y="445"/>
                  </a:cubicBezTo>
                  <a:cubicBezTo>
                    <a:pt x="0" y="443"/>
                    <a:pt x="0" y="441"/>
                    <a:pt x="0" y="438"/>
                  </a:cubicBezTo>
                  <a:cubicBezTo>
                    <a:pt x="0" y="392"/>
                    <a:pt x="0" y="347"/>
                    <a:pt x="0" y="301"/>
                  </a:cubicBezTo>
                  <a:cubicBezTo>
                    <a:pt x="0" y="289"/>
                    <a:pt x="0" y="277"/>
                    <a:pt x="0" y="265"/>
                  </a:cubicBezTo>
                  <a:cubicBezTo>
                    <a:pt x="6" y="266"/>
                    <a:pt x="11" y="268"/>
                    <a:pt x="16" y="270"/>
                  </a:cubicBezTo>
                  <a:cubicBezTo>
                    <a:pt x="39" y="278"/>
                    <a:pt x="64" y="273"/>
                    <a:pt x="79" y="255"/>
                  </a:cubicBezTo>
                  <a:cubicBezTo>
                    <a:pt x="98" y="233"/>
                    <a:pt x="93" y="204"/>
                    <a:pt x="72" y="188"/>
                  </a:cubicBezTo>
                  <a:cubicBezTo>
                    <a:pt x="54" y="174"/>
                    <a:pt x="35" y="173"/>
                    <a:pt x="14" y="180"/>
                  </a:cubicBezTo>
                  <a:cubicBezTo>
                    <a:pt x="10" y="182"/>
                    <a:pt x="5" y="183"/>
                    <a:pt x="1" y="185"/>
                  </a:cubicBezTo>
                  <a:cubicBezTo>
                    <a:pt x="1" y="155"/>
                    <a:pt x="1" y="125"/>
                    <a:pt x="1" y="95"/>
                  </a:cubicBezTo>
                  <a:cubicBezTo>
                    <a:pt x="36" y="95"/>
                    <a:pt x="72" y="95"/>
                    <a:pt x="108" y="95"/>
                  </a:cubicBezTo>
                  <a:cubicBezTo>
                    <a:pt x="107" y="90"/>
                    <a:pt x="105" y="85"/>
                    <a:pt x="104" y="80"/>
                  </a:cubicBezTo>
                  <a:cubicBezTo>
                    <a:pt x="101" y="70"/>
                    <a:pt x="97" y="59"/>
                    <a:pt x="95" y="49"/>
                  </a:cubicBezTo>
                  <a:cubicBezTo>
                    <a:pt x="90" y="28"/>
                    <a:pt x="106" y="0"/>
                    <a:pt x="134" y="4"/>
                  </a:cubicBezTo>
                  <a:cubicBezTo>
                    <a:pt x="148" y="5"/>
                    <a:pt x="159" y="16"/>
                    <a:pt x="164" y="33"/>
                  </a:cubicBezTo>
                  <a:cubicBezTo>
                    <a:pt x="166" y="42"/>
                    <a:pt x="164" y="51"/>
                    <a:pt x="161" y="60"/>
                  </a:cubicBezTo>
                  <a:cubicBezTo>
                    <a:pt x="158" y="71"/>
                    <a:pt x="155" y="81"/>
                    <a:pt x="151" y="92"/>
                  </a:cubicBezTo>
                  <a:cubicBezTo>
                    <a:pt x="151" y="92"/>
                    <a:pt x="151" y="93"/>
                    <a:pt x="151" y="95"/>
                  </a:cubicBezTo>
                  <a:close/>
                </a:path>
              </a:pathLst>
            </a:custGeom>
            <a:solidFill>
              <a:srgbClr val="99FFCC"/>
            </a:solidFill>
            <a:ln cap="flat" cmpd="sng" w="9525">
              <a:solidFill>
                <a:srgbClr val="99F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53" name="Google Shape;553;p8"/>
            <p:cNvSpPr/>
            <p:nvPr/>
          </p:nvSpPr>
          <p:spPr>
            <a:xfrm>
              <a:off x="5226050" y="2312988"/>
              <a:ext cx="804863" cy="1268413"/>
            </a:xfrm>
            <a:custGeom>
              <a:rect b="b" l="l" r="r" t="t"/>
              <a:pathLst>
                <a:path extrusionOk="0" h="398" w="252">
                  <a:moveTo>
                    <a:pt x="251" y="132"/>
                  </a:moveTo>
                  <a:cubicBezTo>
                    <a:pt x="244" y="130"/>
                    <a:pt x="237" y="128"/>
                    <a:pt x="230" y="125"/>
                  </a:cubicBezTo>
                  <a:cubicBezTo>
                    <a:pt x="203" y="117"/>
                    <a:pt x="172" y="131"/>
                    <a:pt x="163" y="158"/>
                  </a:cubicBezTo>
                  <a:cubicBezTo>
                    <a:pt x="156" y="182"/>
                    <a:pt x="168" y="205"/>
                    <a:pt x="190" y="215"/>
                  </a:cubicBezTo>
                  <a:cubicBezTo>
                    <a:pt x="205" y="223"/>
                    <a:pt x="221" y="222"/>
                    <a:pt x="236" y="217"/>
                  </a:cubicBezTo>
                  <a:cubicBezTo>
                    <a:pt x="241" y="215"/>
                    <a:pt x="246" y="214"/>
                    <a:pt x="251" y="212"/>
                  </a:cubicBezTo>
                  <a:cubicBezTo>
                    <a:pt x="251" y="242"/>
                    <a:pt x="251" y="272"/>
                    <a:pt x="251" y="302"/>
                  </a:cubicBezTo>
                  <a:cubicBezTo>
                    <a:pt x="249" y="302"/>
                    <a:pt x="247" y="302"/>
                    <a:pt x="245" y="302"/>
                  </a:cubicBezTo>
                  <a:cubicBezTo>
                    <a:pt x="213" y="302"/>
                    <a:pt x="181" y="302"/>
                    <a:pt x="149" y="302"/>
                  </a:cubicBezTo>
                  <a:cubicBezTo>
                    <a:pt x="143" y="302"/>
                    <a:pt x="143" y="302"/>
                    <a:pt x="145" y="308"/>
                  </a:cubicBezTo>
                  <a:cubicBezTo>
                    <a:pt x="149" y="320"/>
                    <a:pt x="153" y="332"/>
                    <a:pt x="156" y="345"/>
                  </a:cubicBezTo>
                  <a:cubicBezTo>
                    <a:pt x="161" y="365"/>
                    <a:pt x="153" y="386"/>
                    <a:pt x="132" y="393"/>
                  </a:cubicBezTo>
                  <a:cubicBezTo>
                    <a:pt x="118" y="398"/>
                    <a:pt x="103" y="394"/>
                    <a:pt x="94" y="379"/>
                  </a:cubicBezTo>
                  <a:cubicBezTo>
                    <a:pt x="86" y="367"/>
                    <a:pt x="85" y="354"/>
                    <a:pt x="89" y="341"/>
                  </a:cubicBezTo>
                  <a:cubicBezTo>
                    <a:pt x="93" y="329"/>
                    <a:pt x="97" y="317"/>
                    <a:pt x="100" y="306"/>
                  </a:cubicBezTo>
                  <a:cubicBezTo>
                    <a:pt x="100" y="305"/>
                    <a:pt x="99" y="303"/>
                    <a:pt x="98" y="302"/>
                  </a:cubicBezTo>
                  <a:cubicBezTo>
                    <a:pt x="97" y="302"/>
                    <a:pt x="96" y="302"/>
                    <a:pt x="95" y="302"/>
                  </a:cubicBezTo>
                  <a:cubicBezTo>
                    <a:pt x="69" y="302"/>
                    <a:pt x="43" y="302"/>
                    <a:pt x="18" y="302"/>
                  </a:cubicBezTo>
                  <a:cubicBezTo>
                    <a:pt x="13" y="302"/>
                    <a:pt x="11" y="301"/>
                    <a:pt x="10" y="297"/>
                  </a:cubicBezTo>
                  <a:cubicBezTo>
                    <a:pt x="8" y="283"/>
                    <a:pt x="4" y="269"/>
                    <a:pt x="3" y="255"/>
                  </a:cubicBezTo>
                  <a:cubicBezTo>
                    <a:pt x="2" y="236"/>
                    <a:pt x="0" y="216"/>
                    <a:pt x="2" y="197"/>
                  </a:cubicBezTo>
                  <a:cubicBezTo>
                    <a:pt x="5" y="149"/>
                    <a:pt x="19" y="106"/>
                    <a:pt x="53" y="70"/>
                  </a:cubicBezTo>
                  <a:cubicBezTo>
                    <a:pt x="70" y="53"/>
                    <a:pt x="90" y="39"/>
                    <a:pt x="112" y="29"/>
                  </a:cubicBezTo>
                  <a:cubicBezTo>
                    <a:pt x="130" y="20"/>
                    <a:pt x="150" y="13"/>
                    <a:pt x="170" y="9"/>
                  </a:cubicBezTo>
                  <a:cubicBezTo>
                    <a:pt x="191" y="4"/>
                    <a:pt x="212" y="2"/>
                    <a:pt x="233" y="1"/>
                  </a:cubicBezTo>
                  <a:cubicBezTo>
                    <a:pt x="238" y="1"/>
                    <a:pt x="243" y="0"/>
                    <a:pt x="248" y="0"/>
                  </a:cubicBezTo>
                  <a:cubicBezTo>
                    <a:pt x="250" y="0"/>
                    <a:pt x="252" y="1"/>
                    <a:pt x="252" y="4"/>
                  </a:cubicBezTo>
                  <a:cubicBezTo>
                    <a:pt x="252" y="46"/>
                    <a:pt x="252" y="88"/>
                    <a:pt x="251" y="131"/>
                  </a:cubicBezTo>
                  <a:cubicBezTo>
                    <a:pt x="251" y="131"/>
                    <a:pt x="251" y="131"/>
                    <a:pt x="251" y="132"/>
                  </a:cubicBezTo>
                  <a:close/>
                </a:path>
              </a:pathLst>
            </a:custGeom>
            <a:solidFill>
              <a:srgbClr val="66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54" name="Google Shape;554;p8"/>
            <p:cNvSpPr/>
            <p:nvPr/>
          </p:nvSpPr>
          <p:spPr>
            <a:xfrm>
              <a:off x="5778500" y="2316163"/>
              <a:ext cx="1104900" cy="960438"/>
            </a:xfrm>
            <a:custGeom>
              <a:rect b="b" l="l" r="r" t="t"/>
              <a:pathLst>
                <a:path extrusionOk="0" h="301" w="346">
                  <a:moveTo>
                    <a:pt x="346" y="301"/>
                  </a:moveTo>
                  <a:cubicBezTo>
                    <a:pt x="318" y="301"/>
                    <a:pt x="290" y="301"/>
                    <a:pt x="261" y="301"/>
                  </a:cubicBezTo>
                  <a:cubicBezTo>
                    <a:pt x="263" y="294"/>
                    <a:pt x="265" y="288"/>
                    <a:pt x="267" y="282"/>
                  </a:cubicBezTo>
                  <a:cubicBezTo>
                    <a:pt x="274" y="261"/>
                    <a:pt x="269" y="237"/>
                    <a:pt x="253" y="223"/>
                  </a:cubicBezTo>
                  <a:cubicBezTo>
                    <a:pt x="229" y="200"/>
                    <a:pt x="195" y="208"/>
                    <a:pt x="179" y="236"/>
                  </a:cubicBezTo>
                  <a:cubicBezTo>
                    <a:pt x="170" y="254"/>
                    <a:pt x="171" y="272"/>
                    <a:pt x="178" y="290"/>
                  </a:cubicBezTo>
                  <a:cubicBezTo>
                    <a:pt x="179" y="291"/>
                    <a:pt x="179" y="292"/>
                    <a:pt x="179" y="293"/>
                  </a:cubicBezTo>
                  <a:cubicBezTo>
                    <a:pt x="180" y="295"/>
                    <a:pt x="181" y="298"/>
                    <a:pt x="181" y="301"/>
                  </a:cubicBezTo>
                  <a:cubicBezTo>
                    <a:pt x="152" y="301"/>
                    <a:pt x="122" y="301"/>
                    <a:pt x="92" y="301"/>
                  </a:cubicBezTo>
                  <a:cubicBezTo>
                    <a:pt x="92" y="265"/>
                    <a:pt x="92" y="229"/>
                    <a:pt x="92" y="192"/>
                  </a:cubicBezTo>
                  <a:cubicBezTo>
                    <a:pt x="84" y="195"/>
                    <a:pt x="78" y="197"/>
                    <a:pt x="71" y="199"/>
                  </a:cubicBezTo>
                  <a:cubicBezTo>
                    <a:pt x="59" y="203"/>
                    <a:pt x="48" y="208"/>
                    <a:pt x="35" y="206"/>
                  </a:cubicBezTo>
                  <a:cubicBezTo>
                    <a:pt x="18" y="203"/>
                    <a:pt x="4" y="192"/>
                    <a:pt x="1" y="173"/>
                  </a:cubicBezTo>
                  <a:cubicBezTo>
                    <a:pt x="0" y="160"/>
                    <a:pt x="10" y="145"/>
                    <a:pt x="22" y="140"/>
                  </a:cubicBezTo>
                  <a:cubicBezTo>
                    <a:pt x="34" y="135"/>
                    <a:pt x="45" y="135"/>
                    <a:pt x="57" y="139"/>
                  </a:cubicBezTo>
                  <a:cubicBezTo>
                    <a:pt x="67" y="142"/>
                    <a:pt x="76" y="145"/>
                    <a:pt x="86" y="148"/>
                  </a:cubicBezTo>
                  <a:cubicBezTo>
                    <a:pt x="88" y="148"/>
                    <a:pt x="90" y="149"/>
                    <a:pt x="92" y="149"/>
                  </a:cubicBezTo>
                  <a:cubicBezTo>
                    <a:pt x="92" y="99"/>
                    <a:pt x="92" y="50"/>
                    <a:pt x="92" y="0"/>
                  </a:cubicBezTo>
                  <a:cubicBezTo>
                    <a:pt x="97" y="0"/>
                    <a:pt x="101" y="0"/>
                    <a:pt x="105" y="1"/>
                  </a:cubicBezTo>
                  <a:cubicBezTo>
                    <a:pt x="133" y="3"/>
                    <a:pt x="160" y="8"/>
                    <a:pt x="186" y="19"/>
                  </a:cubicBezTo>
                  <a:cubicBezTo>
                    <a:pt x="225" y="35"/>
                    <a:pt x="256" y="61"/>
                    <a:pt x="278" y="97"/>
                  </a:cubicBezTo>
                  <a:cubicBezTo>
                    <a:pt x="292" y="120"/>
                    <a:pt x="302" y="146"/>
                    <a:pt x="307" y="172"/>
                  </a:cubicBezTo>
                  <a:cubicBezTo>
                    <a:pt x="311" y="190"/>
                    <a:pt x="313" y="209"/>
                    <a:pt x="314" y="227"/>
                  </a:cubicBezTo>
                  <a:cubicBezTo>
                    <a:pt x="315" y="240"/>
                    <a:pt x="319" y="252"/>
                    <a:pt x="325" y="263"/>
                  </a:cubicBezTo>
                  <a:cubicBezTo>
                    <a:pt x="332" y="275"/>
                    <a:pt x="339" y="288"/>
                    <a:pt x="346" y="301"/>
                  </a:cubicBezTo>
                  <a:close/>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55" name="Google Shape;555;p8"/>
            <p:cNvSpPr/>
            <p:nvPr/>
          </p:nvSpPr>
          <p:spPr>
            <a:xfrm>
              <a:off x="5276850" y="3321051"/>
              <a:ext cx="1054100" cy="1087438"/>
            </a:xfrm>
            <a:custGeom>
              <a:rect b="b" l="l" r="r" t="t"/>
              <a:pathLst>
                <a:path extrusionOk="0" h="341" w="330">
                  <a:moveTo>
                    <a:pt x="145" y="0"/>
                  </a:moveTo>
                  <a:cubicBezTo>
                    <a:pt x="176" y="0"/>
                    <a:pt x="205" y="0"/>
                    <a:pt x="235" y="0"/>
                  </a:cubicBezTo>
                  <a:cubicBezTo>
                    <a:pt x="235" y="36"/>
                    <a:pt x="235" y="71"/>
                    <a:pt x="235" y="108"/>
                  </a:cubicBezTo>
                  <a:cubicBezTo>
                    <a:pt x="242" y="106"/>
                    <a:pt x="248" y="104"/>
                    <a:pt x="255" y="102"/>
                  </a:cubicBezTo>
                  <a:cubicBezTo>
                    <a:pt x="263" y="100"/>
                    <a:pt x="272" y="97"/>
                    <a:pt x="281" y="95"/>
                  </a:cubicBezTo>
                  <a:cubicBezTo>
                    <a:pt x="298" y="92"/>
                    <a:pt x="316" y="101"/>
                    <a:pt x="323" y="116"/>
                  </a:cubicBezTo>
                  <a:cubicBezTo>
                    <a:pt x="330" y="132"/>
                    <a:pt x="324" y="150"/>
                    <a:pt x="309" y="159"/>
                  </a:cubicBezTo>
                  <a:cubicBezTo>
                    <a:pt x="297" y="166"/>
                    <a:pt x="285" y="167"/>
                    <a:pt x="272" y="163"/>
                  </a:cubicBezTo>
                  <a:cubicBezTo>
                    <a:pt x="260" y="159"/>
                    <a:pt x="248" y="155"/>
                    <a:pt x="236" y="151"/>
                  </a:cubicBezTo>
                  <a:cubicBezTo>
                    <a:pt x="236" y="215"/>
                    <a:pt x="236" y="278"/>
                    <a:pt x="236" y="341"/>
                  </a:cubicBezTo>
                  <a:cubicBezTo>
                    <a:pt x="230" y="339"/>
                    <a:pt x="224" y="336"/>
                    <a:pt x="219" y="334"/>
                  </a:cubicBezTo>
                  <a:cubicBezTo>
                    <a:pt x="197" y="323"/>
                    <a:pt x="176" y="313"/>
                    <a:pt x="154" y="303"/>
                  </a:cubicBezTo>
                  <a:cubicBezTo>
                    <a:pt x="133" y="293"/>
                    <a:pt x="112" y="282"/>
                    <a:pt x="91" y="272"/>
                  </a:cubicBezTo>
                  <a:cubicBezTo>
                    <a:pt x="82" y="268"/>
                    <a:pt x="73" y="264"/>
                    <a:pt x="64" y="260"/>
                  </a:cubicBezTo>
                  <a:cubicBezTo>
                    <a:pt x="61" y="258"/>
                    <a:pt x="60" y="257"/>
                    <a:pt x="60" y="253"/>
                  </a:cubicBezTo>
                  <a:cubicBezTo>
                    <a:pt x="61" y="220"/>
                    <a:pt x="62" y="187"/>
                    <a:pt x="63" y="153"/>
                  </a:cubicBezTo>
                  <a:cubicBezTo>
                    <a:pt x="63" y="142"/>
                    <a:pt x="62" y="130"/>
                    <a:pt x="62" y="119"/>
                  </a:cubicBezTo>
                  <a:cubicBezTo>
                    <a:pt x="61" y="115"/>
                    <a:pt x="60" y="111"/>
                    <a:pt x="58" y="109"/>
                  </a:cubicBezTo>
                  <a:cubicBezTo>
                    <a:pt x="40" y="86"/>
                    <a:pt x="25" y="61"/>
                    <a:pt x="13" y="35"/>
                  </a:cubicBezTo>
                  <a:cubicBezTo>
                    <a:pt x="9" y="24"/>
                    <a:pt x="4" y="12"/>
                    <a:pt x="0" y="0"/>
                  </a:cubicBezTo>
                  <a:cubicBezTo>
                    <a:pt x="22" y="0"/>
                    <a:pt x="44" y="0"/>
                    <a:pt x="67" y="0"/>
                  </a:cubicBezTo>
                  <a:cubicBezTo>
                    <a:pt x="65" y="6"/>
                    <a:pt x="64" y="11"/>
                    <a:pt x="62" y="16"/>
                  </a:cubicBezTo>
                  <a:cubicBezTo>
                    <a:pt x="54" y="36"/>
                    <a:pt x="55" y="55"/>
                    <a:pt x="69" y="73"/>
                  </a:cubicBezTo>
                  <a:cubicBezTo>
                    <a:pt x="89" y="101"/>
                    <a:pt x="130" y="98"/>
                    <a:pt x="147" y="68"/>
                  </a:cubicBezTo>
                  <a:cubicBezTo>
                    <a:pt x="156" y="52"/>
                    <a:pt x="157" y="35"/>
                    <a:pt x="151" y="17"/>
                  </a:cubicBezTo>
                  <a:cubicBezTo>
                    <a:pt x="149" y="12"/>
                    <a:pt x="147" y="6"/>
                    <a:pt x="145" y="0"/>
                  </a:cubicBezTo>
                  <a:close/>
                </a:path>
              </a:pathLst>
            </a:custGeom>
            <a:solidFill>
              <a:srgbClr val="FF99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grpSp>
      <p:sp>
        <p:nvSpPr>
          <p:cNvPr id="556" name="Google Shape;556;p8"/>
          <p:cNvSpPr txBox="1"/>
          <p:nvPr/>
        </p:nvSpPr>
        <p:spPr>
          <a:xfrm>
            <a:off x="2434842" y="0"/>
            <a:ext cx="9757159"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The adjectives below describe personality. </a:t>
            </a:r>
            <a:endParaRPr b="0" i="0" sz="2400" u="none" cap="none" strike="noStrike">
              <a:solidFill>
                <a:srgbClr val="000000"/>
              </a:solidFill>
              <a:latin typeface="Calibri"/>
              <a:ea typeface="Calibri"/>
              <a:cs typeface="Calibri"/>
              <a:sym typeface="Calibri"/>
            </a:endParaRPr>
          </a:p>
          <a:p>
            <a:pPr indent="0" lvl="0" marL="0" marR="0" rtl="0" algn="just">
              <a:lnSpc>
                <a:spcPct val="15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Divide them into </a:t>
            </a:r>
            <a:r>
              <a:rPr b="1" i="0" lang="en-US" sz="2400" u="none" cap="none" strike="noStrike">
                <a:solidFill>
                  <a:srgbClr val="FF0066"/>
                </a:solidFill>
                <a:latin typeface="Calibri"/>
                <a:ea typeface="Calibri"/>
                <a:cs typeface="Calibri"/>
                <a:sym typeface="Calibri"/>
              </a:rPr>
              <a:t>positive</a:t>
            </a:r>
            <a:r>
              <a:rPr b="0" i="0" lang="en-US" sz="2400" u="none" cap="none" strike="noStrike">
                <a:solidFill>
                  <a:srgbClr val="000000"/>
                </a:solidFill>
                <a:latin typeface="Calibri"/>
                <a:ea typeface="Calibri"/>
                <a:cs typeface="Calibri"/>
                <a:sym typeface="Calibri"/>
              </a:rPr>
              <a:t> or </a:t>
            </a:r>
            <a:r>
              <a:rPr b="1" i="0" lang="en-US" sz="2400" u="none" cap="none" strike="noStrike">
                <a:solidFill>
                  <a:srgbClr val="66CCFF"/>
                </a:solidFill>
                <a:latin typeface="Calibri"/>
                <a:ea typeface="Calibri"/>
                <a:cs typeface="Calibri"/>
                <a:sym typeface="Calibri"/>
              </a:rPr>
              <a:t>negative.</a:t>
            </a:r>
            <a:endParaRPr b="1" i="0" sz="2400" u="none" cap="none" strike="noStrike">
              <a:solidFill>
                <a:srgbClr val="000000"/>
              </a:solidFill>
              <a:latin typeface="Calibri"/>
              <a:ea typeface="Calibri"/>
              <a:cs typeface="Calibri"/>
              <a:sym typeface="Calibri"/>
            </a:endParaRPr>
          </a:p>
        </p:txBody>
      </p:sp>
      <p:sp>
        <p:nvSpPr>
          <p:cNvPr id="557" name="Google Shape;557;p8"/>
          <p:cNvSpPr txBox="1"/>
          <p:nvPr/>
        </p:nvSpPr>
        <p:spPr>
          <a:xfrm>
            <a:off x="4157253" y="1705574"/>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Affable</a:t>
            </a:r>
            <a:endParaRPr b="0" i="0" sz="1600" u="none" cap="none" strike="noStrike">
              <a:solidFill>
                <a:srgbClr val="000000"/>
              </a:solidFill>
              <a:latin typeface="Arial"/>
              <a:ea typeface="Arial"/>
              <a:cs typeface="Arial"/>
              <a:sym typeface="Arial"/>
            </a:endParaRPr>
          </a:p>
        </p:txBody>
      </p:sp>
      <p:sp>
        <p:nvSpPr>
          <p:cNvPr id="558" name="Google Shape;558;p8"/>
          <p:cNvSpPr/>
          <p:nvPr/>
        </p:nvSpPr>
        <p:spPr>
          <a:xfrm>
            <a:off x="3465851" y="1726071"/>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0686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59" name="Google Shape;559;p8"/>
          <p:cNvSpPr/>
          <p:nvPr/>
        </p:nvSpPr>
        <p:spPr>
          <a:xfrm>
            <a:off x="7748026" y="1731404"/>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0" name="Google Shape;560;p8"/>
          <p:cNvSpPr/>
          <p:nvPr/>
        </p:nvSpPr>
        <p:spPr>
          <a:xfrm>
            <a:off x="7872433" y="3786628"/>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FF7C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1" name="Google Shape;561;p8"/>
          <p:cNvSpPr txBox="1"/>
          <p:nvPr/>
        </p:nvSpPr>
        <p:spPr>
          <a:xfrm>
            <a:off x="4142430" y="2804279"/>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Quick-tempered</a:t>
            </a:r>
            <a:endParaRPr b="0" i="0" sz="1600" u="none" cap="none" strike="noStrike">
              <a:solidFill>
                <a:srgbClr val="000000"/>
              </a:solidFill>
              <a:latin typeface="Arial"/>
              <a:ea typeface="Arial"/>
              <a:cs typeface="Arial"/>
              <a:sym typeface="Arial"/>
            </a:endParaRPr>
          </a:p>
        </p:txBody>
      </p:sp>
      <p:sp>
        <p:nvSpPr>
          <p:cNvPr id="562" name="Google Shape;562;p8"/>
          <p:cNvSpPr txBox="1"/>
          <p:nvPr/>
        </p:nvSpPr>
        <p:spPr>
          <a:xfrm>
            <a:off x="4131507" y="3874188"/>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Versatile </a:t>
            </a:r>
            <a:endParaRPr b="0" i="0" sz="1600" u="none" cap="none" strike="noStrike">
              <a:solidFill>
                <a:srgbClr val="000000"/>
              </a:solidFill>
              <a:latin typeface="Arial"/>
              <a:ea typeface="Arial"/>
              <a:cs typeface="Arial"/>
              <a:sym typeface="Arial"/>
            </a:endParaRPr>
          </a:p>
        </p:txBody>
      </p:sp>
      <p:sp>
        <p:nvSpPr>
          <p:cNvPr id="563" name="Google Shape;563;p8"/>
          <p:cNvSpPr txBox="1"/>
          <p:nvPr/>
        </p:nvSpPr>
        <p:spPr>
          <a:xfrm>
            <a:off x="4151784" y="4964247"/>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Exuberant </a:t>
            </a:r>
            <a:endParaRPr b="0" i="0" sz="1600" u="none" cap="none" strike="noStrike">
              <a:solidFill>
                <a:srgbClr val="000000"/>
              </a:solidFill>
              <a:latin typeface="Arial"/>
              <a:ea typeface="Arial"/>
              <a:cs typeface="Arial"/>
              <a:sym typeface="Arial"/>
            </a:endParaRPr>
          </a:p>
        </p:txBody>
      </p:sp>
      <p:sp>
        <p:nvSpPr>
          <p:cNvPr id="564" name="Google Shape;564;p8"/>
          <p:cNvSpPr/>
          <p:nvPr/>
        </p:nvSpPr>
        <p:spPr>
          <a:xfrm>
            <a:off x="3561720" y="3762740"/>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6495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5" name="Google Shape;565;p8"/>
          <p:cNvSpPr/>
          <p:nvPr/>
        </p:nvSpPr>
        <p:spPr>
          <a:xfrm>
            <a:off x="3561719" y="4877545"/>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99FF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6" name="Google Shape;566;p8"/>
          <p:cNvSpPr/>
          <p:nvPr/>
        </p:nvSpPr>
        <p:spPr>
          <a:xfrm>
            <a:off x="3482911" y="2725583"/>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66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7" name="Google Shape;567;p8"/>
          <p:cNvSpPr/>
          <p:nvPr/>
        </p:nvSpPr>
        <p:spPr>
          <a:xfrm>
            <a:off x="7872433" y="2663584"/>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FF66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8" name="Google Shape;568;p8"/>
          <p:cNvSpPr/>
          <p:nvPr/>
        </p:nvSpPr>
        <p:spPr>
          <a:xfrm>
            <a:off x="7872433" y="4877547"/>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FF99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69" name="Google Shape;569;p8"/>
          <p:cNvSpPr txBox="1"/>
          <p:nvPr/>
        </p:nvSpPr>
        <p:spPr>
          <a:xfrm>
            <a:off x="8544272" y="1818106"/>
            <a:ext cx="2592288" cy="36929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Helvetica Neue"/>
                <a:ea typeface="Helvetica Neue"/>
                <a:cs typeface="Helvetica Neue"/>
                <a:sym typeface="Helvetica Neue"/>
              </a:rPr>
              <a:t>Gregarious</a:t>
            </a:r>
            <a:endParaRPr b="1" i="0" sz="1800" u="none" cap="none" strike="noStrike">
              <a:solidFill>
                <a:srgbClr val="000000"/>
              </a:solidFill>
              <a:latin typeface="Helvetica Neue"/>
              <a:ea typeface="Helvetica Neue"/>
              <a:cs typeface="Helvetica Neue"/>
              <a:sym typeface="Helvetica Neue"/>
            </a:endParaRPr>
          </a:p>
        </p:txBody>
      </p:sp>
      <p:sp>
        <p:nvSpPr>
          <p:cNvPr id="570" name="Google Shape;570;p8"/>
          <p:cNvSpPr txBox="1"/>
          <p:nvPr/>
        </p:nvSpPr>
        <p:spPr>
          <a:xfrm>
            <a:off x="8544272" y="2882705"/>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Resentful</a:t>
            </a:r>
            <a:endParaRPr b="0" i="0" sz="1600" u="none" cap="none" strike="noStrike">
              <a:solidFill>
                <a:srgbClr val="000000"/>
              </a:solidFill>
              <a:latin typeface="Arial"/>
              <a:ea typeface="Arial"/>
              <a:cs typeface="Arial"/>
              <a:sym typeface="Arial"/>
            </a:endParaRPr>
          </a:p>
        </p:txBody>
      </p:sp>
      <p:sp>
        <p:nvSpPr>
          <p:cNvPr id="571" name="Google Shape;571;p8"/>
          <p:cNvSpPr txBox="1"/>
          <p:nvPr/>
        </p:nvSpPr>
        <p:spPr>
          <a:xfrm>
            <a:off x="8497745" y="3986100"/>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Over-critical</a:t>
            </a:r>
            <a:endParaRPr b="0" i="0" sz="1600" u="none" cap="none" strike="noStrike">
              <a:solidFill>
                <a:srgbClr val="000000"/>
              </a:solidFill>
              <a:latin typeface="Arial"/>
              <a:ea typeface="Arial"/>
              <a:cs typeface="Arial"/>
              <a:sym typeface="Arial"/>
            </a:endParaRPr>
          </a:p>
        </p:txBody>
      </p:sp>
      <p:sp>
        <p:nvSpPr>
          <p:cNvPr id="572" name="Google Shape;572;p8"/>
          <p:cNvSpPr txBox="1"/>
          <p:nvPr/>
        </p:nvSpPr>
        <p:spPr>
          <a:xfrm>
            <a:off x="8405790" y="5050950"/>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Truculent </a:t>
            </a:r>
            <a:endParaRPr b="0" i="0" sz="1600" u="none" cap="none" strike="noStrike">
              <a:solidFill>
                <a:srgbClr val="000000"/>
              </a:solidFill>
              <a:latin typeface="Arial"/>
              <a:ea typeface="Arial"/>
              <a:cs typeface="Arial"/>
              <a:sym typeface="Arial"/>
            </a:endParaRPr>
          </a:p>
        </p:txBody>
      </p:sp>
      <p:sp>
        <p:nvSpPr>
          <p:cNvPr id="573" name="Google Shape;573;p8"/>
          <p:cNvSpPr/>
          <p:nvPr/>
        </p:nvSpPr>
        <p:spPr>
          <a:xfrm>
            <a:off x="3482911" y="5813039"/>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CCFFCC"/>
          </a:solidFill>
          <a:ln cap="flat" cmpd="sng" w="9525">
            <a:solidFill>
              <a:srgbClr val="CCF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74" name="Google Shape;574;p8"/>
          <p:cNvSpPr txBox="1"/>
          <p:nvPr/>
        </p:nvSpPr>
        <p:spPr>
          <a:xfrm>
            <a:off x="4102768" y="5899741"/>
            <a:ext cx="2592288"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Courteous </a:t>
            </a:r>
            <a:endParaRPr b="0" i="0" sz="1600" u="none" cap="none" strike="noStrike">
              <a:solidFill>
                <a:srgbClr val="000000"/>
              </a:solidFill>
              <a:latin typeface="Arial"/>
              <a:ea typeface="Arial"/>
              <a:cs typeface="Arial"/>
              <a:sym typeface="Arial"/>
            </a:endParaRPr>
          </a:p>
        </p:txBody>
      </p:sp>
      <p:sp>
        <p:nvSpPr>
          <p:cNvPr id="575" name="Google Shape;575;p8"/>
          <p:cNvSpPr/>
          <p:nvPr/>
        </p:nvSpPr>
        <p:spPr>
          <a:xfrm>
            <a:off x="8551956" y="5971054"/>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Helvetica Neue"/>
              <a:buNone/>
            </a:pPr>
            <a:r>
              <a:rPr b="1" i="0" lang="en-US" sz="1800" u="none" cap="none" strike="noStrike">
                <a:solidFill>
                  <a:srgbClr val="000000"/>
                </a:solidFill>
                <a:latin typeface="Helvetica Neue"/>
                <a:ea typeface="Helvetica Neue"/>
                <a:cs typeface="Helvetica Neue"/>
                <a:sym typeface="Helvetica Neue"/>
              </a:rPr>
              <a:t>Cynical </a:t>
            </a:r>
            <a:endParaRPr b="1" i="0" sz="1800" u="none" cap="none" strike="noStrike">
              <a:solidFill>
                <a:srgbClr val="000000"/>
              </a:solidFill>
              <a:latin typeface="Helvetica Neue"/>
              <a:ea typeface="Helvetica Neue"/>
              <a:cs typeface="Helvetica Neue"/>
              <a:sym typeface="Helvetica Neue"/>
            </a:endParaRPr>
          </a:p>
        </p:txBody>
      </p:sp>
      <p:sp>
        <p:nvSpPr>
          <p:cNvPr id="576" name="Google Shape;576;p8"/>
          <p:cNvSpPr/>
          <p:nvPr/>
        </p:nvSpPr>
        <p:spPr>
          <a:xfrm>
            <a:off x="7872433" y="5884352"/>
            <a:ext cx="533357" cy="542737"/>
          </a:xfrm>
          <a:custGeom>
            <a:rect b="b" l="l" r="r" t="t"/>
            <a:pathLst>
              <a:path extrusionOk="0" h="284" w="239">
                <a:moveTo>
                  <a:pt x="92" y="55"/>
                </a:moveTo>
                <a:cubicBezTo>
                  <a:pt x="115" y="44"/>
                  <a:pt x="138" y="34"/>
                  <a:pt x="161" y="22"/>
                </a:cubicBezTo>
                <a:cubicBezTo>
                  <a:pt x="170" y="41"/>
                  <a:pt x="178" y="58"/>
                  <a:pt x="186" y="76"/>
                </a:cubicBezTo>
                <a:cubicBezTo>
                  <a:pt x="180" y="77"/>
                  <a:pt x="174" y="78"/>
                  <a:pt x="168" y="80"/>
                </a:cubicBezTo>
                <a:cubicBezTo>
                  <a:pt x="145" y="88"/>
                  <a:pt x="132" y="115"/>
                  <a:pt x="147" y="135"/>
                </a:cubicBezTo>
                <a:cubicBezTo>
                  <a:pt x="155" y="147"/>
                  <a:pt x="167" y="152"/>
                  <a:pt x="182" y="150"/>
                </a:cubicBezTo>
                <a:cubicBezTo>
                  <a:pt x="192" y="149"/>
                  <a:pt x="200" y="145"/>
                  <a:pt x="207" y="138"/>
                </a:cubicBezTo>
                <a:cubicBezTo>
                  <a:pt x="209" y="136"/>
                  <a:pt x="211" y="134"/>
                  <a:pt x="214" y="131"/>
                </a:cubicBezTo>
                <a:cubicBezTo>
                  <a:pt x="216" y="136"/>
                  <a:pt x="219" y="141"/>
                  <a:pt x="221" y="145"/>
                </a:cubicBezTo>
                <a:cubicBezTo>
                  <a:pt x="226" y="157"/>
                  <a:pt x="232" y="168"/>
                  <a:pt x="237" y="179"/>
                </a:cubicBezTo>
                <a:cubicBezTo>
                  <a:pt x="239" y="182"/>
                  <a:pt x="238" y="183"/>
                  <a:pt x="236" y="184"/>
                </a:cubicBezTo>
                <a:cubicBezTo>
                  <a:pt x="217" y="194"/>
                  <a:pt x="198" y="203"/>
                  <a:pt x="178" y="212"/>
                </a:cubicBezTo>
                <a:cubicBezTo>
                  <a:pt x="176" y="214"/>
                  <a:pt x="174" y="215"/>
                  <a:pt x="171" y="216"/>
                </a:cubicBezTo>
                <a:cubicBezTo>
                  <a:pt x="172" y="218"/>
                  <a:pt x="173" y="219"/>
                  <a:pt x="174" y="221"/>
                </a:cubicBezTo>
                <a:cubicBezTo>
                  <a:pt x="181" y="228"/>
                  <a:pt x="188" y="235"/>
                  <a:pt x="194" y="243"/>
                </a:cubicBezTo>
                <a:cubicBezTo>
                  <a:pt x="201" y="253"/>
                  <a:pt x="199" y="268"/>
                  <a:pt x="191" y="275"/>
                </a:cubicBezTo>
                <a:cubicBezTo>
                  <a:pt x="181" y="284"/>
                  <a:pt x="162" y="281"/>
                  <a:pt x="155" y="268"/>
                </a:cubicBezTo>
                <a:cubicBezTo>
                  <a:pt x="152" y="262"/>
                  <a:pt x="151" y="255"/>
                  <a:pt x="150" y="248"/>
                </a:cubicBezTo>
                <a:cubicBezTo>
                  <a:pt x="148" y="242"/>
                  <a:pt x="148" y="235"/>
                  <a:pt x="147" y="228"/>
                </a:cubicBezTo>
                <a:cubicBezTo>
                  <a:pt x="124" y="239"/>
                  <a:pt x="101" y="250"/>
                  <a:pt x="78" y="261"/>
                </a:cubicBezTo>
                <a:cubicBezTo>
                  <a:pt x="69" y="242"/>
                  <a:pt x="60" y="224"/>
                  <a:pt x="51" y="204"/>
                </a:cubicBezTo>
                <a:cubicBezTo>
                  <a:pt x="57" y="203"/>
                  <a:pt x="64" y="202"/>
                  <a:pt x="70" y="201"/>
                </a:cubicBezTo>
                <a:cubicBezTo>
                  <a:pt x="89" y="199"/>
                  <a:pt x="108" y="182"/>
                  <a:pt x="103" y="157"/>
                </a:cubicBezTo>
                <a:cubicBezTo>
                  <a:pt x="99" y="137"/>
                  <a:pt x="77" y="128"/>
                  <a:pt x="58" y="134"/>
                </a:cubicBezTo>
                <a:cubicBezTo>
                  <a:pt x="47" y="137"/>
                  <a:pt x="40" y="146"/>
                  <a:pt x="32" y="153"/>
                </a:cubicBezTo>
                <a:cubicBezTo>
                  <a:pt x="31" y="154"/>
                  <a:pt x="30" y="154"/>
                  <a:pt x="30" y="155"/>
                </a:cubicBezTo>
                <a:cubicBezTo>
                  <a:pt x="29" y="155"/>
                  <a:pt x="29" y="155"/>
                  <a:pt x="28" y="156"/>
                </a:cubicBezTo>
                <a:cubicBezTo>
                  <a:pt x="17" y="138"/>
                  <a:pt x="10" y="119"/>
                  <a:pt x="0" y="101"/>
                </a:cubicBezTo>
                <a:cubicBezTo>
                  <a:pt x="23" y="90"/>
                  <a:pt x="45" y="79"/>
                  <a:pt x="68" y="67"/>
                </a:cubicBezTo>
                <a:cubicBezTo>
                  <a:pt x="62" y="60"/>
                  <a:pt x="56" y="54"/>
                  <a:pt x="50" y="48"/>
                </a:cubicBezTo>
                <a:cubicBezTo>
                  <a:pt x="44" y="42"/>
                  <a:pt x="40" y="35"/>
                  <a:pt x="40" y="26"/>
                </a:cubicBezTo>
                <a:cubicBezTo>
                  <a:pt x="40" y="15"/>
                  <a:pt x="45" y="7"/>
                  <a:pt x="55" y="3"/>
                </a:cubicBezTo>
                <a:cubicBezTo>
                  <a:pt x="63" y="0"/>
                  <a:pt x="74" y="4"/>
                  <a:pt x="80" y="12"/>
                </a:cubicBezTo>
                <a:cubicBezTo>
                  <a:pt x="83" y="16"/>
                  <a:pt x="86" y="21"/>
                  <a:pt x="87" y="26"/>
                </a:cubicBezTo>
                <a:cubicBezTo>
                  <a:pt x="89" y="35"/>
                  <a:pt x="90" y="45"/>
                  <a:pt x="92" y="55"/>
                </a:cubicBezTo>
                <a:close/>
              </a:path>
            </a:pathLst>
          </a:custGeom>
          <a:solidFill>
            <a:srgbClr val="FFCCCC"/>
          </a:solidFill>
          <a:ln cap="flat" cmpd="sng" w="9525">
            <a:solidFill>
              <a:srgbClr val="FFCC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577" name="Google Shape;577;p8"/>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descr="istockphoto-1205733015-170667a.jpg" id="578" name="Google Shape;578;p8"/>
          <p:cNvPicPr preferRelativeResize="0"/>
          <p:nvPr/>
        </p:nvPicPr>
        <p:blipFill rotWithShape="1">
          <a:blip r:embed="rId3">
            <a:alphaModFix/>
          </a:blip>
          <a:srcRect b="0" l="0" r="0" t="0"/>
          <a:stretch/>
        </p:blipFill>
        <p:spPr>
          <a:xfrm>
            <a:off x="5663952" y="1556792"/>
            <a:ext cx="635000" cy="635000"/>
          </a:xfrm>
          <a:prstGeom prst="rect">
            <a:avLst/>
          </a:prstGeom>
          <a:noFill/>
          <a:ln>
            <a:noFill/>
          </a:ln>
        </p:spPr>
      </p:pic>
      <p:pic>
        <p:nvPicPr>
          <p:cNvPr descr="istockphoto-1205733015-170667a.jpg" id="579" name="Google Shape;579;p8"/>
          <p:cNvPicPr preferRelativeResize="0"/>
          <p:nvPr/>
        </p:nvPicPr>
        <p:blipFill rotWithShape="1">
          <a:blip r:embed="rId3">
            <a:alphaModFix/>
          </a:blip>
          <a:srcRect b="0" l="0" r="0" t="0"/>
          <a:stretch/>
        </p:blipFill>
        <p:spPr>
          <a:xfrm>
            <a:off x="5951984" y="3717032"/>
            <a:ext cx="635000" cy="635000"/>
          </a:xfrm>
          <a:prstGeom prst="rect">
            <a:avLst/>
          </a:prstGeom>
          <a:noFill/>
          <a:ln>
            <a:noFill/>
          </a:ln>
        </p:spPr>
      </p:pic>
      <p:pic>
        <p:nvPicPr>
          <p:cNvPr descr="istockphoto-1205733015-170667a.jpg" id="580" name="Google Shape;580;p8"/>
          <p:cNvPicPr preferRelativeResize="0"/>
          <p:nvPr/>
        </p:nvPicPr>
        <p:blipFill rotWithShape="1">
          <a:blip r:embed="rId3">
            <a:alphaModFix/>
          </a:blip>
          <a:srcRect b="0" l="0" r="0" t="0"/>
          <a:stretch/>
        </p:blipFill>
        <p:spPr>
          <a:xfrm>
            <a:off x="5447928" y="4869160"/>
            <a:ext cx="635000" cy="635000"/>
          </a:xfrm>
          <a:prstGeom prst="rect">
            <a:avLst/>
          </a:prstGeom>
          <a:noFill/>
          <a:ln>
            <a:noFill/>
          </a:ln>
        </p:spPr>
      </p:pic>
      <p:pic>
        <p:nvPicPr>
          <p:cNvPr descr="istockphoto-1205733015-170667a.jpg" id="581" name="Google Shape;581;p8"/>
          <p:cNvPicPr preferRelativeResize="0"/>
          <p:nvPr/>
        </p:nvPicPr>
        <p:blipFill rotWithShape="1">
          <a:blip r:embed="rId3">
            <a:alphaModFix/>
          </a:blip>
          <a:srcRect b="0" l="0" r="0" t="0"/>
          <a:stretch/>
        </p:blipFill>
        <p:spPr>
          <a:xfrm>
            <a:off x="5461000" y="5745454"/>
            <a:ext cx="635000" cy="635000"/>
          </a:xfrm>
          <a:prstGeom prst="rect">
            <a:avLst/>
          </a:prstGeom>
          <a:noFill/>
          <a:ln>
            <a:noFill/>
          </a:ln>
        </p:spPr>
      </p:pic>
      <p:pic>
        <p:nvPicPr>
          <p:cNvPr descr="istockphoto-1205733015-170667a.jpg" id="582" name="Google Shape;582;p8"/>
          <p:cNvPicPr preferRelativeResize="0"/>
          <p:nvPr/>
        </p:nvPicPr>
        <p:blipFill rotWithShape="1">
          <a:blip r:embed="rId3">
            <a:alphaModFix/>
          </a:blip>
          <a:srcRect b="0" l="0" r="0" t="0"/>
          <a:stretch/>
        </p:blipFill>
        <p:spPr>
          <a:xfrm>
            <a:off x="10086386" y="1670249"/>
            <a:ext cx="635000" cy="635000"/>
          </a:xfrm>
          <a:prstGeom prst="rect">
            <a:avLst/>
          </a:prstGeom>
          <a:noFill/>
          <a:ln>
            <a:noFill/>
          </a:ln>
        </p:spPr>
      </p:pic>
      <p:pic>
        <p:nvPicPr>
          <p:cNvPr descr="téléchargement.png" id="583" name="Google Shape;583;p8"/>
          <p:cNvPicPr preferRelativeResize="0"/>
          <p:nvPr/>
        </p:nvPicPr>
        <p:blipFill rotWithShape="1">
          <a:blip r:embed="rId4">
            <a:alphaModFix/>
          </a:blip>
          <a:srcRect b="0" l="0" r="0" t="0"/>
          <a:stretch/>
        </p:blipFill>
        <p:spPr>
          <a:xfrm>
            <a:off x="6250414" y="2709353"/>
            <a:ext cx="889283" cy="554236"/>
          </a:xfrm>
          <a:prstGeom prst="rect">
            <a:avLst/>
          </a:prstGeom>
          <a:noFill/>
          <a:ln>
            <a:noFill/>
          </a:ln>
        </p:spPr>
      </p:pic>
      <p:pic>
        <p:nvPicPr>
          <p:cNvPr descr="téléchargement.png" id="584" name="Google Shape;584;p8"/>
          <p:cNvPicPr preferRelativeResize="0"/>
          <p:nvPr/>
        </p:nvPicPr>
        <p:blipFill rotWithShape="1">
          <a:blip r:embed="rId4">
            <a:alphaModFix/>
          </a:blip>
          <a:srcRect b="0" l="0" r="0" t="0"/>
          <a:stretch/>
        </p:blipFill>
        <p:spPr>
          <a:xfrm>
            <a:off x="9696400" y="2789312"/>
            <a:ext cx="889283" cy="567680"/>
          </a:xfrm>
          <a:prstGeom prst="rect">
            <a:avLst/>
          </a:prstGeom>
          <a:noFill/>
          <a:ln>
            <a:noFill/>
          </a:ln>
        </p:spPr>
      </p:pic>
      <p:pic>
        <p:nvPicPr>
          <p:cNvPr descr="téléchargement.png" id="585" name="Google Shape;585;p8"/>
          <p:cNvPicPr preferRelativeResize="0"/>
          <p:nvPr/>
        </p:nvPicPr>
        <p:blipFill rotWithShape="1">
          <a:blip r:embed="rId4">
            <a:alphaModFix/>
          </a:blip>
          <a:srcRect b="0" l="0" r="0" t="0"/>
          <a:stretch/>
        </p:blipFill>
        <p:spPr>
          <a:xfrm>
            <a:off x="9959245" y="3882876"/>
            <a:ext cx="889283" cy="554236"/>
          </a:xfrm>
          <a:prstGeom prst="rect">
            <a:avLst/>
          </a:prstGeom>
          <a:noFill/>
          <a:ln>
            <a:noFill/>
          </a:ln>
        </p:spPr>
      </p:pic>
      <p:pic>
        <p:nvPicPr>
          <p:cNvPr descr="téléchargement.png" id="586" name="Google Shape;586;p8"/>
          <p:cNvPicPr preferRelativeResize="0"/>
          <p:nvPr/>
        </p:nvPicPr>
        <p:blipFill rotWithShape="1">
          <a:blip r:embed="rId4">
            <a:alphaModFix/>
          </a:blip>
          <a:srcRect b="0" l="0" r="0" t="0"/>
          <a:stretch/>
        </p:blipFill>
        <p:spPr>
          <a:xfrm>
            <a:off x="10144628" y="4973209"/>
            <a:ext cx="889283" cy="554236"/>
          </a:xfrm>
          <a:prstGeom prst="rect">
            <a:avLst/>
          </a:prstGeom>
          <a:noFill/>
          <a:ln>
            <a:noFill/>
          </a:ln>
        </p:spPr>
      </p:pic>
      <p:pic>
        <p:nvPicPr>
          <p:cNvPr descr="téléchargement.png" id="587" name="Google Shape;587;p8"/>
          <p:cNvPicPr preferRelativeResize="0"/>
          <p:nvPr/>
        </p:nvPicPr>
        <p:blipFill rotWithShape="1">
          <a:blip r:embed="rId4">
            <a:alphaModFix/>
          </a:blip>
          <a:srcRect b="0" l="0" r="0" t="0"/>
          <a:stretch/>
        </p:blipFill>
        <p:spPr>
          <a:xfrm>
            <a:off x="9984432" y="5899100"/>
            <a:ext cx="889283" cy="554236"/>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1000"/>
                                        <p:tgtEl>
                                          <p:spTgt spid="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10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10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1000"/>
                                        <p:tgtEl>
                                          <p:spTgt spid="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10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
          <p:cNvSpPr/>
          <p:nvPr/>
        </p:nvSpPr>
        <p:spPr>
          <a:xfrm>
            <a:off x="2400996" y="65471"/>
            <a:ext cx="1597035" cy="1503776"/>
          </a:xfrm>
          <a:prstGeom prst="donut">
            <a:avLst>
              <a:gd fmla="val 8916" name="adj"/>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282F39"/>
              </a:solidFill>
              <a:latin typeface="Calibri"/>
              <a:ea typeface="Calibri"/>
              <a:cs typeface="Calibri"/>
              <a:sym typeface="Calibri"/>
            </a:endParaRPr>
          </a:p>
        </p:txBody>
      </p:sp>
      <p:sp>
        <p:nvSpPr>
          <p:cNvPr id="593" name="Google Shape;593;p9"/>
          <p:cNvSpPr/>
          <p:nvPr/>
        </p:nvSpPr>
        <p:spPr>
          <a:xfrm>
            <a:off x="2790446" y="408225"/>
            <a:ext cx="297072" cy="251836"/>
          </a:xfrm>
          <a:prstGeom prst="ellipse">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594" name="Google Shape;594;p9"/>
          <p:cNvSpPr/>
          <p:nvPr/>
        </p:nvSpPr>
        <p:spPr>
          <a:xfrm flipH="1">
            <a:off x="3421947" y="392118"/>
            <a:ext cx="287612" cy="251836"/>
          </a:xfrm>
          <a:prstGeom prst="ellipse">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595" name="Google Shape;595;p9"/>
          <p:cNvSpPr/>
          <p:nvPr/>
        </p:nvSpPr>
        <p:spPr>
          <a:xfrm rot="10800000">
            <a:off x="2775123" y="534143"/>
            <a:ext cx="848780" cy="693125"/>
          </a:xfrm>
          <a:prstGeom prst="blockArc">
            <a:avLst>
              <a:gd fmla="val 10800000" name="adj1"/>
              <a:gd fmla="val 21531205" name="adj2"/>
              <a:gd fmla="val 10338" name="adj3"/>
            </a:avLst>
          </a:prstGeom>
          <a:solidFill>
            <a:srgbClr val="FF00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282F39"/>
              </a:solidFill>
              <a:latin typeface="Calibri"/>
              <a:ea typeface="Calibri"/>
              <a:cs typeface="Calibri"/>
              <a:sym typeface="Calibri"/>
            </a:endParaRPr>
          </a:p>
        </p:txBody>
      </p:sp>
      <p:sp>
        <p:nvSpPr>
          <p:cNvPr id="596" name="Google Shape;596;p9"/>
          <p:cNvSpPr/>
          <p:nvPr/>
        </p:nvSpPr>
        <p:spPr>
          <a:xfrm>
            <a:off x="7262355" y="123347"/>
            <a:ext cx="1497941" cy="1445900"/>
          </a:xfrm>
          <a:prstGeom prst="donut">
            <a:avLst>
              <a:gd fmla="val 8916" name="adj"/>
            </a:avLst>
          </a:prstGeom>
          <a:solidFill>
            <a:srgbClr val="66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282F39"/>
              </a:solidFill>
              <a:latin typeface="Calibri"/>
              <a:ea typeface="Calibri"/>
              <a:cs typeface="Calibri"/>
              <a:sym typeface="Calibri"/>
            </a:endParaRPr>
          </a:p>
        </p:txBody>
      </p:sp>
      <p:sp>
        <p:nvSpPr>
          <p:cNvPr id="597" name="Google Shape;597;p9"/>
          <p:cNvSpPr/>
          <p:nvPr/>
        </p:nvSpPr>
        <p:spPr>
          <a:xfrm>
            <a:off x="7657667" y="408225"/>
            <a:ext cx="345813" cy="315981"/>
          </a:xfrm>
          <a:prstGeom prst="ellipse">
            <a:avLst/>
          </a:prstGeom>
          <a:solidFill>
            <a:srgbClr val="66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598" name="Google Shape;598;p9"/>
          <p:cNvSpPr/>
          <p:nvPr/>
        </p:nvSpPr>
        <p:spPr>
          <a:xfrm>
            <a:off x="8112224" y="424262"/>
            <a:ext cx="301917" cy="283908"/>
          </a:xfrm>
          <a:prstGeom prst="ellipse">
            <a:avLst/>
          </a:prstGeom>
          <a:solidFill>
            <a:srgbClr val="66CCFF"/>
          </a:solidFill>
          <a:ln cap="flat" cmpd="sng" w="1270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599" name="Google Shape;599;p9"/>
          <p:cNvSpPr/>
          <p:nvPr/>
        </p:nvSpPr>
        <p:spPr>
          <a:xfrm>
            <a:off x="7586270" y="858809"/>
            <a:ext cx="891291" cy="837421"/>
          </a:xfrm>
          <a:prstGeom prst="blockArc">
            <a:avLst>
              <a:gd fmla="val 10800000" name="adj1"/>
              <a:gd fmla="val 21531205" name="adj2"/>
              <a:gd fmla="val 10338" name="adj3"/>
            </a:avLst>
          </a:prstGeom>
          <a:solidFill>
            <a:srgbClr val="66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282F39"/>
              </a:solidFill>
              <a:latin typeface="Calibri"/>
              <a:ea typeface="Calibri"/>
              <a:cs typeface="Calibri"/>
              <a:sym typeface="Calibri"/>
            </a:endParaRPr>
          </a:p>
        </p:txBody>
      </p:sp>
      <p:sp>
        <p:nvSpPr>
          <p:cNvPr id="600" name="Google Shape;600;p9"/>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graphicFrame>
        <p:nvGraphicFramePr>
          <p:cNvPr id="601" name="Google Shape;601;p9"/>
          <p:cNvGraphicFramePr/>
          <p:nvPr/>
        </p:nvGraphicFramePr>
        <p:xfrm>
          <a:off x="1343472" y="1696230"/>
          <a:ext cx="3000000" cy="3000000"/>
        </p:xfrm>
        <a:graphic>
          <a:graphicData uri="http://schemas.openxmlformats.org/drawingml/2006/table">
            <a:tbl>
              <a:tblPr bandRow="1" firstRow="1">
                <a:noFill/>
                <a:tableStyleId>{0626C79E-1CE5-4F30-A571-72A914F4B28F}</a:tableStyleId>
              </a:tblPr>
              <a:tblGrid>
                <a:gridCol w="4464500"/>
                <a:gridCol w="4464500"/>
              </a:tblGrid>
              <a:tr h="991550">
                <a:tc>
                  <a:txBody>
                    <a:bodyPr/>
                    <a:lstStyle/>
                    <a:p>
                      <a:pPr indent="0" lvl="0" marL="0" marR="0" rtl="0" algn="ctr">
                        <a:lnSpc>
                          <a:spcPct val="115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Industrious </a:t>
                      </a:r>
                      <a:endParaRPr b="1" sz="2400" u="none" cap="none" strike="noStrike">
                        <a:latin typeface="Calibri"/>
                        <a:ea typeface="Calibri"/>
                        <a:cs typeface="Calibri"/>
                        <a:sym typeface="Calibri"/>
                      </a:endParaRPr>
                    </a:p>
                  </a:txBody>
                  <a:tcPr marT="0" marB="0" marR="89525" marL="89525" anchor="ctr"/>
                </a:tc>
                <a:tc>
                  <a:txBody>
                    <a:bodyPr/>
                    <a:lstStyle/>
                    <a:p>
                      <a:pPr indent="0" lvl="0" marL="0" marR="0" rtl="0" algn="ctr">
                        <a:lnSpc>
                          <a:spcPct val="15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Hostile </a:t>
                      </a:r>
                      <a:endParaRPr sz="2400" u="none" cap="none" strike="noStrike">
                        <a:latin typeface="Calibri"/>
                        <a:ea typeface="Calibri"/>
                        <a:cs typeface="Calibri"/>
                        <a:sym typeface="Calibri"/>
                      </a:endParaRPr>
                    </a:p>
                  </a:txBody>
                  <a:tcPr marT="45725" marB="45725" marR="91450" marL="91450" anchor="ctr"/>
                </a:tc>
              </a:tr>
              <a:tr h="991550">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independent</a:t>
                      </a:r>
                      <a:endParaRPr b="1" sz="2400" u="none" cap="none" strike="noStrike">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Enigmatic </a:t>
                      </a:r>
                      <a:endParaRPr sz="2400" u="none" cap="none" strike="noStrike">
                        <a:latin typeface="Calibri"/>
                        <a:ea typeface="Calibri"/>
                        <a:cs typeface="Calibri"/>
                        <a:sym typeface="Calibri"/>
                      </a:endParaRPr>
                    </a:p>
                  </a:txBody>
                  <a:tcPr marT="45725" marB="45725" marR="91450" marL="91450" anchor="ctr"/>
                </a:tc>
              </a:tr>
              <a:tr h="717425">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ambitious</a:t>
                      </a:r>
                      <a:endParaRPr b="1" sz="2400" u="none" cap="none" strike="noStrike">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1" i="0" lang="en-US" sz="2400" u="none" cap="none" strike="noStrike">
                          <a:solidFill>
                            <a:schemeClr val="dk1"/>
                          </a:solidFill>
                          <a:latin typeface="Calibri"/>
                          <a:ea typeface="Calibri"/>
                          <a:cs typeface="Calibri"/>
                          <a:sym typeface="Calibri"/>
                        </a:rPr>
                        <a:t>power-oriented</a:t>
                      </a:r>
                      <a:endParaRPr sz="2400" u="none" cap="none" strike="noStrike">
                        <a:latin typeface="Calibri"/>
                        <a:ea typeface="Calibri"/>
                        <a:cs typeface="Calibri"/>
                        <a:sym typeface="Calibri"/>
                      </a:endParaRPr>
                    </a:p>
                  </a:txBody>
                  <a:tcPr marT="45725" marB="45725" marR="91450" marL="91450" anchor="ctr"/>
                </a:tc>
              </a:tr>
              <a:tr h="991550">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Altruistic </a:t>
                      </a:r>
                      <a:endParaRPr b="1" sz="2400" u="none" cap="none" strike="noStrike">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Mean </a:t>
                      </a:r>
                      <a:endParaRPr sz="2400" u="none" cap="none" strike="noStrike">
                        <a:latin typeface="Calibri"/>
                        <a:ea typeface="Calibri"/>
                        <a:cs typeface="Calibri"/>
                        <a:sym typeface="Calibri"/>
                      </a:endParaRPr>
                    </a:p>
                  </a:txBody>
                  <a:tcPr marT="45725" marB="45725" marR="91450" marL="91450" anchor="ctr"/>
                </a:tc>
              </a:tr>
              <a:tr h="991550">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Gifted </a:t>
                      </a:r>
                      <a:endParaRPr b="1" sz="2400" u="none" cap="none" strike="noStrike">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Envious </a:t>
                      </a:r>
                      <a:endParaRPr sz="1400" u="none" cap="none" strike="noStrike"/>
                    </a:p>
                  </a:txBody>
                  <a:tcPr marT="45725" marB="45725" marR="91450" marL="91450" anchor="ctr"/>
                </a:tc>
              </a:tr>
            </a:tbl>
          </a:graphicData>
        </a:graphic>
      </p:graphicFrame>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2000"/>
                                        <p:tgtEl>
                                          <p:spTgt spid="592"/>
                                        </p:tgtEl>
                                      </p:cBhvr>
                                    </p:animEffect>
                                  </p:childTnLst>
                                </p:cTn>
                              </p:par>
                              <p:par>
                                <p:cTn fill="hold" nodeType="with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2000"/>
                                        <p:tgtEl>
                                          <p:spTgt spid="593"/>
                                        </p:tgtEl>
                                      </p:cBhvr>
                                    </p:animEffect>
                                  </p:childTnLst>
                                </p:cTn>
                              </p:par>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2000"/>
                                        <p:tgtEl>
                                          <p:spTgt spid="594"/>
                                        </p:tgtEl>
                                      </p:cBhvr>
                                    </p:animEffect>
                                  </p:childTnLst>
                                </p:cTn>
                              </p:par>
                              <p:par>
                                <p:cTn fill="hold" nodeType="with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2000"/>
                                        <p:tgtEl>
                                          <p:spTgt spid="595"/>
                                        </p:tgtEl>
                                      </p:cBhvr>
                                    </p:animEffec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2000"/>
                                        <p:tgtEl>
                                          <p:spTgt spid="596"/>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20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2000"/>
                                        <p:tgtEl>
                                          <p:spTgt spid="598"/>
                                        </p:tgtEl>
                                      </p:cBhvr>
                                    </p:animEffect>
                                  </p:childTnLst>
                                </p:cTn>
                              </p:par>
                              <p:par>
                                <p:cTn fill="hold" nodeType="with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2000"/>
                                        <p:tgtEl>
                                          <p:spTgt spid="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10"/>
          <p:cNvPicPr preferRelativeResize="0"/>
          <p:nvPr>
            <p:ph idx="2" type="pic"/>
          </p:nvPr>
        </p:nvPicPr>
        <p:blipFill rotWithShape="1">
          <a:blip r:embed="rId3">
            <a:alphaModFix/>
          </a:blip>
          <a:srcRect b="0" l="11696" r="11693" t="0"/>
          <a:stretch/>
        </p:blipFill>
        <p:spPr>
          <a:xfrm>
            <a:off x="983432" y="1916832"/>
            <a:ext cx="2288460" cy="3753075"/>
          </a:xfrm>
          <a:prstGeom prst="rect">
            <a:avLst/>
          </a:prstGeom>
          <a:solidFill>
            <a:srgbClr val="F2F2F2"/>
          </a:solidFill>
          <a:ln>
            <a:noFill/>
          </a:ln>
        </p:spPr>
      </p:pic>
      <p:sp>
        <p:nvSpPr>
          <p:cNvPr id="607" name="Google Shape;607;p10"/>
          <p:cNvSpPr/>
          <p:nvPr/>
        </p:nvSpPr>
        <p:spPr>
          <a:xfrm>
            <a:off x="3534033" y="2797185"/>
            <a:ext cx="8657967" cy="2492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Do you have siblings? Or have you ever been categorized based on your birth order even if you are the dearest single child of your parents? Do you and your siblings, always fight? Or else you share a strong bond of love? Does it affect our psychology anyway?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 these birth order traits can change and impact on our psychology, thus personality!</a:t>
            </a:r>
            <a:endParaRPr b="0" i="0" sz="2000" u="none" cap="none" strike="noStrike">
              <a:solidFill>
                <a:srgbClr val="000000"/>
              </a:solidFill>
              <a:latin typeface="Arial"/>
              <a:ea typeface="Arial"/>
              <a:cs typeface="Arial"/>
              <a:sym typeface="Arial"/>
            </a:endParaRPr>
          </a:p>
          <a:p>
            <a:pPr indent="-228600" lvl="0" marL="342900" marR="0" rtl="0" algn="l">
              <a:lnSpc>
                <a:spcPct val="200000"/>
              </a:lnSpc>
              <a:spcBef>
                <a:spcPts val="0"/>
              </a:spcBef>
              <a:spcAft>
                <a:spcPts val="0"/>
              </a:spcAft>
              <a:buClr>
                <a:srgbClr val="000000"/>
              </a:buClr>
              <a:buSzPts val="1800"/>
              <a:buFont typeface="Noto Sans"/>
              <a:buNone/>
            </a:pPr>
            <a:r>
              <a:t/>
            </a:r>
            <a:endParaRPr b="1" i="0" sz="1800" u="none" cap="none" strike="noStrike">
              <a:solidFill>
                <a:srgbClr val="000000"/>
              </a:solidFill>
              <a:latin typeface="Calibri"/>
              <a:ea typeface="Calibri"/>
              <a:cs typeface="Calibri"/>
              <a:sym typeface="Calibri"/>
            </a:endParaRPr>
          </a:p>
        </p:txBody>
      </p:sp>
      <p:pic>
        <p:nvPicPr>
          <p:cNvPr id="608" name="Google Shape;608;p10"/>
          <p:cNvPicPr preferRelativeResize="0"/>
          <p:nvPr/>
        </p:nvPicPr>
        <p:blipFill rotWithShape="1">
          <a:blip r:embed="rId4">
            <a:alphaModFix/>
          </a:blip>
          <a:srcRect b="0" l="0" r="0" t="0"/>
          <a:stretch/>
        </p:blipFill>
        <p:spPr>
          <a:xfrm>
            <a:off x="-1" y="0"/>
            <a:ext cx="1519997" cy="1355138"/>
          </a:xfrm>
          <a:prstGeom prst="rect">
            <a:avLst/>
          </a:prstGeom>
          <a:noFill/>
          <a:ln>
            <a:noFill/>
          </a:ln>
        </p:spPr>
      </p:pic>
      <p:sp>
        <p:nvSpPr>
          <p:cNvPr id="609" name="Google Shape;609;p10"/>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xEl>
                                              <p:pRg end="0" st="0"/>
                                            </p:txEl>
                                          </p:spTgt>
                                        </p:tgtEl>
                                        <p:attrNameLst>
                                          <p:attrName>style.visibility</p:attrName>
                                        </p:attrNameLst>
                                      </p:cBhvr>
                                      <p:to>
                                        <p:strVal val="visible"/>
                                      </p:to>
                                    </p:set>
                                    <p:animEffect filter="fade" transition="in">
                                      <p:cBhvr>
                                        <p:cTn dur="500"/>
                                        <p:tgtEl>
                                          <p:spTgt spid="6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xEl>
                                              <p:pRg end="1" st="1"/>
                                            </p:txEl>
                                          </p:spTgt>
                                        </p:tgtEl>
                                        <p:attrNameLst>
                                          <p:attrName>style.visibility</p:attrName>
                                        </p:attrNameLst>
                                      </p:cBhvr>
                                      <p:to>
                                        <p:strVal val="visible"/>
                                      </p:to>
                                    </p:set>
                                    <p:animEffect filter="fade" transition="in">
                                      <p:cBhvr>
                                        <p:cTn dur="500"/>
                                        <p:tgtEl>
                                          <p:spTgt spid="6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xEl>
                                              <p:pRg end="2" st="2"/>
                                            </p:txEl>
                                          </p:spTgt>
                                        </p:tgtEl>
                                        <p:attrNameLst>
                                          <p:attrName>style.visibility</p:attrName>
                                        </p:attrNameLst>
                                      </p:cBhvr>
                                      <p:to>
                                        <p:strVal val="visible"/>
                                      </p:to>
                                    </p:set>
                                    <p:animEffect filter="fade" transition="in">
                                      <p:cBhvr>
                                        <p:cTn dur="500"/>
                                        <p:tgtEl>
                                          <p:spTgt spid="60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1"/>
          <p:cNvSpPr txBox="1"/>
          <p:nvPr/>
        </p:nvSpPr>
        <p:spPr>
          <a:xfrm>
            <a:off x="5807968" y="2278864"/>
            <a:ext cx="6384032"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200"/>
              <a:buFont typeface="Arial"/>
              <a:buNone/>
            </a:pPr>
            <a:r>
              <a:rPr b="1" i="0" lang="en-US" sz="3200" u="none" cap="none" strike="noStrike">
                <a:solidFill>
                  <a:schemeClr val="accent1"/>
                </a:solidFill>
                <a:latin typeface="Arial"/>
                <a:ea typeface="Arial"/>
                <a:cs typeface="Arial"/>
                <a:sym typeface="Arial"/>
              </a:rPr>
              <a:t>2. Birth order theory</a:t>
            </a:r>
            <a:endParaRPr b="1" i="0" sz="3200" u="none" cap="none" strike="noStrike">
              <a:solidFill>
                <a:schemeClr val="accent1"/>
              </a:solidFill>
              <a:latin typeface="Arial"/>
              <a:ea typeface="Arial"/>
              <a:cs typeface="Arial"/>
              <a:sym typeface="Arial"/>
            </a:endParaRPr>
          </a:p>
        </p:txBody>
      </p:sp>
      <p:sp>
        <p:nvSpPr>
          <p:cNvPr id="615" name="Google Shape;615;p11"/>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13</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2"/>
          <p:cNvSpPr txBox="1"/>
          <p:nvPr/>
        </p:nvSpPr>
        <p:spPr>
          <a:xfrm>
            <a:off x="3344750" y="2204864"/>
            <a:ext cx="8712968" cy="152349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r>
              <a:rPr b="1" i="1" lang="en-US" sz="2400" u="none" cap="none" strike="noStrike">
                <a:solidFill>
                  <a:srgbClr val="000000"/>
                </a:solidFill>
                <a:latin typeface="Calibri"/>
                <a:ea typeface="Calibri"/>
                <a:cs typeface="Calibri"/>
                <a:sym typeface="Calibri"/>
              </a:rPr>
              <a:t>Birth order is the chronological order of sibling births in a family.</a:t>
            </a:r>
            <a:r>
              <a:rPr b="0" i="0" lang="en-US" sz="2400" u="none" cap="none" strike="noStrike">
                <a:solidFill>
                  <a:srgbClr val="00000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r">
              <a:lnSpc>
                <a:spcPct val="15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http://www.healthofchildren.com/B/Birth-Order.html#ixzz6YDMtagxS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621" name="Google Shape;621;p12"/>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14</a:t>
            </a:r>
            <a:endParaRPr b="1" i="0" sz="1800" u="none" cap="none" strike="noStrike">
              <a:solidFill>
                <a:srgbClr val="000000"/>
              </a:solidFill>
              <a:latin typeface="Arial"/>
              <a:ea typeface="Arial"/>
              <a:cs typeface="Arial"/>
              <a:sym typeface="Arial"/>
            </a:endParaRPr>
          </a:p>
        </p:txBody>
      </p:sp>
      <p:sp>
        <p:nvSpPr>
          <p:cNvPr id="622" name="Google Shape;622;p12"/>
          <p:cNvSpPr txBox="1"/>
          <p:nvPr/>
        </p:nvSpPr>
        <p:spPr>
          <a:xfrm>
            <a:off x="4871864" y="3645024"/>
            <a:ext cx="7056784" cy="25237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Rounded"/>
              <a:buNone/>
            </a:pPr>
            <a:r>
              <a:rPr b="1" i="0" lang="en-US" sz="2000" u="none" cap="none" strike="noStrike">
                <a:solidFill>
                  <a:srgbClr val="000000"/>
                </a:solidFill>
                <a:latin typeface="Arial Rounded"/>
                <a:ea typeface="Arial Rounded"/>
                <a:cs typeface="Arial Rounded"/>
                <a:sym typeface="Arial Rounded"/>
              </a:rPr>
              <a:t>The theory about birth order is that depending on your birth placement, your birth order, there seems to be a correlation between that and aspects of your personality. </a:t>
            </a:r>
            <a:endParaRPr b="1" i="0" sz="20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2000"/>
              <a:buFont typeface="Arial Rounded"/>
              <a:buNone/>
            </a:pPr>
            <a:r>
              <a:rPr b="1" i="0" lang="en-US" sz="2000" u="none" cap="none" strike="noStrike">
                <a:solidFill>
                  <a:srgbClr val="000000"/>
                </a:solidFill>
                <a:latin typeface="Arial Rounded"/>
                <a:ea typeface="Arial Rounded"/>
                <a:cs typeface="Arial Rounded"/>
                <a:sym typeface="Arial Rounded"/>
              </a:rPr>
              <a:t>It is the idea that the order in which we’re born into a family affects our individual personalities.</a:t>
            </a:r>
            <a:endParaRPr b="1" i="0" sz="2000" u="none" cap="none" strike="noStrike">
              <a:solidFill>
                <a:srgbClr val="000000"/>
              </a:solidFill>
              <a:latin typeface="Arial Rounded"/>
              <a:ea typeface="Arial Rounded"/>
              <a:cs typeface="Arial Rounded"/>
              <a:sym typeface="Arial Rounded"/>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birth-order-min-760x498.jpg" id="623" name="Google Shape;623;p12"/>
          <p:cNvPicPr preferRelativeResize="0"/>
          <p:nvPr/>
        </p:nvPicPr>
        <p:blipFill rotWithShape="1">
          <a:blip r:embed="rId3">
            <a:alphaModFix/>
          </a:blip>
          <a:srcRect b="0" l="0" r="0" t="0"/>
          <a:stretch/>
        </p:blipFill>
        <p:spPr>
          <a:xfrm>
            <a:off x="8235898" y="-243408"/>
            <a:ext cx="3956102" cy="2592288"/>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3"/>
          <p:cNvSpPr txBox="1"/>
          <p:nvPr/>
        </p:nvSpPr>
        <p:spPr>
          <a:xfrm>
            <a:off x="4439816" y="235148"/>
            <a:ext cx="7632849"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Calibri"/>
              <a:buNone/>
            </a:pPr>
            <a:r>
              <a:rPr b="1" i="0" lang="en-US" sz="5000" u="none" cap="none" strike="noStrike">
                <a:solidFill>
                  <a:srgbClr val="000000"/>
                </a:solidFill>
                <a:latin typeface="Calibri"/>
                <a:ea typeface="Calibri"/>
                <a:cs typeface="Calibri"/>
                <a:sym typeface="Calibri"/>
              </a:rPr>
              <a:t>The Birth Order Theory</a:t>
            </a:r>
            <a:endParaRPr b="1" i="0" sz="5000" u="none" cap="none" strike="noStrike">
              <a:solidFill>
                <a:srgbClr val="000000"/>
              </a:solidFill>
              <a:latin typeface="Calibri"/>
              <a:ea typeface="Calibri"/>
              <a:cs typeface="Calibri"/>
              <a:sym typeface="Calibri"/>
            </a:endParaRPr>
          </a:p>
        </p:txBody>
      </p:sp>
      <p:grpSp>
        <p:nvGrpSpPr>
          <p:cNvPr id="629" name="Google Shape;629;p13"/>
          <p:cNvGrpSpPr/>
          <p:nvPr/>
        </p:nvGrpSpPr>
        <p:grpSpPr>
          <a:xfrm>
            <a:off x="46277" y="2804337"/>
            <a:ext cx="3097395" cy="4009039"/>
            <a:chOff x="4301450" y="1345460"/>
            <a:chExt cx="3706131" cy="4352482"/>
          </a:xfrm>
        </p:grpSpPr>
        <p:sp>
          <p:nvSpPr>
            <p:cNvPr id="630" name="Google Shape;630;p13"/>
            <p:cNvSpPr/>
            <p:nvPr/>
          </p:nvSpPr>
          <p:spPr>
            <a:xfrm>
              <a:off x="5237576" y="2150644"/>
              <a:ext cx="1805748" cy="3547298"/>
            </a:xfrm>
            <a:custGeom>
              <a:rect b="b" l="l" r="r" t="t"/>
              <a:pathLst>
                <a:path extrusionOk="0" h="4055" w="2130">
                  <a:moveTo>
                    <a:pt x="504" y="2850"/>
                  </a:moveTo>
                  <a:cubicBezTo>
                    <a:pt x="504" y="2736"/>
                    <a:pt x="507" y="2621"/>
                    <a:pt x="503" y="2507"/>
                  </a:cubicBezTo>
                  <a:cubicBezTo>
                    <a:pt x="500" y="2424"/>
                    <a:pt x="485" y="2343"/>
                    <a:pt x="457" y="2264"/>
                  </a:cubicBezTo>
                  <a:cubicBezTo>
                    <a:pt x="434" y="2200"/>
                    <a:pt x="414" y="2134"/>
                    <a:pt x="387" y="2072"/>
                  </a:cubicBezTo>
                  <a:cubicBezTo>
                    <a:pt x="355" y="2000"/>
                    <a:pt x="316" y="1930"/>
                    <a:pt x="280" y="1860"/>
                  </a:cubicBezTo>
                  <a:cubicBezTo>
                    <a:pt x="244" y="1791"/>
                    <a:pt x="206" y="1724"/>
                    <a:pt x="172" y="1655"/>
                  </a:cubicBezTo>
                  <a:cubicBezTo>
                    <a:pt x="140" y="1590"/>
                    <a:pt x="110" y="1524"/>
                    <a:pt x="84" y="1457"/>
                  </a:cubicBezTo>
                  <a:cubicBezTo>
                    <a:pt x="63" y="1403"/>
                    <a:pt x="49" y="1347"/>
                    <a:pt x="35" y="1291"/>
                  </a:cubicBezTo>
                  <a:cubicBezTo>
                    <a:pt x="13" y="1200"/>
                    <a:pt x="0" y="1107"/>
                    <a:pt x="4" y="1012"/>
                  </a:cubicBezTo>
                  <a:cubicBezTo>
                    <a:pt x="7" y="949"/>
                    <a:pt x="14" y="886"/>
                    <a:pt x="24" y="824"/>
                  </a:cubicBezTo>
                  <a:cubicBezTo>
                    <a:pt x="33" y="775"/>
                    <a:pt x="49" y="728"/>
                    <a:pt x="63" y="680"/>
                  </a:cubicBezTo>
                  <a:cubicBezTo>
                    <a:pt x="67" y="668"/>
                    <a:pt x="78" y="659"/>
                    <a:pt x="81" y="647"/>
                  </a:cubicBezTo>
                  <a:cubicBezTo>
                    <a:pt x="103" y="575"/>
                    <a:pt x="138" y="509"/>
                    <a:pt x="179" y="447"/>
                  </a:cubicBezTo>
                  <a:cubicBezTo>
                    <a:pt x="225" y="378"/>
                    <a:pt x="277" y="314"/>
                    <a:pt x="341" y="262"/>
                  </a:cubicBezTo>
                  <a:cubicBezTo>
                    <a:pt x="389" y="222"/>
                    <a:pt x="439" y="184"/>
                    <a:pt x="492" y="152"/>
                  </a:cubicBezTo>
                  <a:cubicBezTo>
                    <a:pt x="538" y="123"/>
                    <a:pt x="589" y="101"/>
                    <a:pt x="640" y="80"/>
                  </a:cubicBezTo>
                  <a:cubicBezTo>
                    <a:pt x="720" y="48"/>
                    <a:pt x="803" y="29"/>
                    <a:pt x="888" y="17"/>
                  </a:cubicBezTo>
                  <a:cubicBezTo>
                    <a:pt x="998" y="0"/>
                    <a:pt x="1109" y="4"/>
                    <a:pt x="1219" y="12"/>
                  </a:cubicBezTo>
                  <a:cubicBezTo>
                    <a:pt x="1290" y="17"/>
                    <a:pt x="1361" y="32"/>
                    <a:pt x="1430" y="51"/>
                  </a:cubicBezTo>
                  <a:cubicBezTo>
                    <a:pt x="1537" y="80"/>
                    <a:pt x="1637" y="125"/>
                    <a:pt x="1728" y="189"/>
                  </a:cubicBezTo>
                  <a:cubicBezTo>
                    <a:pt x="1814" y="249"/>
                    <a:pt x="1886" y="322"/>
                    <a:pt x="1945" y="408"/>
                  </a:cubicBezTo>
                  <a:cubicBezTo>
                    <a:pt x="1991" y="475"/>
                    <a:pt x="2028" y="548"/>
                    <a:pt x="2056" y="625"/>
                  </a:cubicBezTo>
                  <a:cubicBezTo>
                    <a:pt x="2088" y="715"/>
                    <a:pt x="2105" y="807"/>
                    <a:pt x="2117" y="901"/>
                  </a:cubicBezTo>
                  <a:cubicBezTo>
                    <a:pt x="2130" y="1002"/>
                    <a:pt x="2121" y="1102"/>
                    <a:pt x="2104" y="1201"/>
                  </a:cubicBezTo>
                  <a:cubicBezTo>
                    <a:pt x="2093" y="1262"/>
                    <a:pt x="2075" y="1322"/>
                    <a:pt x="2053" y="1379"/>
                  </a:cubicBezTo>
                  <a:cubicBezTo>
                    <a:pt x="2021" y="1459"/>
                    <a:pt x="1986" y="1539"/>
                    <a:pt x="1946" y="1616"/>
                  </a:cubicBezTo>
                  <a:cubicBezTo>
                    <a:pt x="1907" y="1691"/>
                    <a:pt x="1860" y="1762"/>
                    <a:pt x="1818" y="1835"/>
                  </a:cubicBezTo>
                  <a:cubicBezTo>
                    <a:pt x="1779" y="1903"/>
                    <a:pt x="1738" y="1969"/>
                    <a:pt x="1702" y="2039"/>
                  </a:cubicBezTo>
                  <a:cubicBezTo>
                    <a:pt x="1675" y="2091"/>
                    <a:pt x="1653" y="2146"/>
                    <a:pt x="1633" y="2201"/>
                  </a:cubicBezTo>
                  <a:cubicBezTo>
                    <a:pt x="1613" y="2258"/>
                    <a:pt x="1595" y="2317"/>
                    <a:pt x="1582" y="2376"/>
                  </a:cubicBezTo>
                  <a:cubicBezTo>
                    <a:pt x="1572" y="2424"/>
                    <a:pt x="1567" y="2473"/>
                    <a:pt x="1567" y="2521"/>
                  </a:cubicBezTo>
                  <a:cubicBezTo>
                    <a:pt x="1566" y="2739"/>
                    <a:pt x="1565" y="2957"/>
                    <a:pt x="1567" y="3175"/>
                  </a:cubicBezTo>
                  <a:cubicBezTo>
                    <a:pt x="1568" y="3220"/>
                    <a:pt x="1552" y="3256"/>
                    <a:pt x="1529" y="3292"/>
                  </a:cubicBezTo>
                  <a:cubicBezTo>
                    <a:pt x="1498" y="3341"/>
                    <a:pt x="1467" y="3392"/>
                    <a:pt x="1436" y="3442"/>
                  </a:cubicBezTo>
                  <a:cubicBezTo>
                    <a:pt x="1407" y="3490"/>
                    <a:pt x="1377" y="3537"/>
                    <a:pt x="1347" y="3585"/>
                  </a:cubicBezTo>
                  <a:cubicBezTo>
                    <a:pt x="1291" y="3676"/>
                    <a:pt x="1235" y="3768"/>
                    <a:pt x="1179" y="3859"/>
                  </a:cubicBezTo>
                  <a:cubicBezTo>
                    <a:pt x="1146" y="3911"/>
                    <a:pt x="1113" y="3963"/>
                    <a:pt x="1081" y="4015"/>
                  </a:cubicBezTo>
                  <a:cubicBezTo>
                    <a:pt x="1057" y="4054"/>
                    <a:pt x="1003" y="4055"/>
                    <a:pt x="979" y="4016"/>
                  </a:cubicBezTo>
                  <a:cubicBezTo>
                    <a:pt x="927" y="3930"/>
                    <a:pt x="876" y="3844"/>
                    <a:pt x="823" y="3758"/>
                  </a:cubicBezTo>
                  <a:cubicBezTo>
                    <a:pt x="781" y="3687"/>
                    <a:pt x="737" y="3617"/>
                    <a:pt x="694" y="3546"/>
                  </a:cubicBezTo>
                  <a:cubicBezTo>
                    <a:pt x="658" y="3486"/>
                    <a:pt x="623" y="3425"/>
                    <a:pt x="586" y="3365"/>
                  </a:cubicBezTo>
                  <a:cubicBezTo>
                    <a:pt x="564" y="3328"/>
                    <a:pt x="539" y="3292"/>
                    <a:pt x="519" y="3253"/>
                  </a:cubicBezTo>
                  <a:cubicBezTo>
                    <a:pt x="510" y="3237"/>
                    <a:pt x="506" y="3217"/>
                    <a:pt x="505" y="3198"/>
                  </a:cubicBezTo>
                  <a:cubicBezTo>
                    <a:pt x="504" y="3082"/>
                    <a:pt x="505" y="2966"/>
                    <a:pt x="505" y="2850"/>
                  </a:cubicBezTo>
                  <a:cubicBezTo>
                    <a:pt x="505" y="2850"/>
                    <a:pt x="504" y="2850"/>
                    <a:pt x="504" y="2850"/>
                  </a:cubicBezTo>
                  <a:close/>
                  <a:moveTo>
                    <a:pt x="1035" y="2418"/>
                  </a:moveTo>
                  <a:cubicBezTo>
                    <a:pt x="1156" y="2418"/>
                    <a:pt x="1278" y="2418"/>
                    <a:pt x="1399" y="2418"/>
                  </a:cubicBezTo>
                  <a:cubicBezTo>
                    <a:pt x="1432" y="2418"/>
                    <a:pt x="1433" y="2417"/>
                    <a:pt x="1434" y="2385"/>
                  </a:cubicBezTo>
                  <a:cubicBezTo>
                    <a:pt x="1435" y="2305"/>
                    <a:pt x="1453" y="2228"/>
                    <a:pt x="1482" y="2155"/>
                  </a:cubicBezTo>
                  <a:cubicBezTo>
                    <a:pt x="1507" y="2091"/>
                    <a:pt x="1537" y="2028"/>
                    <a:pt x="1571" y="1968"/>
                  </a:cubicBezTo>
                  <a:cubicBezTo>
                    <a:pt x="1624" y="1871"/>
                    <a:pt x="1682" y="1778"/>
                    <a:pt x="1737" y="1682"/>
                  </a:cubicBezTo>
                  <a:cubicBezTo>
                    <a:pt x="1773" y="1619"/>
                    <a:pt x="1811" y="1557"/>
                    <a:pt x="1843" y="1492"/>
                  </a:cubicBezTo>
                  <a:cubicBezTo>
                    <a:pt x="1870" y="1439"/>
                    <a:pt x="1892" y="1383"/>
                    <a:pt x="1915" y="1328"/>
                  </a:cubicBezTo>
                  <a:cubicBezTo>
                    <a:pt x="1943" y="1261"/>
                    <a:pt x="1961" y="1190"/>
                    <a:pt x="1969" y="1118"/>
                  </a:cubicBezTo>
                  <a:cubicBezTo>
                    <a:pt x="1984" y="962"/>
                    <a:pt x="1972" y="809"/>
                    <a:pt x="1914" y="661"/>
                  </a:cubicBezTo>
                  <a:cubicBezTo>
                    <a:pt x="1883" y="582"/>
                    <a:pt x="1842" y="509"/>
                    <a:pt x="1788" y="444"/>
                  </a:cubicBezTo>
                  <a:cubicBezTo>
                    <a:pt x="1725" y="367"/>
                    <a:pt x="1648" y="306"/>
                    <a:pt x="1559" y="260"/>
                  </a:cubicBezTo>
                  <a:cubicBezTo>
                    <a:pt x="1478" y="217"/>
                    <a:pt x="1392" y="189"/>
                    <a:pt x="1302" y="172"/>
                  </a:cubicBezTo>
                  <a:cubicBezTo>
                    <a:pt x="1215" y="156"/>
                    <a:pt x="1127" y="150"/>
                    <a:pt x="1038" y="151"/>
                  </a:cubicBezTo>
                  <a:cubicBezTo>
                    <a:pt x="928" y="154"/>
                    <a:pt x="821" y="171"/>
                    <a:pt x="719" y="208"/>
                  </a:cubicBezTo>
                  <a:cubicBezTo>
                    <a:pt x="633" y="239"/>
                    <a:pt x="554" y="282"/>
                    <a:pt x="482" y="339"/>
                  </a:cubicBezTo>
                  <a:cubicBezTo>
                    <a:pt x="379" y="418"/>
                    <a:pt x="301" y="517"/>
                    <a:pt x="244" y="633"/>
                  </a:cubicBezTo>
                  <a:cubicBezTo>
                    <a:pt x="213" y="696"/>
                    <a:pt x="191" y="762"/>
                    <a:pt x="175" y="831"/>
                  </a:cubicBezTo>
                  <a:cubicBezTo>
                    <a:pt x="158" y="898"/>
                    <a:pt x="152" y="966"/>
                    <a:pt x="152" y="1033"/>
                  </a:cubicBezTo>
                  <a:cubicBezTo>
                    <a:pt x="152" y="1130"/>
                    <a:pt x="163" y="1226"/>
                    <a:pt x="195" y="1318"/>
                  </a:cubicBezTo>
                  <a:cubicBezTo>
                    <a:pt x="212" y="1367"/>
                    <a:pt x="225" y="1419"/>
                    <a:pt x="247" y="1466"/>
                  </a:cubicBezTo>
                  <a:cubicBezTo>
                    <a:pt x="281" y="1545"/>
                    <a:pt x="320" y="1622"/>
                    <a:pt x="359" y="1698"/>
                  </a:cubicBezTo>
                  <a:cubicBezTo>
                    <a:pt x="398" y="1772"/>
                    <a:pt x="440" y="1844"/>
                    <a:pt x="480" y="1917"/>
                  </a:cubicBezTo>
                  <a:cubicBezTo>
                    <a:pt x="525" y="1998"/>
                    <a:pt x="564" y="2082"/>
                    <a:pt x="594" y="2171"/>
                  </a:cubicBezTo>
                  <a:cubicBezTo>
                    <a:pt x="619" y="2242"/>
                    <a:pt x="634" y="2314"/>
                    <a:pt x="638" y="2389"/>
                  </a:cubicBezTo>
                  <a:cubicBezTo>
                    <a:pt x="639" y="2415"/>
                    <a:pt x="642" y="2418"/>
                    <a:pt x="669" y="2418"/>
                  </a:cubicBezTo>
                  <a:cubicBezTo>
                    <a:pt x="791" y="2418"/>
                    <a:pt x="913" y="2418"/>
                    <a:pt x="1035" y="2418"/>
                  </a:cubicBezTo>
                  <a:close/>
                  <a:moveTo>
                    <a:pt x="1036" y="3269"/>
                  </a:moveTo>
                  <a:cubicBezTo>
                    <a:pt x="1036" y="3269"/>
                    <a:pt x="1036" y="3269"/>
                    <a:pt x="1036" y="3269"/>
                  </a:cubicBezTo>
                  <a:cubicBezTo>
                    <a:pt x="921" y="3269"/>
                    <a:pt x="805" y="3269"/>
                    <a:pt x="690" y="3270"/>
                  </a:cubicBezTo>
                  <a:cubicBezTo>
                    <a:pt x="684" y="3270"/>
                    <a:pt x="677" y="3274"/>
                    <a:pt x="671" y="3276"/>
                  </a:cubicBezTo>
                  <a:cubicBezTo>
                    <a:pt x="673" y="3282"/>
                    <a:pt x="674" y="3288"/>
                    <a:pt x="677" y="3294"/>
                  </a:cubicBezTo>
                  <a:cubicBezTo>
                    <a:pt x="689" y="3314"/>
                    <a:pt x="702" y="3335"/>
                    <a:pt x="714" y="3355"/>
                  </a:cubicBezTo>
                  <a:cubicBezTo>
                    <a:pt x="765" y="3441"/>
                    <a:pt x="817" y="3526"/>
                    <a:pt x="869" y="3612"/>
                  </a:cubicBezTo>
                  <a:cubicBezTo>
                    <a:pt x="876" y="3624"/>
                    <a:pt x="885" y="3629"/>
                    <a:pt x="900" y="3629"/>
                  </a:cubicBezTo>
                  <a:cubicBezTo>
                    <a:pt x="988" y="3629"/>
                    <a:pt x="1076" y="3629"/>
                    <a:pt x="1164" y="3629"/>
                  </a:cubicBezTo>
                  <a:cubicBezTo>
                    <a:pt x="1178" y="3629"/>
                    <a:pt x="1187" y="3625"/>
                    <a:pt x="1195" y="3612"/>
                  </a:cubicBezTo>
                  <a:cubicBezTo>
                    <a:pt x="1223" y="3567"/>
                    <a:pt x="1251" y="3521"/>
                    <a:pt x="1280" y="3476"/>
                  </a:cubicBezTo>
                  <a:cubicBezTo>
                    <a:pt x="1317" y="3416"/>
                    <a:pt x="1354" y="3357"/>
                    <a:pt x="1390" y="3297"/>
                  </a:cubicBezTo>
                  <a:cubicBezTo>
                    <a:pt x="1394" y="3290"/>
                    <a:pt x="1396" y="3282"/>
                    <a:pt x="1398" y="3274"/>
                  </a:cubicBezTo>
                  <a:cubicBezTo>
                    <a:pt x="1391" y="3272"/>
                    <a:pt x="1383" y="3269"/>
                    <a:pt x="1376" y="3269"/>
                  </a:cubicBezTo>
                  <a:cubicBezTo>
                    <a:pt x="1263" y="3269"/>
                    <a:pt x="1149" y="3269"/>
                    <a:pt x="1036" y="3269"/>
                  </a:cubicBezTo>
                  <a:close/>
                  <a:moveTo>
                    <a:pt x="1433" y="2860"/>
                  </a:moveTo>
                  <a:cubicBezTo>
                    <a:pt x="1433" y="2771"/>
                    <a:pt x="1433" y="2682"/>
                    <a:pt x="1434" y="2592"/>
                  </a:cubicBezTo>
                  <a:cubicBezTo>
                    <a:pt x="1434" y="2573"/>
                    <a:pt x="1429" y="2565"/>
                    <a:pt x="1408" y="2565"/>
                  </a:cubicBezTo>
                  <a:cubicBezTo>
                    <a:pt x="1362" y="2567"/>
                    <a:pt x="1316" y="2566"/>
                    <a:pt x="1270" y="2566"/>
                  </a:cubicBezTo>
                  <a:cubicBezTo>
                    <a:pt x="1252" y="2565"/>
                    <a:pt x="1245" y="2571"/>
                    <a:pt x="1245" y="2589"/>
                  </a:cubicBezTo>
                  <a:cubicBezTo>
                    <a:pt x="1245" y="2770"/>
                    <a:pt x="1245" y="2950"/>
                    <a:pt x="1245" y="3131"/>
                  </a:cubicBezTo>
                  <a:cubicBezTo>
                    <a:pt x="1245" y="3149"/>
                    <a:pt x="1252" y="3157"/>
                    <a:pt x="1271" y="3157"/>
                  </a:cubicBezTo>
                  <a:cubicBezTo>
                    <a:pt x="1315" y="3156"/>
                    <a:pt x="1359" y="3157"/>
                    <a:pt x="1403" y="3157"/>
                  </a:cubicBezTo>
                  <a:cubicBezTo>
                    <a:pt x="1431" y="3157"/>
                    <a:pt x="1433" y="3154"/>
                    <a:pt x="1433" y="3126"/>
                  </a:cubicBezTo>
                  <a:cubicBezTo>
                    <a:pt x="1434" y="3037"/>
                    <a:pt x="1433" y="2949"/>
                    <a:pt x="1433" y="2860"/>
                  </a:cubicBezTo>
                  <a:close/>
                  <a:moveTo>
                    <a:pt x="810" y="2861"/>
                  </a:moveTo>
                  <a:cubicBezTo>
                    <a:pt x="810" y="2770"/>
                    <a:pt x="810" y="2680"/>
                    <a:pt x="810" y="2589"/>
                  </a:cubicBezTo>
                  <a:cubicBezTo>
                    <a:pt x="810" y="2572"/>
                    <a:pt x="806" y="2565"/>
                    <a:pt x="788" y="2566"/>
                  </a:cubicBezTo>
                  <a:cubicBezTo>
                    <a:pt x="746" y="2567"/>
                    <a:pt x="704" y="2566"/>
                    <a:pt x="662" y="2566"/>
                  </a:cubicBezTo>
                  <a:cubicBezTo>
                    <a:pt x="645" y="2565"/>
                    <a:pt x="638" y="2571"/>
                    <a:pt x="638" y="2589"/>
                  </a:cubicBezTo>
                  <a:cubicBezTo>
                    <a:pt x="638" y="2770"/>
                    <a:pt x="638" y="2951"/>
                    <a:pt x="638" y="3133"/>
                  </a:cubicBezTo>
                  <a:cubicBezTo>
                    <a:pt x="638" y="3151"/>
                    <a:pt x="646" y="3157"/>
                    <a:pt x="663" y="3157"/>
                  </a:cubicBezTo>
                  <a:cubicBezTo>
                    <a:pt x="701" y="3156"/>
                    <a:pt x="739" y="3157"/>
                    <a:pt x="777" y="3157"/>
                  </a:cubicBezTo>
                  <a:cubicBezTo>
                    <a:pt x="810" y="3157"/>
                    <a:pt x="810" y="3157"/>
                    <a:pt x="810" y="3125"/>
                  </a:cubicBezTo>
                  <a:cubicBezTo>
                    <a:pt x="810" y="3037"/>
                    <a:pt x="810" y="2949"/>
                    <a:pt x="810" y="2861"/>
                  </a:cubicBezTo>
                  <a:close/>
                  <a:moveTo>
                    <a:pt x="945" y="2861"/>
                  </a:moveTo>
                  <a:cubicBezTo>
                    <a:pt x="945" y="2951"/>
                    <a:pt x="945" y="3041"/>
                    <a:pt x="946" y="3131"/>
                  </a:cubicBezTo>
                  <a:cubicBezTo>
                    <a:pt x="946" y="3155"/>
                    <a:pt x="947" y="3156"/>
                    <a:pt x="972" y="3157"/>
                  </a:cubicBezTo>
                  <a:cubicBezTo>
                    <a:pt x="1008" y="3157"/>
                    <a:pt x="1044" y="3157"/>
                    <a:pt x="1080" y="3157"/>
                  </a:cubicBezTo>
                  <a:cubicBezTo>
                    <a:pt x="1107" y="3157"/>
                    <a:pt x="1110" y="3154"/>
                    <a:pt x="1110" y="3126"/>
                  </a:cubicBezTo>
                  <a:cubicBezTo>
                    <a:pt x="1111" y="3063"/>
                    <a:pt x="1111" y="3000"/>
                    <a:pt x="1111" y="2938"/>
                  </a:cubicBezTo>
                  <a:cubicBezTo>
                    <a:pt x="1111" y="2824"/>
                    <a:pt x="1111" y="2710"/>
                    <a:pt x="1111" y="2596"/>
                  </a:cubicBezTo>
                  <a:cubicBezTo>
                    <a:pt x="1110" y="2567"/>
                    <a:pt x="1109" y="2566"/>
                    <a:pt x="1080" y="2566"/>
                  </a:cubicBezTo>
                  <a:cubicBezTo>
                    <a:pt x="1043" y="2566"/>
                    <a:pt x="1007" y="2567"/>
                    <a:pt x="970" y="2565"/>
                  </a:cubicBezTo>
                  <a:cubicBezTo>
                    <a:pt x="950" y="2565"/>
                    <a:pt x="945" y="2572"/>
                    <a:pt x="945" y="2591"/>
                  </a:cubicBezTo>
                  <a:cubicBezTo>
                    <a:pt x="946" y="2681"/>
                    <a:pt x="945" y="2771"/>
                    <a:pt x="945" y="2861"/>
                  </a:cubicBezTo>
                  <a:close/>
                  <a:moveTo>
                    <a:pt x="1031" y="3741"/>
                  </a:moveTo>
                  <a:cubicBezTo>
                    <a:pt x="1011" y="3741"/>
                    <a:pt x="990" y="3741"/>
                    <a:pt x="970" y="3741"/>
                  </a:cubicBezTo>
                  <a:cubicBezTo>
                    <a:pt x="960" y="3742"/>
                    <a:pt x="950" y="3745"/>
                    <a:pt x="956" y="3757"/>
                  </a:cubicBezTo>
                  <a:cubicBezTo>
                    <a:pt x="977" y="3792"/>
                    <a:pt x="999" y="3827"/>
                    <a:pt x="1020" y="3861"/>
                  </a:cubicBezTo>
                  <a:cubicBezTo>
                    <a:pt x="1028" y="3873"/>
                    <a:pt x="1036" y="3870"/>
                    <a:pt x="1042" y="3860"/>
                  </a:cubicBezTo>
                  <a:cubicBezTo>
                    <a:pt x="1062" y="3829"/>
                    <a:pt x="1082" y="3797"/>
                    <a:pt x="1101" y="3764"/>
                  </a:cubicBezTo>
                  <a:cubicBezTo>
                    <a:pt x="1110" y="3750"/>
                    <a:pt x="1106" y="3742"/>
                    <a:pt x="1089" y="3741"/>
                  </a:cubicBezTo>
                  <a:cubicBezTo>
                    <a:pt x="1070" y="3741"/>
                    <a:pt x="1051" y="3741"/>
                    <a:pt x="1031" y="3741"/>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1" name="Google Shape;631;p13"/>
            <p:cNvSpPr/>
            <p:nvPr/>
          </p:nvSpPr>
          <p:spPr>
            <a:xfrm>
              <a:off x="4656973" y="3858847"/>
              <a:ext cx="519218" cy="458782"/>
            </a:xfrm>
            <a:custGeom>
              <a:rect b="b" l="l" r="r" t="t"/>
              <a:pathLst>
                <a:path extrusionOk="0" h="525" w="613">
                  <a:moveTo>
                    <a:pt x="529" y="5"/>
                  </a:moveTo>
                  <a:cubicBezTo>
                    <a:pt x="565" y="2"/>
                    <a:pt x="593" y="29"/>
                    <a:pt x="604" y="62"/>
                  </a:cubicBezTo>
                  <a:cubicBezTo>
                    <a:pt x="613" y="88"/>
                    <a:pt x="598" y="125"/>
                    <a:pt x="574" y="144"/>
                  </a:cubicBezTo>
                  <a:cubicBezTo>
                    <a:pt x="513" y="193"/>
                    <a:pt x="453" y="243"/>
                    <a:pt x="393" y="293"/>
                  </a:cubicBezTo>
                  <a:cubicBezTo>
                    <a:pt x="349" y="329"/>
                    <a:pt x="305" y="364"/>
                    <a:pt x="261" y="400"/>
                  </a:cubicBezTo>
                  <a:cubicBezTo>
                    <a:pt x="225" y="430"/>
                    <a:pt x="188" y="460"/>
                    <a:pt x="153" y="491"/>
                  </a:cubicBezTo>
                  <a:cubicBezTo>
                    <a:pt x="118" y="521"/>
                    <a:pt x="76" y="525"/>
                    <a:pt x="47" y="506"/>
                  </a:cubicBezTo>
                  <a:cubicBezTo>
                    <a:pt x="3" y="477"/>
                    <a:pt x="0" y="413"/>
                    <a:pt x="41" y="380"/>
                  </a:cubicBezTo>
                  <a:cubicBezTo>
                    <a:pt x="116" y="319"/>
                    <a:pt x="191" y="258"/>
                    <a:pt x="266" y="197"/>
                  </a:cubicBezTo>
                  <a:cubicBezTo>
                    <a:pt x="335" y="140"/>
                    <a:pt x="402" y="83"/>
                    <a:pt x="471" y="28"/>
                  </a:cubicBezTo>
                  <a:cubicBezTo>
                    <a:pt x="487" y="15"/>
                    <a:pt x="508" y="9"/>
                    <a:pt x="526" y="0"/>
                  </a:cubicBezTo>
                  <a:cubicBezTo>
                    <a:pt x="527" y="2"/>
                    <a:pt x="528" y="3"/>
                    <a:pt x="529" y="5"/>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2" name="Google Shape;632;p13"/>
            <p:cNvSpPr/>
            <p:nvPr/>
          </p:nvSpPr>
          <p:spPr>
            <a:xfrm>
              <a:off x="6759416" y="1345460"/>
              <a:ext cx="391331" cy="571164"/>
            </a:xfrm>
            <a:custGeom>
              <a:rect b="b" l="l" r="r" t="t"/>
              <a:pathLst>
                <a:path extrusionOk="0" h="652" w="461">
                  <a:moveTo>
                    <a:pt x="370" y="0"/>
                  </a:moveTo>
                  <a:cubicBezTo>
                    <a:pt x="426" y="2"/>
                    <a:pt x="461" y="55"/>
                    <a:pt x="437" y="106"/>
                  </a:cubicBezTo>
                  <a:cubicBezTo>
                    <a:pt x="422" y="140"/>
                    <a:pt x="402" y="172"/>
                    <a:pt x="384" y="204"/>
                  </a:cubicBezTo>
                  <a:cubicBezTo>
                    <a:pt x="353" y="260"/>
                    <a:pt x="321" y="315"/>
                    <a:pt x="289" y="371"/>
                  </a:cubicBezTo>
                  <a:cubicBezTo>
                    <a:pt x="253" y="433"/>
                    <a:pt x="217" y="494"/>
                    <a:pt x="180" y="556"/>
                  </a:cubicBezTo>
                  <a:cubicBezTo>
                    <a:pt x="167" y="578"/>
                    <a:pt x="156" y="601"/>
                    <a:pt x="139" y="621"/>
                  </a:cubicBezTo>
                  <a:cubicBezTo>
                    <a:pt x="116" y="649"/>
                    <a:pt x="75" y="652"/>
                    <a:pt x="41" y="632"/>
                  </a:cubicBezTo>
                  <a:cubicBezTo>
                    <a:pt x="15" y="617"/>
                    <a:pt x="0" y="578"/>
                    <a:pt x="11" y="547"/>
                  </a:cubicBezTo>
                  <a:cubicBezTo>
                    <a:pt x="19" y="526"/>
                    <a:pt x="30" y="507"/>
                    <a:pt x="41" y="488"/>
                  </a:cubicBezTo>
                  <a:cubicBezTo>
                    <a:pt x="79" y="421"/>
                    <a:pt x="117" y="354"/>
                    <a:pt x="156" y="287"/>
                  </a:cubicBezTo>
                  <a:cubicBezTo>
                    <a:pt x="192" y="224"/>
                    <a:pt x="229" y="162"/>
                    <a:pt x="265" y="100"/>
                  </a:cubicBezTo>
                  <a:cubicBezTo>
                    <a:pt x="277" y="78"/>
                    <a:pt x="289" y="56"/>
                    <a:pt x="303" y="35"/>
                  </a:cubicBezTo>
                  <a:cubicBezTo>
                    <a:pt x="320" y="9"/>
                    <a:pt x="339" y="0"/>
                    <a:pt x="370" y="0"/>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3" name="Google Shape;633;p13"/>
            <p:cNvSpPr/>
            <p:nvPr/>
          </p:nvSpPr>
          <p:spPr>
            <a:xfrm>
              <a:off x="5178747" y="1378514"/>
              <a:ext cx="370870" cy="576453"/>
            </a:xfrm>
            <a:custGeom>
              <a:rect b="b" l="l" r="r" t="t"/>
              <a:pathLst>
                <a:path extrusionOk="0" h="660" w="438">
                  <a:moveTo>
                    <a:pt x="81" y="4"/>
                  </a:moveTo>
                  <a:cubicBezTo>
                    <a:pt x="116" y="3"/>
                    <a:pt x="137" y="18"/>
                    <a:pt x="152" y="45"/>
                  </a:cubicBezTo>
                  <a:cubicBezTo>
                    <a:pt x="196" y="123"/>
                    <a:pt x="241" y="202"/>
                    <a:pt x="285" y="281"/>
                  </a:cubicBezTo>
                  <a:cubicBezTo>
                    <a:pt x="327" y="357"/>
                    <a:pt x="369" y="433"/>
                    <a:pt x="410" y="509"/>
                  </a:cubicBezTo>
                  <a:cubicBezTo>
                    <a:pt x="421" y="530"/>
                    <a:pt x="432" y="553"/>
                    <a:pt x="434" y="575"/>
                  </a:cubicBezTo>
                  <a:cubicBezTo>
                    <a:pt x="438" y="612"/>
                    <a:pt x="412" y="642"/>
                    <a:pt x="379" y="651"/>
                  </a:cubicBezTo>
                  <a:cubicBezTo>
                    <a:pt x="346" y="660"/>
                    <a:pt x="306" y="641"/>
                    <a:pt x="289" y="610"/>
                  </a:cubicBezTo>
                  <a:cubicBezTo>
                    <a:pt x="260" y="556"/>
                    <a:pt x="230" y="502"/>
                    <a:pt x="200" y="449"/>
                  </a:cubicBezTo>
                  <a:cubicBezTo>
                    <a:pt x="169" y="393"/>
                    <a:pt x="139" y="337"/>
                    <a:pt x="108" y="282"/>
                  </a:cubicBezTo>
                  <a:cubicBezTo>
                    <a:pt x="78" y="229"/>
                    <a:pt x="47" y="175"/>
                    <a:pt x="17" y="122"/>
                  </a:cubicBezTo>
                  <a:cubicBezTo>
                    <a:pt x="2" y="95"/>
                    <a:pt x="0" y="66"/>
                    <a:pt x="16" y="40"/>
                  </a:cubicBezTo>
                  <a:cubicBezTo>
                    <a:pt x="31" y="15"/>
                    <a:pt x="53" y="0"/>
                    <a:pt x="81" y="4"/>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4" name="Google Shape;634;p13"/>
            <p:cNvSpPr/>
            <p:nvPr/>
          </p:nvSpPr>
          <p:spPr>
            <a:xfrm>
              <a:off x="7114940" y="3801994"/>
              <a:ext cx="521774" cy="452171"/>
            </a:xfrm>
            <a:custGeom>
              <a:rect b="b" l="l" r="r" t="t"/>
              <a:pathLst>
                <a:path extrusionOk="0" h="516" w="618">
                  <a:moveTo>
                    <a:pt x="528" y="516"/>
                  </a:moveTo>
                  <a:cubicBezTo>
                    <a:pt x="511" y="508"/>
                    <a:pt x="493" y="504"/>
                    <a:pt x="479" y="493"/>
                  </a:cubicBezTo>
                  <a:cubicBezTo>
                    <a:pt x="397" y="430"/>
                    <a:pt x="315" y="366"/>
                    <a:pt x="233" y="302"/>
                  </a:cubicBezTo>
                  <a:cubicBezTo>
                    <a:pt x="179" y="259"/>
                    <a:pt x="125" y="216"/>
                    <a:pt x="70" y="172"/>
                  </a:cubicBezTo>
                  <a:cubicBezTo>
                    <a:pt x="55" y="160"/>
                    <a:pt x="39" y="149"/>
                    <a:pt x="27" y="136"/>
                  </a:cubicBezTo>
                  <a:cubicBezTo>
                    <a:pt x="0" y="106"/>
                    <a:pt x="1" y="60"/>
                    <a:pt x="28" y="31"/>
                  </a:cubicBezTo>
                  <a:cubicBezTo>
                    <a:pt x="54" y="4"/>
                    <a:pt x="100" y="0"/>
                    <a:pt x="131" y="24"/>
                  </a:cubicBezTo>
                  <a:cubicBezTo>
                    <a:pt x="190" y="70"/>
                    <a:pt x="249" y="117"/>
                    <a:pt x="308" y="163"/>
                  </a:cubicBezTo>
                  <a:cubicBezTo>
                    <a:pt x="378" y="217"/>
                    <a:pt x="449" y="272"/>
                    <a:pt x="519" y="327"/>
                  </a:cubicBezTo>
                  <a:cubicBezTo>
                    <a:pt x="540" y="343"/>
                    <a:pt x="560" y="361"/>
                    <a:pt x="581" y="377"/>
                  </a:cubicBezTo>
                  <a:cubicBezTo>
                    <a:pt x="613" y="403"/>
                    <a:pt x="618" y="463"/>
                    <a:pt x="580" y="495"/>
                  </a:cubicBezTo>
                  <a:cubicBezTo>
                    <a:pt x="566" y="506"/>
                    <a:pt x="547" y="509"/>
                    <a:pt x="528" y="516"/>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5" name="Google Shape;635;p13"/>
            <p:cNvSpPr/>
            <p:nvPr/>
          </p:nvSpPr>
          <p:spPr>
            <a:xfrm>
              <a:off x="7398845" y="2630579"/>
              <a:ext cx="608736" cy="239308"/>
            </a:xfrm>
            <a:custGeom>
              <a:rect b="b" l="l" r="r" t="t"/>
              <a:pathLst>
                <a:path extrusionOk="0" h="273" w="718">
                  <a:moveTo>
                    <a:pt x="717" y="86"/>
                  </a:moveTo>
                  <a:cubicBezTo>
                    <a:pt x="716" y="117"/>
                    <a:pt x="696" y="147"/>
                    <a:pt x="666" y="155"/>
                  </a:cubicBezTo>
                  <a:cubicBezTo>
                    <a:pt x="637" y="164"/>
                    <a:pt x="606" y="169"/>
                    <a:pt x="576" y="175"/>
                  </a:cubicBezTo>
                  <a:cubicBezTo>
                    <a:pt x="498" y="191"/>
                    <a:pt x="420" y="207"/>
                    <a:pt x="342" y="222"/>
                  </a:cubicBezTo>
                  <a:cubicBezTo>
                    <a:pt x="286" y="233"/>
                    <a:pt x="230" y="243"/>
                    <a:pt x="174" y="253"/>
                  </a:cubicBezTo>
                  <a:cubicBezTo>
                    <a:pt x="147" y="258"/>
                    <a:pt x="120" y="264"/>
                    <a:pt x="93" y="268"/>
                  </a:cubicBezTo>
                  <a:cubicBezTo>
                    <a:pt x="62" y="273"/>
                    <a:pt x="35" y="263"/>
                    <a:pt x="17" y="236"/>
                  </a:cubicBezTo>
                  <a:cubicBezTo>
                    <a:pt x="0" y="210"/>
                    <a:pt x="1" y="180"/>
                    <a:pt x="14" y="154"/>
                  </a:cubicBezTo>
                  <a:cubicBezTo>
                    <a:pt x="23" y="137"/>
                    <a:pt x="39" y="124"/>
                    <a:pt x="60" y="120"/>
                  </a:cubicBezTo>
                  <a:cubicBezTo>
                    <a:pt x="125" y="107"/>
                    <a:pt x="191" y="94"/>
                    <a:pt x="256" y="81"/>
                  </a:cubicBezTo>
                  <a:cubicBezTo>
                    <a:pt x="333" y="65"/>
                    <a:pt x="410" y="49"/>
                    <a:pt x="488" y="33"/>
                  </a:cubicBezTo>
                  <a:cubicBezTo>
                    <a:pt x="534" y="24"/>
                    <a:pt x="581" y="16"/>
                    <a:pt x="627" y="9"/>
                  </a:cubicBezTo>
                  <a:cubicBezTo>
                    <a:pt x="686" y="0"/>
                    <a:pt x="718" y="49"/>
                    <a:pt x="717" y="86"/>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6" name="Google Shape;636;p13"/>
            <p:cNvSpPr/>
            <p:nvPr/>
          </p:nvSpPr>
          <p:spPr>
            <a:xfrm>
              <a:off x="4301450" y="2692720"/>
              <a:ext cx="618968" cy="211542"/>
            </a:xfrm>
            <a:custGeom>
              <a:rect b="b" l="l" r="r" t="t"/>
              <a:pathLst>
                <a:path extrusionOk="0" h="242" w="728">
                  <a:moveTo>
                    <a:pt x="632" y="242"/>
                  </a:moveTo>
                  <a:cubicBezTo>
                    <a:pt x="605" y="238"/>
                    <a:pt x="568" y="232"/>
                    <a:pt x="531" y="226"/>
                  </a:cubicBezTo>
                  <a:cubicBezTo>
                    <a:pt x="509" y="223"/>
                    <a:pt x="487" y="218"/>
                    <a:pt x="466" y="215"/>
                  </a:cubicBezTo>
                  <a:cubicBezTo>
                    <a:pt x="410" y="207"/>
                    <a:pt x="354" y="200"/>
                    <a:pt x="298" y="192"/>
                  </a:cubicBezTo>
                  <a:cubicBezTo>
                    <a:pt x="220" y="180"/>
                    <a:pt x="142" y="167"/>
                    <a:pt x="64" y="154"/>
                  </a:cubicBezTo>
                  <a:cubicBezTo>
                    <a:pt x="37" y="149"/>
                    <a:pt x="9" y="118"/>
                    <a:pt x="4" y="88"/>
                  </a:cubicBezTo>
                  <a:cubicBezTo>
                    <a:pt x="0" y="59"/>
                    <a:pt x="18" y="22"/>
                    <a:pt x="46" y="11"/>
                  </a:cubicBezTo>
                  <a:cubicBezTo>
                    <a:pt x="62" y="4"/>
                    <a:pt x="81" y="0"/>
                    <a:pt x="98" y="2"/>
                  </a:cubicBezTo>
                  <a:cubicBezTo>
                    <a:pt x="181" y="14"/>
                    <a:pt x="263" y="27"/>
                    <a:pt x="346" y="40"/>
                  </a:cubicBezTo>
                  <a:cubicBezTo>
                    <a:pt x="415" y="51"/>
                    <a:pt x="484" y="63"/>
                    <a:pt x="553" y="74"/>
                  </a:cubicBezTo>
                  <a:cubicBezTo>
                    <a:pt x="586" y="80"/>
                    <a:pt x="620" y="85"/>
                    <a:pt x="654" y="89"/>
                  </a:cubicBezTo>
                  <a:cubicBezTo>
                    <a:pt x="707" y="97"/>
                    <a:pt x="728" y="145"/>
                    <a:pt x="716" y="190"/>
                  </a:cubicBezTo>
                  <a:cubicBezTo>
                    <a:pt x="707" y="222"/>
                    <a:pt x="679" y="242"/>
                    <a:pt x="632" y="242"/>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sp>
          <p:nvSpPr>
            <p:cNvPr id="637" name="Google Shape;637;p13"/>
            <p:cNvSpPr/>
            <p:nvPr/>
          </p:nvSpPr>
          <p:spPr>
            <a:xfrm>
              <a:off x="5613559" y="2597526"/>
              <a:ext cx="363196" cy="879223"/>
            </a:xfrm>
            <a:custGeom>
              <a:rect b="b" l="l" r="r" t="t"/>
              <a:pathLst>
                <a:path extrusionOk="0" h="1005" w="431">
                  <a:moveTo>
                    <a:pt x="0" y="579"/>
                  </a:moveTo>
                  <a:cubicBezTo>
                    <a:pt x="1" y="484"/>
                    <a:pt x="16" y="408"/>
                    <a:pt x="45" y="334"/>
                  </a:cubicBezTo>
                  <a:cubicBezTo>
                    <a:pt x="82" y="241"/>
                    <a:pt x="136" y="160"/>
                    <a:pt x="210" y="93"/>
                  </a:cubicBezTo>
                  <a:cubicBezTo>
                    <a:pt x="247" y="58"/>
                    <a:pt x="290" y="31"/>
                    <a:pt x="338" y="13"/>
                  </a:cubicBezTo>
                  <a:cubicBezTo>
                    <a:pt x="373" y="0"/>
                    <a:pt x="402" y="14"/>
                    <a:pt x="420" y="52"/>
                  </a:cubicBezTo>
                  <a:cubicBezTo>
                    <a:pt x="431" y="76"/>
                    <a:pt x="417" y="114"/>
                    <a:pt x="385" y="128"/>
                  </a:cubicBezTo>
                  <a:cubicBezTo>
                    <a:pt x="328" y="152"/>
                    <a:pt x="284" y="190"/>
                    <a:pt x="244" y="238"/>
                  </a:cubicBezTo>
                  <a:cubicBezTo>
                    <a:pt x="204" y="287"/>
                    <a:pt x="174" y="340"/>
                    <a:pt x="153" y="399"/>
                  </a:cubicBezTo>
                  <a:cubicBezTo>
                    <a:pt x="118" y="493"/>
                    <a:pt x="114" y="589"/>
                    <a:pt x="139" y="686"/>
                  </a:cubicBezTo>
                  <a:cubicBezTo>
                    <a:pt x="159" y="766"/>
                    <a:pt x="202" y="835"/>
                    <a:pt x="259" y="895"/>
                  </a:cubicBezTo>
                  <a:cubicBezTo>
                    <a:pt x="279" y="916"/>
                    <a:pt x="279" y="959"/>
                    <a:pt x="258" y="979"/>
                  </a:cubicBezTo>
                  <a:cubicBezTo>
                    <a:pt x="233" y="1004"/>
                    <a:pt x="192" y="1005"/>
                    <a:pt x="170" y="982"/>
                  </a:cubicBezTo>
                  <a:cubicBezTo>
                    <a:pt x="115" y="924"/>
                    <a:pt x="72" y="858"/>
                    <a:pt x="42" y="784"/>
                  </a:cubicBezTo>
                  <a:cubicBezTo>
                    <a:pt x="13" y="713"/>
                    <a:pt x="1" y="639"/>
                    <a:pt x="0" y="579"/>
                  </a:cubicBezTo>
                  <a:close/>
                </a:path>
              </a:pathLst>
            </a:custGeom>
            <a:solidFill>
              <a:srgbClr val="00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82F39"/>
                </a:solidFill>
                <a:latin typeface="Calibri"/>
                <a:ea typeface="Calibri"/>
                <a:cs typeface="Calibri"/>
                <a:sym typeface="Calibri"/>
              </a:endParaRPr>
            </a:p>
          </p:txBody>
        </p:sp>
      </p:grpSp>
      <p:sp>
        <p:nvSpPr>
          <p:cNvPr id="638" name="Google Shape;638;p13"/>
          <p:cNvSpPr/>
          <p:nvPr/>
        </p:nvSpPr>
        <p:spPr>
          <a:xfrm>
            <a:off x="5015881" y="1618377"/>
            <a:ext cx="6807820" cy="9525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39" name="Google Shape;639;p13"/>
          <p:cNvSpPr/>
          <p:nvPr/>
        </p:nvSpPr>
        <p:spPr>
          <a:xfrm>
            <a:off x="5015880" y="2755123"/>
            <a:ext cx="6807820" cy="10427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40" name="Google Shape;640;p13"/>
          <p:cNvSpPr/>
          <p:nvPr/>
        </p:nvSpPr>
        <p:spPr>
          <a:xfrm>
            <a:off x="5015881" y="3890054"/>
            <a:ext cx="6807819" cy="9525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41" name="Google Shape;641;p13"/>
          <p:cNvSpPr/>
          <p:nvPr/>
        </p:nvSpPr>
        <p:spPr>
          <a:xfrm>
            <a:off x="5015881" y="5052433"/>
            <a:ext cx="6807820" cy="95258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42" name="Google Shape;642;p13"/>
          <p:cNvSpPr txBox="1"/>
          <p:nvPr/>
        </p:nvSpPr>
        <p:spPr>
          <a:xfrm>
            <a:off x="5159896" y="1740725"/>
            <a:ext cx="78694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01</a:t>
            </a:r>
            <a:endParaRPr b="1" i="0" sz="4000" u="none" cap="none" strike="noStrike">
              <a:solidFill>
                <a:srgbClr val="FFFFFF"/>
              </a:solidFill>
              <a:latin typeface="Calibri"/>
              <a:ea typeface="Calibri"/>
              <a:cs typeface="Calibri"/>
              <a:sym typeface="Calibri"/>
            </a:endParaRPr>
          </a:p>
        </p:txBody>
      </p:sp>
      <p:sp>
        <p:nvSpPr>
          <p:cNvPr id="643" name="Google Shape;643;p13"/>
          <p:cNvSpPr txBox="1"/>
          <p:nvPr/>
        </p:nvSpPr>
        <p:spPr>
          <a:xfrm>
            <a:off x="5182642" y="2922546"/>
            <a:ext cx="78694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02</a:t>
            </a:r>
            <a:endParaRPr b="1" i="0" sz="4000" u="none" cap="none" strike="noStrike">
              <a:solidFill>
                <a:srgbClr val="FFFFFF"/>
              </a:solidFill>
              <a:latin typeface="Calibri"/>
              <a:ea typeface="Calibri"/>
              <a:cs typeface="Calibri"/>
              <a:sym typeface="Calibri"/>
            </a:endParaRPr>
          </a:p>
        </p:txBody>
      </p:sp>
      <p:sp>
        <p:nvSpPr>
          <p:cNvPr id="644" name="Google Shape;644;p13"/>
          <p:cNvSpPr txBox="1"/>
          <p:nvPr/>
        </p:nvSpPr>
        <p:spPr>
          <a:xfrm>
            <a:off x="5182642" y="4012402"/>
            <a:ext cx="78694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03</a:t>
            </a:r>
            <a:endParaRPr b="1" i="0" sz="4000" u="none" cap="none" strike="noStrike">
              <a:solidFill>
                <a:srgbClr val="FFFFFF"/>
              </a:solidFill>
              <a:latin typeface="Calibri"/>
              <a:ea typeface="Calibri"/>
              <a:cs typeface="Calibri"/>
              <a:sym typeface="Calibri"/>
            </a:endParaRPr>
          </a:p>
        </p:txBody>
      </p:sp>
      <p:sp>
        <p:nvSpPr>
          <p:cNvPr id="645" name="Google Shape;645;p13"/>
          <p:cNvSpPr txBox="1"/>
          <p:nvPr/>
        </p:nvSpPr>
        <p:spPr>
          <a:xfrm>
            <a:off x="5159895" y="5174781"/>
            <a:ext cx="786945"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04</a:t>
            </a:r>
            <a:endParaRPr b="1" i="0" sz="4000" u="none" cap="none" strike="noStrike">
              <a:solidFill>
                <a:srgbClr val="FFFFFF"/>
              </a:solidFill>
              <a:latin typeface="Calibri"/>
              <a:ea typeface="Calibri"/>
              <a:cs typeface="Calibri"/>
              <a:sym typeface="Calibri"/>
            </a:endParaRPr>
          </a:p>
        </p:txBody>
      </p:sp>
      <p:sp>
        <p:nvSpPr>
          <p:cNvPr id="646" name="Google Shape;646;p13"/>
          <p:cNvSpPr txBox="1"/>
          <p:nvPr/>
        </p:nvSpPr>
        <p:spPr>
          <a:xfrm>
            <a:off x="5946840" y="1740725"/>
            <a:ext cx="5876860"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1" i="0" lang="en-US" sz="2000" u="none" cap="none" strike="noStrike">
                <a:solidFill>
                  <a:srgbClr val="000000"/>
                </a:solidFill>
                <a:latin typeface="Calibri"/>
                <a:ea typeface="Calibri"/>
                <a:cs typeface="Calibri"/>
                <a:sym typeface="Calibri"/>
              </a:rPr>
              <a:t>Suspected by Alfred Adler, a 19th- and early 20th-century, Austrian psychotherapist.</a:t>
            </a:r>
            <a:endParaRPr b="1" i="0" sz="1800" u="none" cap="none" strike="noStrike">
              <a:solidFill>
                <a:schemeClr val="dk1"/>
              </a:solidFill>
              <a:latin typeface="Calibri"/>
              <a:ea typeface="Calibri"/>
              <a:cs typeface="Calibri"/>
              <a:sym typeface="Calibri"/>
            </a:endParaRPr>
          </a:p>
        </p:txBody>
      </p:sp>
      <p:sp>
        <p:nvSpPr>
          <p:cNvPr id="647" name="Google Shape;647;p13"/>
          <p:cNvSpPr txBox="1"/>
          <p:nvPr/>
        </p:nvSpPr>
        <p:spPr>
          <a:xfrm>
            <a:off x="5946840" y="2883848"/>
            <a:ext cx="5876860"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1" i="0" lang="en-US" sz="2000" u="none" cap="none" strike="noStrike">
                <a:solidFill>
                  <a:srgbClr val="000000"/>
                </a:solidFill>
                <a:latin typeface="Calibri"/>
                <a:ea typeface="Calibri"/>
                <a:cs typeface="Calibri"/>
                <a:sym typeface="Calibri"/>
              </a:rPr>
              <a:t>Suggests that birth order leads to differences in personality traits of siblings.</a:t>
            </a:r>
            <a:endParaRPr b="1" i="0" sz="1800" u="none" cap="none" strike="noStrike">
              <a:solidFill>
                <a:schemeClr val="dk1"/>
              </a:solidFill>
              <a:latin typeface="Calibri"/>
              <a:ea typeface="Calibri"/>
              <a:cs typeface="Calibri"/>
              <a:sym typeface="Calibri"/>
            </a:endParaRPr>
          </a:p>
        </p:txBody>
      </p:sp>
      <p:sp>
        <p:nvSpPr>
          <p:cNvPr id="648" name="Google Shape;648;p13"/>
          <p:cNvSpPr txBox="1"/>
          <p:nvPr/>
        </p:nvSpPr>
        <p:spPr>
          <a:xfrm>
            <a:off x="6066484" y="4166290"/>
            <a:ext cx="5876860"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1" i="0" lang="en-US" sz="2000" u="none" cap="none" strike="noStrike">
                <a:solidFill>
                  <a:srgbClr val="000000"/>
                </a:solidFill>
                <a:latin typeface="Calibri"/>
                <a:ea typeface="Calibri"/>
                <a:cs typeface="Calibri"/>
                <a:sym typeface="Calibri"/>
              </a:rPr>
              <a:t>Has not been proven scientifically.</a:t>
            </a:r>
            <a:endParaRPr b="1" i="0" sz="1800" u="none" cap="none" strike="noStrike">
              <a:solidFill>
                <a:schemeClr val="dk1"/>
              </a:solidFill>
              <a:latin typeface="Calibri"/>
              <a:ea typeface="Calibri"/>
              <a:cs typeface="Calibri"/>
              <a:sym typeface="Calibri"/>
            </a:endParaRPr>
          </a:p>
        </p:txBody>
      </p:sp>
      <p:sp>
        <p:nvSpPr>
          <p:cNvPr id="649" name="Google Shape;649;p13"/>
          <p:cNvSpPr txBox="1"/>
          <p:nvPr/>
        </p:nvSpPr>
        <p:spPr>
          <a:xfrm>
            <a:off x="6072849" y="5174781"/>
            <a:ext cx="5750851"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Calibri"/>
              <a:buNone/>
            </a:pPr>
            <a:r>
              <a:rPr b="1" i="0" lang="en-US" sz="2000" u="none" cap="none" strike="noStrike">
                <a:solidFill>
                  <a:srgbClr val="000000"/>
                </a:solidFill>
                <a:latin typeface="Calibri"/>
                <a:ea typeface="Calibri"/>
                <a:cs typeface="Calibri"/>
                <a:sym typeface="Calibri"/>
              </a:rPr>
              <a:t>Received criticisms: influences </a:t>
            </a:r>
            <a:r>
              <a:rPr b="1" i="0" lang="en-US" sz="2000" u="sng" cap="none" strike="noStrike">
                <a:solidFill>
                  <a:srgbClr val="000000"/>
                </a:solidFill>
                <a:latin typeface="Calibri"/>
                <a:ea typeface="Calibri"/>
                <a:cs typeface="Calibri"/>
                <a:sym typeface="Calibri"/>
              </a:rPr>
              <a:t>certain temporary </a:t>
            </a:r>
            <a:r>
              <a:rPr b="1" i="0" lang="en-US" sz="2000" u="none" cap="none" strike="noStrike">
                <a:solidFill>
                  <a:srgbClr val="000000"/>
                </a:solidFill>
                <a:latin typeface="Calibri"/>
                <a:ea typeface="Calibri"/>
                <a:cs typeface="Calibri"/>
                <a:sym typeface="Calibri"/>
              </a:rPr>
              <a:t> aspects of personality.</a:t>
            </a:r>
            <a:endParaRPr b="1" i="0" sz="1800" u="none" cap="none" strike="noStrike">
              <a:solidFill>
                <a:schemeClr val="dk1"/>
              </a:solidFill>
              <a:latin typeface="Calibri"/>
              <a:ea typeface="Calibri"/>
              <a:cs typeface="Calibri"/>
              <a:sym typeface="Calibri"/>
            </a:endParaRPr>
          </a:p>
        </p:txBody>
      </p:sp>
      <p:sp>
        <p:nvSpPr>
          <p:cNvPr id="650" name="Google Shape;650;p13"/>
          <p:cNvSpPr txBox="1"/>
          <p:nvPr>
            <p:ph idx="12" type="sldNum"/>
          </p:nvPr>
        </p:nvSpPr>
        <p:spPr>
          <a:xfrm>
            <a:off x="11372639" y="6381328"/>
            <a:ext cx="581744" cy="3130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descr="unnamed (1).jpg" id="651" name="Google Shape;651;p13"/>
          <p:cNvPicPr preferRelativeResize="0"/>
          <p:nvPr/>
        </p:nvPicPr>
        <p:blipFill rotWithShape="1">
          <a:blip r:embed="rId3">
            <a:alphaModFix/>
          </a:blip>
          <a:srcRect b="0" l="0" r="0" t="0"/>
          <a:stretch/>
        </p:blipFill>
        <p:spPr>
          <a:xfrm>
            <a:off x="2171965" y="116632"/>
            <a:ext cx="2699899" cy="256490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28"/>
                                        </p:tgtEl>
                                        <p:attrNameLst>
                                          <p:attrName>style.visibility</p:attrName>
                                        </p:attrNameLst>
                                      </p:cBhvr>
                                      <p:to>
                                        <p:strVal val="visible"/>
                                      </p:to>
                                    </p:set>
                                    <p:anim calcmode="lin" valueType="num">
                                      <p:cBhvr additive="base">
                                        <p:cTn dur="500"/>
                                        <p:tgtEl>
                                          <p:spTgt spid="6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xEl>
                                              <p:pRg end="0" st="0"/>
                                            </p:txEl>
                                          </p:spTgt>
                                        </p:tgtEl>
                                        <p:attrNameLst>
                                          <p:attrName>style.visibility</p:attrName>
                                        </p:attrNameLst>
                                      </p:cBhvr>
                                      <p:to>
                                        <p:strVal val="visible"/>
                                      </p:to>
                                    </p:set>
                                    <p:animEffect filter="fade" transition="in">
                                      <p:cBhvr>
                                        <p:cTn dur="1000"/>
                                        <p:tgtEl>
                                          <p:spTgt spid="64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par>
                                <p:cTn fill="hold" nodeType="withEffect" presetClass="entr" presetID="10" presetSubtype="0">
                                  <p:stCondLst>
                                    <p:cond delay="0"/>
                                  </p:stCondLst>
                                  <p:childTnLst>
                                    <p:set>
                                      <p:cBhvr>
                                        <p:cTn dur="1" fill="hold">
                                          <p:stCondLst>
                                            <p:cond delay="0"/>
                                          </p:stCondLst>
                                        </p:cTn>
                                        <p:tgtEl>
                                          <p:spTgt spid="650">
                                            <p:txEl>
                                              <p:pRg end="0" st="0"/>
                                            </p:txEl>
                                          </p:spTgt>
                                        </p:tgtEl>
                                        <p:attrNameLst>
                                          <p:attrName>style.visibility</p:attrName>
                                        </p:attrNameLst>
                                      </p:cBhvr>
                                      <p:to>
                                        <p:strVal val="visible"/>
                                      </p:to>
                                    </p:set>
                                    <p:animEffect filter="fade" transition="in">
                                      <p:cBhvr>
                                        <p:cTn dur="500"/>
                                        <p:tgtEl>
                                          <p:spTgt spid="65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4"/>
          <p:cNvSpPr txBox="1"/>
          <p:nvPr/>
        </p:nvSpPr>
        <p:spPr>
          <a:xfrm>
            <a:off x="1519997" y="154809"/>
            <a:ext cx="108936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657" name="Google Shape;657;p14"/>
          <p:cNvSpPr txBox="1"/>
          <p:nvPr>
            <p:ph idx="1" type="body"/>
          </p:nvPr>
        </p:nvSpPr>
        <p:spPr>
          <a:xfrm>
            <a:off x="119336" y="2348880"/>
            <a:ext cx="5832648" cy="2088232"/>
          </a:xfrm>
          <a:prstGeom prst="rect">
            <a:avLst/>
          </a:prstGeom>
          <a:noFill/>
          <a:ln>
            <a:noFill/>
          </a:ln>
        </p:spPr>
        <p:txBody>
          <a:bodyPr anchorCtr="0" anchor="t" bIns="45700" lIns="45700" spcFirstLastPara="1" rIns="45700" wrap="square" tIns="45700">
            <a:noAutofit/>
          </a:bodyPr>
          <a:lstStyle/>
          <a:p>
            <a:pPr indent="0" lvl="0" marL="0" rtl="0" algn="just">
              <a:lnSpc>
                <a:spcPct val="150000"/>
              </a:lnSpc>
              <a:spcBef>
                <a:spcPts val="0"/>
              </a:spcBef>
              <a:spcAft>
                <a:spcPts val="0"/>
              </a:spcAft>
              <a:buClr>
                <a:srgbClr val="000000"/>
              </a:buClr>
              <a:buSzPts val="2000"/>
              <a:buNone/>
            </a:pPr>
            <a:r>
              <a:rPr b="1" lang="en-US" sz="2000"/>
              <a:t>What personality characteristics do you associate with the different birth order of children in a family:</a:t>
            </a:r>
            <a:endParaRPr/>
          </a:p>
          <a:p>
            <a:pPr indent="0" lvl="0" marL="0" rtl="0" algn="just">
              <a:lnSpc>
                <a:spcPct val="150000"/>
              </a:lnSpc>
              <a:spcBef>
                <a:spcPts val="1000"/>
              </a:spcBef>
              <a:spcAft>
                <a:spcPts val="0"/>
              </a:spcAft>
              <a:buClr>
                <a:srgbClr val="000000"/>
              </a:buClr>
              <a:buSzPts val="2000"/>
              <a:buNone/>
            </a:pPr>
            <a:r>
              <a:rPr b="1" lang="en-US" sz="2000"/>
              <a:t> </a:t>
            </a:r>
            <a:r>
              <a:rPr b="1" lang="en-US" sz="2000">
                <a:solidFill>
                  <a:srgbClr val="535353"/>
                </a:solidFill>
              </a:rPr>
              <a:t>the oldest child?</a:t>
            </a:r>
            <a:endParaRPr/>
          </a:p>
          <a:p>
            <a:pPr indent="0" lvl="0" marL="0" rtl="0" algn="just">
              <a:lnSpc>
                <a:spcPct val="150000"/>
              </a:lnSpc>
              <a:spcBef>
                <a:spcPts val="1000"/>
              </a:spcBef>
              <a:spcAft>
                <a:spcPts val="0"/>
              </a:spcAft>
              <a:buClr>
                <a:srgbClr val="535353"/>
              </a:buClr>
              <a:buSzPts val="2000"/>
              <a:buNone/>
            </a:pPr>
            <a:r>
              <a:rPr b="1" lang="en-US" sz="2000">
                <a:solidFill>
                  <a:srgbClr val="535353"/>
                </a:solidFill>
              </a:rPr>
              <a:t> the middle child?</a:t>
            </a:r>
            <a:endParaRPr b="1" sz="2000">
              <a:solidFill>
                <a:srgbClr val="535353"/>
              </a:solidFill>
            </a:endParaRPr>
          </a:p>
          <a:p>
            <a:pPr indent="0" lvl="0" marL="0" rtl="0" algn="just">
              <a:lnSpc>
                <a:spcPct val="150000"/>
              </a:lnSpc>
              <a:spcBef>
                <a:spcPts val="1000"/>
              </a:spcBef>
              <a:spcAft>
                <a:spcPts val="0"/>
              </a:spcAft>
              <a:buClr>
                <a:srgbClr val="535353"/>
              </a:buClr>
              <a:buSzPts val="2000"/>
              <a:buNone/>
            </a:pPr>
            <a:r>
              <a:rPr b="1" lang="en-US" sz="2000">
                <a:solidFill>
                  <a:srgbClr val="535353"/>
                </a:solidFill>
              </a:rPr>
              <a:t>the youngest child?</a:t>
            </a:r>
            <a:endParaRPr/>
          </a:p>
          <a:p>
            <a:pPr indent="0" lvl="0" marL="0" rtl="0" algn="just">
              <a:lnSpc>
                <a:spcPct val="150000"/>
              </a:lnSpc>
              <a:spcBef>
                <a:spcPts val="1000"/>
              </a:spcBef>
              <a:spcAft>
                <a:spcPts val="0"/>
              </a:spcAft>
              <a:buClr>
                <a:srgbClr val="535353"/>
              </a:buClr>
              <a:buSzPts val="2000"/>
              <a:buNone/>
            </a:pPr>
            <a:r>
              <a:rPr b="1" lang="en-US" sz="2000">
                <a:solidFill>
                  <a:srgbClr val="535353"/>
                </a:solidFill>
              </a:rPr>
              <a:t> or an only child</a:t>
            </a:r>
            <a:r>
              <a:rPr b="1" lang="en-US" sz="2000"/>
              <a:t>?</a:t>
            </a:r>
            <a:endParaRPr b="1" sz="2000"/>
          </a:p>
        </p:txBody>
      </p:sp>
      <p:sp>
        <p:nvSpPr>
          <p:cNvPr id="658" name="Google Shape;658;p14"/>
          <p:cNvSpPr/>
          <p:nvPr/>
        </p:nvSpPr>
        <p:spPr>
          <a:xfrm>
            <a:off x="6952970" y="4802002"/>
            <a:ext cx="1404495" cy="748689"/>
          </a:xfrm>
          <a:prstGeom prst="rect">
            <a:avLst/>
          </a:prstGeom>
          <a:solidFill>
            <a:srgbClr val="282F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659" name="Google Shape;659;p14"/>
          <p:cNvSpPr/>
          <p:nvPr/>
        </p:nvSpPr>
        <p:spPr>
          <a:xfrm>
            <a:off x="8321980" y="4053311"/>
            <a:ext cx="1673580" cy="1559477"/>
          </a:xfrm>
          <a:prstGeom prst="rect">
            <a:avLst/>
          </a:prstGeom>
          <a:solidFill>
            <a:srgbClr val="282F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660" name="Google Shape;660;p14"/>
          <p:cNvSpPr/>
          <p:nvPr/>
        </p:nvSpPr>
        <p:spPr>
          <a:xfrm>
            <a:off x="6952970" y="5010205"/>
            <a:ext cx="4269446" cy="1094815"/>
          </a:xfrm>
          <a:prstGeom prst="rect">
            <a:avLst/>
          </a:prstGeom>
          <a:solidFill>
            <a:srgbClr val="282F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Helvetica Neue"/>
              <a:buNone/>
            </a:pPr>
            <a:r>
              <a:t/>
            </a:r>
            <a:endParaRPr b="0" i="0" sz="1800" u="none" cap="none" strike="noStrike">
              <a:solidFill>
                <a:srgbClr val="FFFFFF"/>
              </a:solidFill>
              <a:latin typeface="Calibri"/>
              <a:ea typeface="Calibri"/>
              <a:cs typeface="Calibri"/>
              <a:sym typeface="Calibri"/>
            </a:endParaRPr>
          </a:p>
        </p:txBody>
      </p:sp>
      <p:sp>
        <p:nvSpPr>
          <p:cNvPr id="661" name="Google Shape;661;p14"/>
          <p:cNvSpPr txBox="1"/>
          <p:nvPr/>
        </p:nvSpPr>
        <p:spPr>
          <a:xfrm>
            <a:off x="9923497" y="5188161"/>
            <a:ext cx="1177107"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000"/>
              <a:buFont typeface="Open Sans"/>
              <a:buNone/>
            </a:pPr>
            <a:r>
              <a:rPr b="1" i="0" lang="en-US" sz="4000" u="none" cap="none" strike="noStrike">
                <a:solidFill>
                  <a:srgbClr val="FFFFFF"/>
                </a:solidFill>
                <a:latin typeface="Open Sans"/>
                <a:ea typeface="Open Sans"/>
                <a:cs typeface="Open Sans"/>
                <a:sym typeface="Open Sans"/>
              </a:rPr>
              <a:t>3</a:t>
            </a:r>
            <a:endParaRPr b="1" i="0" sz="4000" u="none" cap="none" strike="noStrike">
              <a:solidFill>
                <a:srgbClr val="FFFFFF"/>
              </a:solidFill>
              <a:latin typeface="Arial"/>
              <a:ea typeface="Arial"/>
              <a:cs typeface="Arial"/>
              <a:sym typeface="Arial"/>
            </a:endParaRPr>
          </a:p>
        </p:txBody>
      </p:sp>
      <p:sp>
        <p:nvSpPr>
          <p:cNvPr id="662" name="Google Shape;662;p14"/>
          <p:cNvSpPr txBox="1"/>
          <p:nvPr/>
        </p:nvSpPr>
        <p:spPr>
          <a:xfrm>
            <a:off x="8506360" y="4326772"/>
            <a:ext cx="117710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6000"/>
              <a:buFont typeface="Open Sans"/>
              <a:buNone/>
            </a:pPr>
            <a:r>
              <a:rPr b="1" i="0" lang="en-US" sz="6000" u="none" cap="none" strike="noStrike">
                <a:solidFill>
                  <a:srgbClr val="FFFFFF"/>
                </a:solidFill>
                <a:latin typeface="Open Sans"/>
                <a:ea typeface="Open Sans"/>
                <a:cs typeface="Open Sans"/>
                <a:sym typeface="Open Sans"/>
              </a:rPr>
              <a:t>1</a:t>
            </a:r>
            <a:endParaRPr b="1" i="0" sz="6000" u="none" cap="none" strike="noStrike">
              <a:solidFill>
                <a:srgbClr val="FFFFFF"/>
              </a:solidFill>
              <a:latin typeface="Arial"/>
              <a:ea typeface="Arial"/>
              <a:cs typeface="Arial"/>
              <a:sym typeface="Arial"/>
            </a:endParaRPr>
          </a:p>
        </p:txBody>
      </p:sp>
      <p:sp>
        <p:nvSpPr>
          <p:cNvPr id="663" name="Google Shape;663;p14"/>
          <p:cNvSpPr txBox="1"/>
          <p:nvPr/>
        </p:nvSpPr>
        <p:spPr>
          <a:xfrm>
            <a:off x="7070968" y="4802002"/>
            <a:ext cx="1435392" cy="8635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4800"/>
              <a:buFont typeface="Open Sans"/>
              <a:buNone/>
            </a:pPr>
            <a:r>
              <a:rPr b="1" i="0" lang="en-US" sz="4800" u="none" cap="none" strike="noStrike">
                <a:solidFill>
                  <a:srgbClr val="FFFFFF"/>
                </a:solidFill>
                <a:latin typeface="Open Sans"/>
                <a:ea typeface="Open Sans"/>
                <a:cs typeface="Open Sans"/>
                <a:sym typeface="Open Sans"/>
              </a:rPr>
              <a:t>2</a:t>
            </a:r>
            <a:endParaRPr b="1" i="0" sz="4800" u="none" cap="none" strike="noStrike">
              <a:solidFill>
                <a:srgbClr val="FFFFFF"/>
              </a:solidFill>
              <a:latin typeface="Arial"/>
              <a:ea typeface="Arial"/>
              <a:cs typeface="Arial"/>
              <a:sym typeface="Arial"/>
            </a:endParaRPr>
          </a:p>
        </p:txBody>
      </p:sp>
      <p:pic>
        <p:nvPicPr>
          <p:cNvPr id="664" name="Google Shape;664;p14"/>
          <p:cNvPicPr preferRelativeResize="0"/>
          <p:nvPr/>
        </p:nvPicPr>
        <p:blipFill rotWithShape="1">
          <a:blip r:embed="rId3">
            <a:alphaModFix/>
          </a:blip>
          <a:srcRect b="0" l="0" r="0" t="0"/>
          <a:stretch/>
        </p:blipFill>
        <p:spPr>
          <a:xfrm>
            <a:off x="8357466" y="962183"/>
            <a:ext cx="1578111" cy="2999876"/>
          </a:xfrm>
          <a:prstGeom prst="rect">
            <a:avLst/>
          </a:prstGeom>
          <a:noFill/>
          <a:ln>
            <a:noFill/>
          </a:ln>
        </p:spPr>
      </p:pic>
      <p:pic>
        <p:nvPicPr>
          <p:cNvPr id="665" name="Google Shape;665;p14"/>
          <p:cNvPicPr preferRelativeResize="0"/>
          <p:nvPr/>
        </p:nvPicPr>
        <p:blipFill rotWithShape="1">
          <a:blip r:embed="rId4">
            <a:alphaModFix/>
          </a:blip>
          <a:srcRect b="0" l="0" r="0" t="0"/>
          <a:stretch/>
        </p:blipFill>
        <p:spPr>
          <a:xfrm>
            <a:off x="6979880" y="2544439"/>
            <a:ext cx="1287613" cy="2176948"/>
          </a:xfrm>
          <a:prstGeom prst="rect">
            <a:avLst/>
          </a:prstGeom>
          <a:noFill/>
          <a:ln>
            <a:noFill/>
          </a:ln>
        </p:spPr>
      </p:pic>
      <p:pic>
        <p:nvPicPr>
          <p:cNvPr id="666" name="Google Shape;666;p14"/>
          <p:cNvPicPr preferRelativeResize="0"/>
          <p:nvPr/>
        </p:nvPicPr>
        <p:blipFill rotWithShape="1">
          <a:blip r:embed="rId5">
            <a:alphaModFix/>
          </a:blip>
          <a:srcRect b="0" l="0" r="0" t="0"/>
          <a:stretch/>
        </p:blipFill>
        <p:spPr>
          <a:xfrm>
            <a:off x="9995560" y="3139624"/>
            <a:ext cx="1251671" cy="1827374"/>
          </a:xfrm>
          <a:prstGeom prst="rect">
            <a:avLst/>
          </a:prstGeom>
          <a:noFill/>
          <a:ln>
            <a:noFill/>
          </a:ln>
        </p:spPr>
      </p:pic>
      <p:pic>
        <p:nvPicPr>
          <p:cNvPr id="667" name="Google Shape;667;p14"/>
          <p:cNvPicPr preferRelativeResize="0"/>
          <p:nvPr/>
        </p:nvPicPr>
        <p:blipFill rotWithShape="1">
          <a:blip r:embed="rId6">
            <a:alphaModFix/>
          </a:blip>
          <a:srcRect b="0" l="0" r="0" t="0"/>
          <a:stretch/>
        </p:blipFill>
        <p:spPr>
          <a:xfrm>
            <a:off x="-1" y="0"/>
            <a:ext cx="1519997" cy="1355138"/>
          </a:xfrm>
          <a:prstGeom prst="rect">
            <a:avLst/>
          </a:prstGeom>
          <a:noFill/>
          <a:ln>
            <a:noFill/>
          </a:ln>
        </p:spPr>
      </p:pic>
      <p:sp>
        <p:nvSpPr>
          <p:cNvPr id="668" name="Google Shape;668;p14"/>
          <p:cNvSpPr txBox="1"/>
          <p:nvPr>
            <p:ph idx="12" type="sldNum"/>
          </p:nvPr>
        </p:nvSpPr>
        <p:spPr>
          <a:xfrm>
            <a:off x="11089825" y="6404294"/>
            <a:ext cx="263978" cy="269237"/>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20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20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2000"/>
                                        <p:tgtEl>
                                          <p:spTgt spid="660"/>
                                        </p:tgtEl>
                                      </p:cBhvr>
                                    </p:animEffect>
                                  </p:childTnLst>
                                </p:cTn>
                              </p:par>
                              <p:par>
                                <p:cTn fill="hold" nodeType="with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20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20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2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5"/>
          <p:cNvSpPr txBox="1"/>
          <p:nvPr/>
        </p:nvSpPr>
        <p:spPr>
          <a:xfrm>
            <a:off x="5279232" y="1196752"/>
            <a:ext cx="6217368" cy="48013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The oldest child tends to be </a:t>
            </a:r>
            <a:r>
              <a:rPr b="0" i="0" lang="en-US" sz="3200" u="sng" cap="none" strike="noStrike">
                <a:solidFill>
                  <a:srgbClr val="E51EA0"/>
                </a:solidFill>
                <a:latin typeface="Arial"/>
                <a:ea typeface="Arial"/>
                <a:cs typeface="Arial"/>
                <a:sym typeface="Arial"/>
              </a:rPr>
              <a:t>conservative</a:t>
            </a:r>
            <a:r>
              <a:rPr b="0" i="0" lang="en-US" sz="3200" u="none" cap="none" strike="noStrike">
                <a:solidFill>
                  <a:srgbClr val="000000"/>
                </a:solidFill>
                <a:latin typeface="Arial"/>
                <a:ea typeface="Arial"/>
                <a:cs typeface="Arial"/>
                <a:sym typeface="Arial"/>
              </a:rPr>
              <a:t>, </a:t>
            </a:r>
            <a:r>
              <a:rPr b="0" i="0" lang="en-US" sz="3200" u="sng" cap="none" strike="noStrike">
                <a:solidFill>
                  <a:srgbClr val="E51EA0"/>
                </a:solidFill>
                <a:latin typeface="Arial"/>
                <a:ea typeface="Arial"/>
                <a:cs typeface="Arial"/>
                <a:sym typeface="Arial"/>
              </a:rPr>
              <a:t>power-oriented</a:t>
            </a:r>
            <a:r>
              <a:rPr b="0" i="0" lang="en-US" sz="3200" u="none" cap="none" strike="noStrike">
                <a:solidFill>
                  <a:srgbClr val="000000"/>
                </a:solidFill>
                <a:latin typeface="Arial"/>
                <a:ea typeface="Arial"/>
                <a:cs typeface="Arial"/>
                <a:sym typeface="Arial"/>
              </a:rPr>
              <a:t>, and predisposed toward </a:t>
            </a:r>
            <a:r>
              <a:rPr b="0" i="0" lang="en-US" sz="3200" u="sng" cap="none" strike="noStrike">
                <a:solidFill>
                  <a:srgbClr val="E51EA0"/>
                </a:solidFill>
                <a:latin typeface="Arial"/>
                <a:ea typeface="Arial"/>
                <a:cs typeface="Arial"/>
                <a:sym typeface="Arial"/>
              </a:rPr>
              <a:t>leadership</a:t>
            </a:r>
            <a:r>
              <a:rPr b="0" i="0" lang="en-US" sz="3200" u="none" cap="none" strike="noStrike">
                <a:solidFill>
                  <a:srgbClr val="000000"/>
                </a:solidFill>
                <a:latin typeface="Arial"/>
                <a:ea typeface="Arial"/>
                <a:cs typeface="Arial"/>
                <a:sym typeface="Arial"/>
              </a:rPr>
              <a:t>. Because they often take responsibility for their younger siblings, firstborns grow up to be </a:t>
            </a:r>
            <a:r>
              <a:rPr b="0" i="0" lang="en-US" sz="3200" u="sng" cap="none" strike="noStrike">
                <a:solidFill>
                  <a:srgbClr val="E51EA0"/>
                </a:solidFill>
                <a:latin typeface="Arial"/>
                <a:ea typeface="Arial"/>
                <a:cs typeface="Arial"/>
                <a:sym typeface="Arial"/>
              </a:rPr>
              <a:t>caring</a:t>
            </a:r>
            <a:r>
              <a:rPr b="0" i="0" lang="en-US" sz="3200" u="none" cap="none" strike="noStrike">
                <a:solidFill>
                  <a:srgbClr val="000000"/>
                </a:solidFill>
                <a:latin typeface="Arial"/>
                <a:ea typeface="Arial"/>
                <a:cs typeface="Arial"/>
                <a:sym typeface="Arial"/>
              </a:rPr>
              <a:t>, more willing to become parents, and more likely to take initiative.</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4" name="Google Shape;674;p15"/>
          <p:cNvSpPr txBox="1"/>
          <p:nvPr/>
        </p:nvSpPr>
        <p:spPr>
          <a:xfrm>
            <a:off x="3503712" y="260648"/>
            <a:ext cx="7632849"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E51EA0"/>
              </a:buClr>
              <a:buSzPts val="5000"/>
              <a:buFont typeface="Calibri"/>
              <a:buNone/>
            </a:pPr>
            <a:r>
              <a:rPr b="1" i="0" lang="en-US" sz="5000" u="none" cap="none" strike="noStrike">
                <a:solidFill>
                  <a:srgbClr val="E51EA0"/>
                </a:solidFill>
                <a:latin typeface="Calibri"/>
                <a:ea typeface="Calibri"/>
                <a:cs typeface="Calibri"/>
                <a:sym typeface="Calibri"/>
              </a:rPr>
              <a:t>First Born Child:</a:t>
            </a:r>
            <a:endParaRPr b="1" i="0" sz="5000" u="none" cap="none" strike="noStrike">
              <a:solidFill>
                <a:srgbClr val="E51EA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6"/>
          <p:cNvSpPr txBox="1"/>
          <p:nvPr/>
        </p:nvSpPr>
        <p:spPr>
          <a:xfrm>
            <a:off x="4439816" y="235148"/>
            <a:ext cx="7632849"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Calibri"/>
              <a:buNone/>
            </a:pPr>
            <a:r>
              <a:rPr b="1" i="0" lang="en-US" sz="5000" u="none" cap="none" strike="noStrike">
                <a:solidFill>
                  <a:srgbClr val="000000"/>
                </a:solidFill>
                <a:latin typeface="Calibri"/>
                <a:ea typeface="Calibri"/>
                <a:cs typeface="Calibri"/>
                <a:sym typeface="Calibri"/>
              </a:rPr>
              <a:t>First born’s characteristics</a:t>
            </a:r>
            <a:endParaRPr b="1" i="0" sz="5000" u="none" cap="none" strike="noStrike">
              <a:solidFill>
                <a:srgbClr val="000000"/>
              </a:solidFill>
              <a:latin typeface="Calibri"/>
              <a:ea typeface="Calibri"/>
              <a:cs typeface="Calibri"/>
              <a:sym typeface="Calibri"/>
            </a:endParaRPr>
          </a:p>
        </p:txBody>
      </p:sp>
      <p:sp>
        <p:nvSpPr>
          <p:cNvPr id="680" name="Google Shape;680;p16"/>
          <p:cNvSpPr txBox="1"/>
          <p:nvPr/>
        </p:nvSpPr>
        <p:spPr>
          <a:xfrm>
            <a:off x="6132004" y="1433480"/>
            <a:ext cx="4248472" cy="44935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Natural leader</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High achiever</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Organized</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On-time</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Know it all</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Bossy</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Responsible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Obeys the rules</a:t>
            </a:r>
            <a:endParaRPr b="0" i="0" sz="2400" u="none" cap="none" strike="noStrike">
              <a:solidFill>
                <a:srgbClr val="000000"/>
              </a:solidFill>
              <a:latin typeface="Arial"/>
              <a:ea typeface="Arial"/>
              <a:cs typeface="Arial"/>
              <a:sym typeface="Arial"/>
            </a:endParaRPr>
          </a:p>
        </p:txBody>
      </p:sp>
      <p:sp>
        <p:nvSpPr>
          <p:cNvPr id="681" name="Google Shape;681;p16"/>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17</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7"/>
          <p:cNvSpPr txBox="1"/>
          <p:nvPr/>
        </p:nvSpPr>
        <p:spPr>
          <a:xfrm>
            <a:off x="3965652" y="260648"/>
            <a:ext cx="7002125"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E51EA0"/>
              </a:buClr>
              <a:buSzPts val="3600"/>
              <a:buFont typeface="Calibri"/>
              <a:buNone/>
            </a:pPr>
            <a:r>
              <a:rPr b="1" i="0" lang="en-US" sz="3600" u="none" cap="none" strike="noStrike">
                <a:solidFill>
                  <a:srgbClr val="E51EA0"/>
                </a:solidFill>
                <a:latin typeface="Calibri"/>
                <a:ea typeface="Calibri"/>
                <a:cs typeface="Calibri"/>
                <a:sym typeface="Calibri"/>
              </a:rPr>
              <a:t>The second (middle) child:</a:t>
            </a:r>
            <a:endParaRPr b="1" i="0" sz="3600" u="none" cap="none" strike="noStrike">
              <a:solidFill>
                <a:srgbClr val="E51EA0"/>
              </a:solidFill>
              <a:latin typeface="Calibri"/>
              <a:ea typeface="Calibri"/>
              <a:cs typeface="Calibri"/>
              <a:sym typeface="Calibri"/>
            </a:endParaRPr>
          </a:p>
        </p:txBody>
      </p:sp>
      <p:sp>
        <p:nvSpPr>
          <p:cNvPr id="687" name="Google Shape;687;p17"/>
          <p:cNvSpPr txBox="1"/>
          <p:nvPr/>
        </p:nvSpPr>
        <p:spPr>
          <a:xfrm>
            <a:off x="5015880" y="1191517"/>
            <a:ext cx="6984776" cy="52629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They often struggle to surpass their older sibling. The pace of development is higher. The middle kids in a family often tend to be </a:t>
            </a:r>
            <a:r>
              <a:rPr b="0" i="0" lang="en-US" sz="2800" u="sng" cap="none" strike="noStrike">
                <a:solidFill>
                  <a:schemeClr val="accent1"/>
                </a:solidFill>
                <a:latin typeface="Arial"/>
                <a:ea typeface="Arial"/>
                <a:cs typeface="Arial"/>
                <a:sym typeface="Arial"/>
              </a:rPr>
              <a:t>ambitious</a:t>
            </a:r>
            <a:r>
              <a:rPr b="0" i="0" lang="en-US" sz="2800" u="none" cap="none" strike="noStrike">
                <a:solidFill>
                  <a:srgbClr val="000000"/>
                </a:solidFill>
                <a:latin typeface="Arial"/>
                <a:ea typeface="Arial"/>
                <a:cs typeface="Arial"/>
                <a:sym typeface="Arial"/>
              </a:rPr>
              <a:t>, but they are rarely selfish.</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They are also more likely to set unreasonably high goals for themselves. This increases the number of failures, however knowing how to cope with difficulties in life is what makes them stronger.</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8"/>
          <p:cNvSpPr txBox="1"/>
          <p:nvPr/>
        </p:nvSpPr>
        <p:spPr>
          <a:xfrm>
            <a:off x="4552779" y="235148"/>
            <a:ext cx="763284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Calibri"/>
              <a:buNone/>
            </a:pPr>
            <a:r>
              <a:rPr b="1" i="0" lang="en-US" sz="4800" u="none" cap="none" strike="noStrike">
                <a:solidFill>
                  <a:srgbClr val="000000"/>
                </a:solidFill>
                <a:latin typeface="Calibri"/>
                <a:ea typeface="Calibri"/>
                <a:cs typeface="Calibri"/>
                <a:sym typeface="Calibri"/>
              </a:rPr>
              <a:t>Second born’s characteristics</a:t>
            </a:r>
            <a:endParaRPr b="1" i="0" sz="4800" u="none" cap="none" strike="noStrike">
              <a:solidFill>
                <a:srgbClr val="000000"/>
              </a:solidFill>
              <a:latin typeface="Calibri"/>
              <a:ea typeface="Calibri"/>
              <a:cs typeface="Calibri"/>
              <a:sym typeface="Calibri"/>
            </a:endParaRPr>
          </a:p>
        </p:txBody>
      </p:sp>
      <p:sp>
        <p:nvSpPr>
          <p:cNvPr id="693" name="Google Shape;693;p18"/>
          <p:cNvSpPr txBox="1"/>
          <p:nvPr/>
        </p:nvSpPr>
        <p:spPr>
          <a:xfrm>
            <a:off x="6132004" y="1433480"/>
            <a:ext cx="4248472" cy="507831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Flexible</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Easy-going</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Social</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Peacemaker</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Independent</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Secretive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Strong negotiator</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Generous</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May feel life is unfair</a:t>
            </a:r>
            <a:endParaRPr b="0" i="0" sz="2400" u="none" cap="none" strike="noStrike">
              <a:solidFill>
                <a:srgbClr val="000000"/>
              </a:solidFill>
              <a:latin typeface="Arial"/>
              <a:ea typeface="Arial"/>
              <a:cs typeface="Arial"/>
              <a:sym typeface="Arial"/>
            </a:endParaRPr>
          </a:p>
        </p:txBody>
      </p:sp>
      <p:sp>
        <p:nvSpPr>
          <p:cNvPr id="694" name="Google Shape;694;p18"/>
          <p:cNvSpPr/>
          <p:nvPr/>
        </p:nvSpPr>
        <p:spPr>
          <a:xfrm>
            <a:off x="9432139" y="6396895"/>
            <a:ext cx="189667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1" lang="en-US" sz="1400" u="none" cap="none" strike="noStrike">
                <a:solidFill>
                  <a:srgbClr val="000000"/>
                </a:solidFill>
                <a:latin typeface="Calibri"/>
                <a:ea typeface="Calibri"/>
                <a:cs typeface="Calibri"/>
                <a:sym typeface="Calibri"/>
              </a:rPr>
              <a:t>Source: rebelcircus.com</a:t>
            </a:r>
            <a:endParaRPr b="0" i="0" sz="1400" u="none" cap="none" strike="noStrike">
              <a:solidFill>
                <a:srgbClr val="000000"/>
              </a:solidFill>
              <a:latin typeface="Calibri"/>
              <a:ea typeface="Calibri"/>
              <a:cs typeface="Calibri"/>
              <a:sym typeface="Calibri"/>
            </a:endParaRPr>
          </a:p>
        </p:txBody>
      </p:sp>
      <p:sp>
        <p:nvSpPr>
          <p:cNvPr id="695" name="Google Shape;695;p18"/>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18</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9"/>
          <p:cNvSpPr txBox="1"/>
          <p:nvPr/>
        </p:nvSpPr>
        <p:spPr>
          <a:xfrm>
            <a:off x="5087888" y="620688"/>
            <a:ext cx="417413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1EA0"/>
              </a:buClr>
              <a:buSzPts val="4000"/>
              <a:buFont typeface="Arial"/>
              <a:buNone/>
            </a:pPr>
            <a:r>
              <a:rPr b="1" i="0" lang="en-US" sz="4000" u="none" cap="none" strike="noStrike">
                <a:solidFill>
                  <a:srgbClr val="E51EA0"/>
                </a:solidFill>
                <a:latin typeface="Arial"/>
                <a:ea typeface="Arial"/>
                <a:cs typeface="Arial"/>
                <a:sym typeface="Arial"/>
              </a:rPr>
              <a:t>Last Born Child:</a:t>
            </a:r>
            <a:endParaRPr b="1" i="0" sz="4000" u="none" cap="none" strike="noStrike">
              <a:solidFill>
                <a:srgbClr val="E51EA0"/>
              </a:solidFill>
              <a:latin typeface="Arial"/>
              <a:ea typeface="Arial"/>
              <a:cs typeface="Arial"/>
              <a:sym typeface="Arial"/>
            </a:endParaRPr>
          </a:p>
        </p:txBody>
      </p:sp>
      <p:sp>
        <p:nvSpPr>
          <p:cNvPr id="701" name="Google Shape;701;p19"/>
          <p:cNvSpPr txBox="1"/>
          <p:nvPr/>
        </p:nvSpPr>
        <p:spPr>
          <a:xfrm>
            <a:off x="5015880" y="1556793"/>
            <a:ext cx="6840761" cy="51090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As a rule, the youngest child gets a lot of </a:t>
            </a:r>
            <a:r>
              <a:rPr b="1" i="0" lang="en-US" sz="2800" u="none" cap="none" strike="noStrike">
                <a:solidFill>
                  <a:schemeClr val="accent1"/>
                </a:solidFill>
                <a:latin typeface="Arial"/>
                <a:ea typeface="Arial"/>
                <a:cs typeface="Arial"/>
                <a:sym typeface="Arial"/>
              </a:rPr>
              <a:t>care and attention </a:t>
            </a:r>
            <a:r>
              <a:rPr b="1" i="0" lang="en-US" sz="2800" u="none" cap="none" strike="noStrike">
                <a:solidFill>
                  <a:srgbClr val="000000"/>
                </a:solidFill>
                <a:latin typeface="Arial"/>
                <a:ea typeface="Arial"/>
                <a:cs typeface="Arial"/>
                <a:sym typeface="Arial"/>
              </a:rPr>
              <a:t>from parents and even older siblings. That is why they may feel less experienced and </a:t>
            </a:r>
            <a:r>
              <a:rPr b="1" i="0" lang="en-US" sz="2800" u="sng" cap="none" strike="noStrike">
                <a:solidFill>
                  <a:srgbClr val="000000"/>
                </a:solidFill>
                <a:latin typeface="Arial"/>
                <a:ea typeface="Arial"/>
                <a:cs typeface="Arial"/>
                <a:sym typeface="Arial"/>
              </a:rPr>
              <a:t>independent</a:t>
            </a:r>
            <a:r>
              <a:rPr b="1" i="0" lang="en-US" sz="2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Last-borns are usually highly </a:t>
            </a:r>
            <a:r>
              <a:rPr b="1" i="0" lang="en-US" sz="2800" u="sng" cap="none" strike="noStrike">
                <a:solidFill>
                  <a:srgbClr val="000000"/>
                </a:solidFill>
                <a:latin typeface="Arial"/>
                <a:ea typeface="Arial"/>
                <a:cs typeface="Arial"/>
                <a:sym typeface="Arial"/>
              </a:rPr>
              <a:t>motivated</a:t>
            </a:r>
            <a:r>
              <a:rPr b="1" i="0" lang="en-US" sz="2800" u="none" cap="none" strike="noStrike">
                <a:solidFill>
                  <a:srgbClr val="000000"/>
                </a:solidFill>
                <a:latin typeface="Arial"/>
                <a:ea typeface="Arial"/>
                <a:cs typeface="Arial"/>
                <a:sym typeface="Arial"/>
              </a:rPr>
              <a:t> </a:t>
            </a:r>
            <a:r>
              <a:rPr b="1" i="0" lang="en-US" sz="2800" u="none" cap="none" strike="noStrike">
                <a:solidFill>
                  <a:schemeClr val="accent1"/>
                </a:solidFill>
                <a:latin typeface="Arial"/>
                <a:ea typeface="Arial"/>
                <a:cs typeface="Arial"/>
                <a:sym typeface="Arial"/>
              </a:rPr>
              <a:t>to surpass </a:t>
            </a:r>
            <a:r>
              <a:rPr b="1" i="0" lang="en-US" sz="2800" u="none" cap="none" strike="noStrike">
                <a:solidFill>
                  <a:srgbClr val="000000"/>
                </a:solidFill>
                <a:latin typeface="Arial"/>
                <a:ea typeface="Arial"/>
                <a:cs typeface="Arial"/>
                <a:sym typeface="Arial"/>
              </a:rPr>
              <a:t>their older sisters and brothers. Very often they achieve a big success and earn recognition in their chosen field.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20"/>
          <p:cNvSpPr txBox="1"/>
          <p:nvPr/>
        </p:nvSpPr>
        <p:spPr>
          <a:xfrm>
            <a:off x="4439816" y="235148"/>
            <a:ext cx="7632849"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Calibri"/>
              <a:buNone/>
            </a:pPr>
            <a:r>
              <a:rPr b="1" i="0" lang="en-US" sz="5000" u="none" cap="none" strike="noStrike">
                <a:solidFill>
                  <a:srgbClr val="000000"/>
                </a:solidFill>
                <a:latin typeface="Calibri"/>
                <a:ea typeface="Calibri"/>
                <a:cs typeface="Calibri"/>
                <a:sym typeface="Calibri"/>
              </a:rPr>
              <a:t>Last born’s characteristics</a:t>
            </a:r>
            <a:endParaRPr b="1" i="0" sz="5000" u="none" cap="none" strike="noStrike">
              <a:solidFill>
                <a:srgbClr val="000000"/>
              </a:solidFill>
              <a:latin typeface="Calibri"/>
              <a:ea typeface="Calibri"/>
              <a:cs typeface="Calibri"/>
              <a:sym typeface="Calibri"/>
            </a:endParaRPr>
          </a:p>
        </p:txBody>
      </p:sp>
      <p:sp>
        <p:nvSpPr>
          <p:cNvPr id="707" name="Google Shape;707;p20"/>
          <p:cNvSpPr txBox="1"/>
          <p:nvPr/>
        </p:nvSpPr>
        <p:spPr>
          <a:xfrm>
            <a:off x="6132004" y="1433480"/>
            <a:ext cx="4248472" cy="507831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Risk-taker</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Outgoing</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Creative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Self-centered</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Financially irresponsible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Competitive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Bored easily</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Humorous</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Likes to be pampered</a:t>
            </a:r>
            <a:endParaRPr b="0" i="0" sz="2400" u="none" cap="none" strike="noStrike">
              <a:solidFill>
                <a:srgbClr val="000000"/>
              </a:solidFill>
              <a:latin typeface="Arial"/>
              <a:ea typeface="Arial"/>
              <a:cs typeface="Arial"/>
              <a:sym typeface="Arial"/>
            </a:endParaRPr>
          </a:p>
        </p:txBody>
      </p:sp>
      <p:sp>
        <p:nvSpPr>
          <p:cNvPr id="708" name="Google Shape;708;p20"/>
          <p:cNvSpPr/>
          <p:nvPr/>
        </p:nvSpPr>
        <p:spPr>
          <a:xfrm>
            <a:off x="9432139" y="6406637"/>
            <a:ext cx="189667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1" lang="en-US" sz="1400" u="none" cap="none" strike="noStrike">
                <a:solidFill>
                  <a:srgbClr val="000000"/>
                </a:solidFill>
                <a:latin typeface="Calibri"/>
                <a:ea typeface="Calibri"/>
                <a:cs typeface="Calibri"/>
                <a:sym typeface="Calibri"/>
              </a:rPr>
              <a:t>Source: rebelcircus.com</a:t>
            </a:r>
            <a:endParaRPr b="0" i="0" sz="1400" u="none" cap="none" strike="noStrike">
              <a:solidFill>
                <a:srgbClr val="000000"/>
              </a:solidFill>
              <a:latin typeface="Calibri"/>
              <a:ea typeface="Calibri"/>
              <a:cs typeface="Calibri"/>
              <a:sym typeface="Calibri"/>
            </a:endParaRPr>
          </a:p>
        </p:txBody>
      </p:sp>
      <p:sp>
        <p:nvSpPr>
          <p:cNvPr id="709" name="Google Shape;709;p20"/>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19</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21"/>
          <p:cNvSpPr txBox="1"/>
          <p:nvPr/>
        </p:nvSpPr>
        <p:spPr>
          <a:xfrm>
            <a:off x="4511824" y="1271662"/>
            <a:ext cx="3216746"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1EA0"/>
              </a:buClr>
              <a:buSzPts val="3200"/>
              <a:buFont typeface="Arial"/>
              <a:buNone/>
            </a:pPr>
            <a:r>
              <a:rPr b="1" i="0" lang="en-US" sz="3200" u="none" cap="none" strike="noStrike">
                <a:solidFill>
                  <a:srgbClr val="E51EA0"/>
                </a:solidFill>
                <a:latin typeface="Arial"/>
                <a:ea typeface="Arial"/>
                <a:cs typeface="Arial"/>
                <a:sym typeface="Arial"/>
              </a:rPr>
              <a:t>The Only Child:</a:t>
            </a:r>
            <a:br>
              <a:rPr b="1" i="0" lang="en-US" sz="3200" u="none" cap="none" strike="noStrike">
                <a:solidFill>
                  <a:srgbClr val="E51EA0"/>
                </a:solidFill>
                <a:latin typeface="Arial"/>
                <a:ea typeface="Arial"/>
                <a:cs typeface="Arial"/>
                <a:sym typeface="Arial"/>
              </a:rPr>
            </a:br>
            <a:endParaRPr b="1" i="0" sz="3200" u="none" cap="none" strike="noStrike">
              <a:solidFill>
                <a:srgbClr val="E51EA0"/>
              </a:solidFill>
              <a:latin typeface="Arial"/>
              <a:ea typeface="Arial"/>
              <a:cs typeface="Arial"/>
              <a:sym typeface="Arial"/>
            </a:endParaRPr>
          </a:p>
        </p:txBody>
      </p:sp>
      <p:sp>
        <p:nvSpPr>
          <p:cNvPr id="715" name="Google Shape;715;p21"/>
          <p:cNvSpPr txBox="1"/>
          <p:nvPr/>
        </p:nvSpPr>
        <p:spPr>
          <a:xfrm>
            <a:off x="4439816" y="1700808"/>
            <a:ext cx="7704856" cy="33855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Without any siblings to compete with, the only child often competes with his or her father.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Being overly pampered by their parents, the single kid expects pampering and protection from all others too.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22"/>
          <p:cNvSpPr txBox="1"/>
          <p:nvPr/>
        </p:nvSpPr>
        <p:spPr>
          <a:xfrm>
            <a:off x="4439816" y="235148"/>
            <a:ext cx="7632849"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000"/>
              <a:buFont typeface="Calibri"/>
              <a:buNone/>
            </a:pPr>
            <a:r>
              <a:rPr b="1" i="0" lang="en-US" sz="5000" u="none" cap="none" strike="noStrike">
                <a:solidFill>
                  <a:srgbClr val="000000"/>
                </a:solidFill>
                <a:latin typeface="Calibri"/>
                <a:ea typeface="Calibri"/>
                <a:cs typeface="Calibri"/>
                <a:sym typeface="Calibri"/>
              </a:rPr>
              <a:t>Only child’s characteristics</a:t>
            </a:r>
            <a:endParaRPr b="1" i="0" sz="5000" u="none" cap="none" strike="noStrike">
              <a:solidFill>
                <a:srgbClr val="000000"/>
              </a:solidFill>
              <a:latin typeface="Calibri"/>
              <a:ea typeface="Calibri"/>
              <a:cs typeface="Calibri"/>
              <a:sym typeface="Calibri"/>
            </a:endParaRPr>
          </a:p>
        </p:txBody>
      </p:sp>
      <p:sp>
        <p:nvSpPr>
          <p:cNvPr id="721" name="Google Shape;721;p22"/>
          <p:cNvSpPr txBox="1"/>
          <p:nvPr/>
        </p:nvSpPr>
        <p:spPr>
          <a:xfrm>
            <a:off x="6132004" y="1433480"/>
            <a:ext cx="4248472" cy="5078313"/>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Self-controlled</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Leader</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Mature</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Dependable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Demanding</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Unforgiving</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Private</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Sensitive</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Close to parents</a:t>
            </a:r>
            <a:endParaRPr b="0" i="0" sz="2400" u="none" cap="none" strike="noStrike">
              <a:solidFill>
                <a:srgbClr val="000000"/>
              </a:solidFill>
              <a:latin typeface="Arial"/>
              <a:ea typeface="Arial"/>
              <a:cs typeface="Arial"/>
              <a:sym typeface="Arial"/>
            </a:endParaRPr>
          </a:p>
        </p:txBody>
      </p:sp>
      <p:sp>
        <p:nvSpPr>
          <p:cNvPr id="722" name="Google Shape;722;p22"/>
          <p:cNvSpPr/>
          <p:nvPr/>
        </p:nvSpPr>
        <p:spPr>
          <a:xfrm>
            <a:off x="9432139" y="6383247"/>
            <a:ext cx="189667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1" lang="en-US" sz="1400" u="none" cap="none" strike="noStrike">
                <a:solidFill>
                  <a:srgbClr val="000000"/>
                </a:solidFill>
                <a:latin typeface="Calibri"/>
                <a:ea typeface="Calibri"/>
                <a:cs typeface="Calibri"/>
                <a:sym typeface="Calibri"/>
              </a:rPr>
              <a:t>Source: rebelcircus.com</a:t>
            </a:r>
            <a:endParaRPr b="0" i="0" sz="1400" u="none" cap="none" strike="noStrike">
              <a:solidFill>
                <a:srgbClr val="000000"/>
              </a:solidFill>
              <a:latin typeface="Calibri"/>
              <a:ea typeface="Calibri"/>
              <a:cs typeface="Calibri"/>
              <a:sym typeface="Calibri"/>
            </a:endParaRPr>
          </a:p>
        </p:txBody>
      </p:sp>
      <p:sp>
        <p:nvSpPr>
          <p:cNvPr id="723" name="Google Shape;723;p22"/>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20</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7" name="Shape 727"/>
        <p:cNvGrpSpPr/>
        <p:nvPr/>
      </p:nvGrpSpPr>
      <p:grpSpPr>
        <a:xfrm>
          <a:off x="0" y="0"/>
          <a:ext cx="0" cy="0"/>
          <a:chOff x="0" y="0"/>
          <a:chExt cx="0" cy="0"/>
        </a:xfrm>
      </p:grpSpPr>
      <p:sp>
        <p:nvSpPr>
          <p:cNvPr id="728" name="Google Shape;728;p23"/>
          <p:cNvSpPr txBox="1"/>
          <p:nvPr/>
        </p:nvSpPr>
        <p:spPr>
          <a:xfrm>
            <a:off x="4684718" y="632882"/>
            <a:ext cx="400357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E51EA0"/>
              </a:buClr>
              <a:buSzPts val="4000"/>
              <a:buFont typeface="Arial"/>
              <a:buNone/>
            </a:pPr>
            <a:r>
              <a:rPr b="1" i="0" lang="en-US" sz="4000" u="none" cap="none" strike="noStrike">
                <a:solidFill>
                  <a:srgbClr val="E51EA0"/>
                </a:solidFill>
                <a:latin typeface="Arial"/>
                <a:ea typeface="Arial"/>
                <a:cs typeface="Arial"/>
                <a:sym typeface="Arial"/>
              </a:rPr>
              <a:t>Twins/Multiples</a:t>
            </a:r>
            <a:endParaRPr b="1" i="0" sz="4000" u="none" cap="none" strike="noStrike">
              <a:solidFill>
                <a:srgbClr val="E51EA0"/>
              </a:solidFill>
              <a:latin typeface="Arial"/>
              <a:ea typeface="Arial"/>
              <a:cs typeface="Arial"/>
              <a:sym typeface="Arial"/>
            </a:endParaRPr>
          </a:p>
        </p:txBody>
      </p:sp>
      <p:sp>
        <p:nvSpPr>
          <p:cNvPr id="729" name="Google Shape;729;p23"/>
          <p:cNvSpPr txBox="1"/>
          <p:nvPr/>
        </p:nvSpPr>
        <p:spPr>
          <a:xfrm>
            <a:off x="4691844" y="1433480"/>
            <a:ext cx="5868652" cy="44935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Merged personalities</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Troublemakers</a:t>
            </a:r>
            <a:endParaRPr b="0" i="0" sz="2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00000"/>
              </a:buClr>
              <a:buSzPts val="2400"/>
              <a:buFont typeface="Noto Sans"/>
              <a:buChar char="⮚"/>
            </a:pPr>
            <a:r>
              <a:rPr b="0" i="0" lang="en-US" sz="2400" u="none" cap="none" strike="noStrike">
                <a:solidFill>
                  <a:srgbClr val="000000"/>
                </a:solidFill>
                <a:latin typeface="Arial"/>
                <a:ea typeface="Arial"/>
                <a:cs typeface="Arial"/>
                <a:sym typeface="Arial"/>
              </a:rPr>
              <a:t>telepathic or para-psychological connection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Noto Sans"/>
              <a:buNone/>
            </a:pPr>
            <a:r>
              <a:t/>
            </a:r>
            <a:endParaRPr b="0" i="0" sz="2400" u="none" cap="none" strike="noStrike">
              <a:solidFill>
                <a:srgbClr val="000000"/>
              </a:solidFill>
              <a:latin typeface="Arial"/>
              <a:ea typeface="Arial"/>
              <a:cs typeface="Arial"/>
              <a:sym typeface="Arial"/>
            </a:endParaRPr>
          </a:p>
          <a:p>
            <a:pPr indent="-304800" lvl="0" marL="457200" marR="0" rtl="0" algn="l">
              <a:lnSpc>
                <a:spcPct val="150000"/>
              </a:lnSpc>
              <a:spcBef>
                <a:spcPts val="0"/>
              </a:spcBef>
              <a:spcAft>
                <a:spcPts val="0"/>
              </a:spcAft>
              <a:buClr>
                <a:srgbClr val="000000"/>
              </a:buClr>
              <a:buSzPts val="2400"/>
              <a:buFont typeface="Noto Sans"/>
              <a:buNone/>
            </a:pPr>
            <a:r>
              <a:t/>
            </a:r>
            <a:endParaRPr b="0" i="0" sz="2400" u="none" cap="none" strike="noStrike">
              <a:solidFill>
                <a:srgbClr val="000000"/>
              </a:solidFill>
              <a:latin typeface="Arial"/>
              <a:ea typeface="Arial"/>
              <a:cs typeface="Arial"/>
              <a:sym typeface="Arial"/>
            </a:endParaRPr>
          </a:p>
          <a:p>
            <a:pPr indent="-304800" lvl="0" marL="457200" marR="0" rtl="0" algn="l">
              <a:lnSpc>
                <a:spcPct val="150000"/>
              </a:lnSpc>
              <a:spcBef>
                <a:spcPts val="0"/>
              </a:spcBef>
              <a:spcAft>
                <a:spcPts val="0"/>
              </a:spcAft>
              <a:buClr>
                <a:srgbClr val="000000"/>
              </a:buClr>
              <a:buSzPts val="2400"/>
              <a:buFont typeface="Noto Sans"/>
              <a:buNone/>
            </a:pPr>
            <a:r>
              <a:t/>
            </a:r>
            <a:endParaRPr b="0" i="0" sz="2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Noto Sans"/>
              <a:buNone/>
            </a:pPr>
            <a:r>
              <a:t/>
            </a:r>
            <a:endParaRPr b="0"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29"/>
                                        </p:tgtEl>
                                        <p:attrNameLst>
                                          <p:attrName>style.visibility</p:attrName>
                                        </p:attrNameLst>
                                      </p:cBhvr>
                                      <p:to>
                                        <p:strVal val="visible"/>
                                      </p:to>
                                    </p:set>
                                    <p:anim calcmode="lin" valueType="num">
                                      <p:cBhvr additive="base">
                                        <p:cTn dur="500"/>
                                        <p:tgtEl>
                                          <p:spTgt spid="729"/>
                                        </p:tgtEl>
                                        <p:attrNameLst>
                                          <p:attrName>ppt_w</p:attrName>
                                        </p:attrNameLst>
                                      </p:cBhvr>
                                      <p:tavLst>
                                        <p:tav fmla="" tm="0">
                                          <p:val>
                                            <p:strVal val="0"/>
                                          </p:val>
                                        </p:tav>
                                        <p:tav fmla="" tm="100000">
                                          <p:val>
                                            <p:strVal val="#ppt_w"/>
                                          </p:val>
                                        </p:tav>
                                      </p:tavLst>
                                    </p:anim>
                                    <p:anim calcmode="lin" valueType="num">
                                      <p:cBhvr additive="base">
                                        <p:cTn dur="500"/>
                                        <p:tgtEl>
                                          <p:spTgt spid="7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24"/>
          <p:cNvSpPr txBox="1"/>
          <p:nvPr/>
        </p:nvSpPr>
        <p:spPr>
          <a:xfrm>
            <a:off x="6380991" y="2689412"/>
            <a:ext cx="21088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Entitled </a:t>
            </a:r>
            <a:r>
              <a:rPr b="1" i="0" lang="en-US" sz="1800" u="none" cap="none" strike="noStrike">
                <a:solidFill>
                  <a:srgbClr val="FF0066"/>
                </a:solidFill>
                <a:latin typeface="Arial"/>
                <a:ea typeface="Arial"/>
                <a:cs typeface="Arial"/>
                <a:sym typeface="Arial"/>
              </a:rPr>
              <a:t>little</a:t>
            </a:r>
            <a:r>
              <a:rPr b="0" i="0" lang="en-US" sz="1800" u="none" cap="none" strike="noStrike">
                <a:solidFill>
                  <a:srgbClr val="000000"/>
                </a:solidFill>
                <a:latin typeface="Arial"/>
                <a:ea typeface="Arial"/>
                <a:cs typeface="Arial"/>
                <a:sym typeface="Arial"/>
              </a:rPr>
              <a:t> sister </a:t>
            </a:r>
            <a:endParaRPr b="0" i="0" sz="1800" u="none" cap="none" strike="noStrike">
              <a:solidFill>
                <a:srgbClr val="000000"/>
              </a:solidFill>
              <a:latin typeface="Arial"/>
              <a:ea typeface="Arial"/>
              <a:cs typeface="Arial"/>
              <a:sym typeface="Arial"/>
            </a:endParaRPr>
          </a:p>
        </p:txBody>
      </p:sp>
      <p:sp>
        <p:nvSpPr>
          <p:cNvPr id="735" name="Google Shape;735;p24"/>
          <p:cNvSpPr txBox="1"/>
          <p:nvPr/>
        </p:nvSpPr>
        <p:spPr>
          <a:xfrm>
            <a:off x="2567608" y="3275692"/>
            <a:ext cx="64333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She’s the baby of family—of course she needs a window seat</a:t>
            </a:r>
            <a:endParaRPr b="0" i="0" sz="1800" u="none" cap="none" strike="noStrike">
              <a:solidFill>
                <a:srgbClr val="000000"/>
              </a:solidFill>
              <a:latin typeface="Arial"/>
              <a:ea typeface="Arial"/>
              <a:cs typeface="Arial"/>
              <a:sym typeface="Arial"/>
            </a:endParaRPr>
          </a:p>
        </p:txBody>
      </p:sp>
      <p:sp>
        <p:nvSpPr>
          <p:cNvPr id="736" name="Google Shape;736;p24"/>
          <p:cNvSpPr txBox="1"/>
          <p:nvPr/>
        </p:nvSpPr>
        <p:spPr>
          <a:xfrm>
            <a:off x="4367808" y="5157192"/>
            <a:ext cx="22892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Spread-too-thin aunt</a:t>
            </a:r>
            <a:endParaRPr b="0" i="0" sz="1800" u="none" cap="none" strike="noStrike">
              <a:solidFill>
                <a:srgbClr val="000000"/>
              </a:solidFill>
              <a:latin typeface="Arial"/>
              <a:ea typeface="Arial"/>
              <a:cs typeface="Arial"/>
              <a:sym typeface="Arial"/>
            </a:endParaRPr>
          </a:p>
        </p:txBody>
      </p:sp>
      <p:sp>
        <p:nvSpPr>
          <p:cNvPr id="737" name="Google Shape;737;p24"/>
          <p:cNvSpPr txBox="1"/>
          <p:nvPr/>
        </p:nvSpPr>
        <p:spPr>
          <a:xfrm>
            <a:off x="4295800" y="5589240"/>
            <a:ext cx="439248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As the </a:t>
            </a:r>
            <a:r>
              <a:rPr b="1" i="0" lang="en-US" sz="1800" u="none" cap="none" strike="noStrike">
                <a:solidFill>
                  <a:srgbClr val="FF0066"/>
                </a:solidFill>
                <a:latin typeface="Arial"/>
                <a:ea typeface="Arial"/>
                <a:cs typeface="Arial"/>
                <a:sym typeface="Arial"/>
              </a:rPr>
              <a:t>oldest</a:t>
            </a:r>
            <a:r>
              <a:rPr b="0" i="0" lang="en-US" sz="1800" u="none" cap="none" strike="noStrike">
                <a:solidFill>
                  <a:srgbClr val="000000"/>
                </a:solidFill>
                <a:latin typeface="Arial"/>
                <a:ea typeface="Arial"/>
                <a:cs typeface="Arial"/>
                <a:sym typeface="Arial"/>
              </a:rPr>
              <a:t> child, she thinks she has to take care of everyone and everything!</a:t>
            </a:r>
            <a:endParaRPr b="0" i="0" sz="1800" u="none" cap="none" strike="noStrike">
              <a:solidFill>
                <a:srgbClr val="000000"/>
              </a:solidFill>
              <a:latin typeface="Arial"/>
              <a:ea typeface="Arial"/>
              <a:cs typeface="Arial"/>
              <a:sym typeface="Arial"/>
            </a:endParaRPr>
          </a:p>
        </p:txBody>
      </p:sp>
      <p:sp>
        <p:nvSpPr>
          <p:cNvPr id="738" name="Google Shape;738;p24"/>
          <p:cNvSpPr txBox="1"/>
          <p:nvPr/>
        </p:nvSpPr>
        <p:spPr>
          <a:xfrm>
            <a:off x="4367808" y="971436"/>
            <a:ext cx="262269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Attention-seeking friend</a:t>
            </a:r>
            <a:endParaRPr b="0" i="0" sz="1800" u="none" cap="none" strike="noStrike">
              <a:solidFill>
                <a:srgbClr val="000000"/>
              </a:solidFill>
              <a:latin typeface="Arial"/>
              <a:ea typeface="Arial"/>
              <a:cs typeface="Arial"/>
              <a:sym typeface="Arial"/>
            </a:endParaRPr>
          </a:p>
        </p:txBody>
      </p:sp>
      <p:sp>
        <p:nvSpPr>
          <p:cNvPr id="739" name="Google Shape;739;p24"/>
          <p:cNvSpPr txBox="1"/>
          <p:nvPr/>
        </p:nvSpPr>
        <p:spPr>
          <a:xfrm>
            <a:off x="4367808" y="1619508"/>
            <a:ext cx="26217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Arial"/>
              <a:buNone/>
            </a:pPr>
            <a:r>
              <a:rPr b="1" i="0" lang="en-US" sz="1800" u="none" cap="none" strike="noStrike">
                <a:solidFill>
                  <a:srgbClr val="FF0066"/>
                </a:solidFill>
                <a:latin typeface="Arial"/>
                <a:ea typeface="Arial"/>
                <a:cs typeface="Arial"/>
                <a:sym typeface="Arial"/>
              </a:rPr>
              <a:t>middle-child </a:t>
            </a:r>
            <a:r>
              <a:rPr b="0" i="0" lang="en-US" sz="1800" u="none" cap="none" strike="noStrike">
                <a:solidFill>
                  <a:srgbClr val="000000"/>
                </a:solidFill>
                <a:latin typeface="Arial"/>
                <a:ea typeface="Arial"/>
                <a:cs typeface="Arial"/>
                <a:sym typeface="Arial"/>
              </a:rPr>
              <a:t>syndrome</a:t>
            </a:r>
            <a:endParaRPr b="0" i="0" sz="1800" u="none" cap="none" strike="noStrike">
              <a:solidFill>
                <a:srgbClr val="000000"/>
              </a:solidFill>
              <a:latin typeface="Arial"/>
              <a:ea typeface="Arial"/>
              <a:cs typeface="Arial"/>
              <a:sym typeface="Arial"/>
            </a:endParaRPr>
          </a:p>
        </p:txBody>
      </p:sp>
      <p:pic>
        <p:nvPicPr>
          <p:cNvPr descr="téléchargement.jpeg" id="740" name="Google Shape;740;p24"/>
          <p:cNvPicPr preferRelativeResize="0"/>
          <p:nvPr/>
        </p:nvPicPr>
        <p:blipFill rotWithShape="1">
          <a:blip r:embed="rId3">
            <a:alphaModFix/>
          </a:blip>
          <a:srcRect b="0" l="0" r="0" t="0"/>
          <a:stretch/>
        </p:blipFill>
        <p:spPr>
          <a:xfrm>
            <a:off x="82376" y="800134"/>
            <a:ext cx="4141416" cy="2484850"/>
          </a:xfrm>
          <a:prstGeom prst="rect">
            <a:avLst/>
          </a:prstGeom>
          <a:noFill/>
          <a:ln>
            <a:noFill/>
          </a:ln>
        </p:spPr>
      </p:pic>
      <p:pic>
        <p:nvPicPr>
          <p:cNvPr descr="267054-2119x1413-aunt-and-nice.jpg" id="741" name="Google Shape;741;p24"/>
          <p:cNvPicPr preferRelativeResize="0"/>
          <p:nvPr/>
        </p:nvPicPr>
        <p:blipFill rotWithShape="1">
          <a:blip r:embed="rId4">
            <a:alphaModFix/>
          </a:blip>
          <a:srcRect b="0" l="0" r="0" t="0"/>
          <a:stretch/>
        </p:blipFill>
        <p:spPr>
          <a:xfrm>
            <a:off x="0" y="3740310"/>
            <a:ext cx="4007768" cy="3117689"/>
          </a:xfrm>
          <a:prstGeom prst="rect">
            <a:avLst/>
          </a:prstGeom>
          <a:noFill/>
          <a:ln>
            <a:noFill/>
          </a:ln>
        </p:spPr>
      </p:pic>
      <p:pic>
        <p:nvPicPr>
          <p:cNvPr descr="big-sister-little-sister-blackwhite-whiteblack-red-glitter.jpg" id="742" name="Google Shape;742;p24"/>
          <p:cNvPicPr preferRelativeResize="0"/>
          <p:nvPr/>
        </p:nvPicPr>
        <p:blipFill rotWithShape="1">
          <a:blip r:embed="rId5">
            <a:alphaModFix/>
          </a:blip>
          <a:srcRect b="0" l="0" r="0" t="0"/>
          <a:stretch/>
        </p:blipFill>
        <p:spPr>
          <a:xfrm>
            <a:off x="8976320" y="372505"/>
            <a:ext cx="3161818" cy="3200511"/>
          </a:xfrm>
          <a:prstGeom prst="rect">
            <a:avLst/>
          </a:prstGeom>
          <a:noFill/>
          <a:ln>
            <a:noFill/>
          </a:ln>
        </p:spPr>
      </p:pic>
      <p:sp>
        <p:nvSpPr>
          <p:cNvPr id="743" name="Google Shape;743;p24"/>
          <p:cNvSpPr txBox="1"/>
          <p:nvPr/>
        </p:nvSpPr>
        <p:spPr>
          <a:xfrm>
            <a:off x="-24680" y="0"/>
            <a:ext cx="722786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Can you guess the birth order?</a:t>
            </a:r>
            <a:endParaRPr b="0" i="0" sz="4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8"/>
                                        </p:tgtEl>
                                        <p:attrNameLst>
                                          <p:attrName>style.visibility</p:attrName>
                                        </p:attrNameLst>
                                      </p:cBhvr>
                                      <p:to>
                                        <p:strVal val="visible"/>
                                      </p:to>
                                    </p:set>
                                    <p:anim calcmode="lin" valueType="num">
                                      <p:cBhvr additive="base">
                                        <p:cTn dur="500"/>
                                        <p:tgtEl>
                                          <p:spTgt spid="738"/>
                                        </p:tgtEl>
                                        <p:attrNameLst>
                                          <p:attrName>ppt_w</p:attrName>
                                        </p:attrNameLst>
                                      </p:cBhvr>
                                      <p:tavLst>
                                        <p:tav fmla="" tm="0">
                                          <p:val>
                                            <p:strVal val="0"/>
                                          </p:val>
                                        </p:tav>
                                        <p:tav fmla="" tm="100000">
                                          <p:val>
                                            <p:strVal val="#ppt_w"/>
                                          </p:val>
                                        </p:tav>
                                      </p:tavLst>
                                    </p:anim>
                                    <p:anim calcmode="lin" valueType="num">
                                      <p:cBhvr additive="base">
                                        <p:cTn dur="500"/>
                                        <p:tgtEl>
                                          <p:spTgt spid="73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40"/>
                                        </p:tgtEl>
                                        <p:attrNameLst>
                                          <p:attrName>style.visibility</p:attrName>
                                        </p:attrNameLst>
                                      </p:cBhvr>
                                      <p:to>
                                        <p:strVal val="visible"/>
                                      </p:to>
                                    </p:set>
                                    <p:anim calcmode="lin" valueType="num">
                                      <p:cBhvr additive="base">
                                        <p:cTn dur="500"/>
                                        <p:tgtEl>
                                          <p:spTgt spid="740"/>
                                        </p:tgtEl>
                                        <p:attrNameLst>
                                          <p:attrName>ppt_w</p:attrName>
                                        </p:attrNameLst>
                                      </p:cBhvr>
                                      <p:tavLst>
                                        <p:tav fmla="" tm="0">
                                          <p:val>
                                            <p:strVal val="0"/>
                                          </p:val>
                                        </p:tav>
                                        <p:tav fmla="" tm="100000">
                                          <p:val>
                                            <p:strVal val="#ppt_w"/>
                                          </p:val>
                                        </p:tav>
                                      </p:tavLst>
                                    </p:anim>
                                    <p:anim calcmode="lin" valueType="num">
                                      <p:cBhvr additive="base">
                                        <p:cTn dur="500"/>
                                        <p:tgtEl>
                                          <p:spTgt spid="7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9"/>
                                        </p:tgtEl>
                                        <p:attrNameLst>
                                          <p:attrName>style.visibility</p:attrName>
                                        </p:attrNameLst>
                                      </p:cBhvr>
                                      <p:to>
                                        <p:strVal val="visible"/>
                                      </p:to>
                                    </p:set>
                                    <p:anim calcmode="lin" valueType="num">
                                      <p:cBhvr additive="base">
                                        <p:cTn dur="500"/>
                                        <p:tgtEl>
                                          <p:spTgt spid="739"/>
                                        </p:tgtEl>
                                        <p:attrNameLst>
                                          <p:attrName>ppt_w</p:attrName>
                                        </p:attrNameLst>
                                      </p:cBhvr>
                                      <p:tavLst>
                                        <p:tav fmla="" tm="0">
                                          <p:val>
                                            <p:strVal val="0"/>
                                          </p:val>
                                        </p:tav>
                                        <p:tav fmla="" tm="100000">
                                          <p:val>
                                            <p:strVal val="#ppt_w"/>
                                          </p:val>
                                        </p:tav>
                                      </p:tavLst>
                                    </p:anim>
                                    <p:anim calcmode="lin" valueType="num">
                                      <p:cBhvr additive="base">
                                        <p:cTn dur="500"/>
                                        <p:tgtEl>
                                          <p:spTgt spid="7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5"/>
                                        </p:tgtEl>
                                        <p:attrNameLst>
                                          <p:attrName>style.visibility</p:attrName>
                                        </p:attrNameLst>
                                      </p:cBhvr>
                                      <p:to>
                                        <p:strVal val="visible"/>
                                      </p:to>
                                    </p:set>
                                    <p:anim calcmode="lin" valueType="num">
                                      <p:cBhvr additive="base">
                                        <p:cTn dur="500"/>
                                        <p:tgtEl>
                                          <p:spTgt spid="735"/>
                                        </p:tgtEl>
                                        <p:attrNameLst>
                                          <p:attrName>ppt_w</p:attrName>
                                        </p:attrNameLst>
                                      </p:cBhvr>
                                      <p:tavLst>
                                        <p:tav fmla="" tm="0">
                                          <p:val>
                                            <p:strVal val="0"/>
                                          </p:val>
                                        </p:tav>
                                        <p:tav fmla="" tm="100000">
                                          <p:val>
                                            <p:strVal val="#ppt_w"/>
                                          </p:val>
                                        </p:tav>
                                      </p:tavLst>
                                    </p:anim>
                                    <p:anim calcmode="lin" valueType="num">
                                      <p:cBhvr additive="base">
                                        <p:cTn dur="500"/>
                                        <p:tgtEl>
                                          <p:spTgt spid="73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42"/>
                                        </p:tgtEl>
                                        <p:attrNameLst>
                                          <p:attrName>style.visibility</p:attrName>
                                        </p:attrNameLst>
                                      </p:cBhvr>
                                      <p:to>
                                        <p:strVal val="visible"/>
                                      </p:to>
                                    </p:set>
                                    <p:anim calcmode="lin" valueType="num">
                                      <p:cBhvr additive="base">
                                        <p:cTn dur="500"/>
                                        <p:tgtEl>
                                          <p:spTgt spid="742"/>
                                        </p:tgtEl>
                                        <p:attrNameLst>
                                          <p:attrName>ppt_w</p:attrName>
                                        </p:attrNameLst>
                                      </p:cBhvr>
                                      <p:tavLst>
                                        <p:tav fmla="" tm="0">
                                          <p:val>
                                            <p:strVal val="0"/>
                                          </p:val>
                                        </p:tav>
                                        <p:tav fmla="" tm="100000">
                                          <p:val>
                                            <p:strVal val="#ppt_w"/>
                                          </p:val>
                                        </p:tav>
                                      </p:tavLst>
                                    </p:anim>
                                    <p:anim calcmode="lin" valueType="num">
                                      <p:cBhvr additive="base">
                                        <p:cTn dur="500"/>
                                        <p:tgtEl>
                                          <p:spTgt spid="74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4"/>
                                        </p:tgtEl>
                                        <p:attrNameLst>
                                          <p:attrName>style.visibility</p:attrName>
                                        </p:attrNameLst>
                                      </p:cBhvr>
                                      <p:to>
                                        <p:strVal val="visible"/>
                                      </p:to>
                                    </p:set>
                                    <p:anim calcmode="lin" valueType="num">
                                      <p:cBhvr additive="base">
                                        <p:cTn dur="500"/>
                                        <p:tgtEl>
                                          <p:spTgt spid="734"/>
                                        </p:tgtEl>
                                        <p:attrNameLst>
                                          <p:attrName>ppt_w</p:attrName>
                                        </p:attrNameLst>
                                      </p:cBhvr>
                                      <p:tavLst>
                                        <p:tav fmla="" tm="0">
                                          <p:val>
                                            <p:strVal val="0"/>
                                          </p:val>
                                        </p:tav>
                                        <p:tav fmla="" tm="100000">
                                          <p:val>
                                            <p:strVal val="#ppt_w"/>
                                          </p:val>
                                        </p:tav>
                                      </p:tavLst>
                                    </p:anim>
                                    <p:anim calcmode="lin" valueType="num">
                                      <p:cBhvr additive="base">
                                        <p:cTn dur="500"/>
                                        <p:tgtEl>
                                          <p:spTgt spid="73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6"/>
                                        </p:tgtEl>
                                        <p:attrNameLst>
                                          <p:attrName>style.visibility</p:attrName>
                                        </p:attrNameLst>
                                      </p:cBhvr>
                                      <p:to>
                                        <p:strVal val="visible"/>
                                      </p:to>
                                    </p:set>
                                    <p:anim calcmode="lin" valueType="num">
                                      <p:cBhvr additive="base">
                                        <p:cTn dur="500"/>
                                        <p:tgtEl>
                                          <p:spTgt spid="736"/>
                                        </p:tgtEl>
                                        <p:attrNameLst>
                                          <p:attrName>ppt_w</p:attrName>
                                        </p:attrNameLst>
                                      </p:cBhvr>
                                      <p:tavLst>
                                        <p:tav fmla="" tm="0">
                                          <p:val>
                                            <p:strVal val="0"/>
                                          </p:val>
                                        </p:tav>
                                        <p:tav fmla="" tm="100000">
                                          <p:val>
                                            <p:strVal val="#ppt_w"/>
                                          </p:val>
                                        </p:tav>
                                      </p:tavLst>
                                    </p:anim>
                                    <p:anim calcmode="lin" valueType="num">
                                      <p:cBhvr additive="base">
                                        <p:cTn dur="500"/>
                                        <p:tgtEl>
                                          <p:spTgt spid="73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41"/>
                                        </p:tgtEl>
                                        <p:attrNameLst>
                                          <p:attrName>style.visibility</p:attrName>
                                        </p:attrNameLst>
                                      </p:cBhvr>
                                      <p:to>
                                        <p:strVal val="visible"/>
                                      </p:to>
                                    </p:set>
                                    <p:anim calcmode="lin" valueType="num">
                                      <p:cBhvr additive="base">
                                        <p:cTn dur="500"/>
                                        <p:tgtEl>
                                          <p:spTgt spid="741"/>
                                        </p:tgtEl>
                                        <p:attrNameLst>
                                          <p:attrName>ppt_w</p:attrName>
                                        </p:attrNameLst>
                                      </p:cBhvr>
                                      <p:tavLst>
                                        <p:tav fmla="" tm="0">
                                          <p:val>
                                            <p:strVal val="0"/>
                                          </p:val>
                                        </p:tav>
                                        <p:tav fmla="" tm="100000">
                                          <p:val>
                                            <p:strVal val="#ppt_w"/>
                                          </p:val>
                                        </p:tav>
                                      </p:tavLst>
                                    </p:anim>
                                    <p:anim calcmode="lin" valueType="num">
                                      <p:cBhvr additive="base">
                                        <p:cTn dur="500"/>
                                        <p:tgtEl>
                                          <p:spTgt spid="74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37"/>
                                        </p:tgtEl>
                                        <p:attrNameLst>
                                          <p:attrName>style.visibility</p:attrName>
                                        </p:attrNameLst>
                                      </p:cBhvr>
                                      <p:to>
                                        <p:strVal val="visible"/>
                                      </p:to>
                                    </p:set>
                                    <p:anim calcmode="lin" valueType="num">
                                      <p:cBhvr additive="base">
                                        <p:cTn dur="500"/>
                                        <p:tgtEl>
                                          <p:spTgt spid="737"/>
                                        </p:tgtEl>
                                        <p:attrNameLst>
                                          <p:attrName>ppt_w</p:attrName>
                                        </p:attrNameLst>
                                      </p:cBhvr>
                                      <p:tavLst>
                                        <p:tav fmla="" tm="0">
                                          <p:val>
                                            <p:strVal val="0"/>
                                          </p:val>
                                        </p:tav>
                                        <p:tav fmla="" tm="100000">
                                          <p:val>
                                            <p:strVal val="#ppt_w"/>
                                          </p:val>
                                        </p:tav>
                                      </p:tavLst>
                                    </p:anim>
                                    <p:anim calcmode="lin" valueType="num">
                                      <p:cBhvr additive="base">
                                        <p:cTn dur="500"/>
                                        <p:tgtEl>
                                          <p:spTgt spid="73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25"/>
          <p:cNvSpPr txBox="1"/>
          <p:nvPr/>
        </p:nvSpPr>
        <p:spPr>
          <a:xfrm>
            <a:off x="4655840" y="1124744"/>
            <a:ext cx="7344815" cy="44935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br>
              <a:rPr b="1" i="0" lang="en-US" sz="2400" u="none" cap="none" strike="noStrike">
                <a:solidFill>
                  <a:srgbClr val="000000"/>
                </a:solidFill>
                <a:latin typeface="Arial"/>
                <a:ea typeface="Arial"/>
                <a:cs typeface="Arial"/>
                <a:sym typeface="Arial"/>
              </a:rPr>
            </a:br>
            <a:r>
              <a:rPr b="1" i="0" lang="en-US" sz="2800" u="none" cap="none" strike="noStrike">
                <a:solidFill>
                  <a:srgbClr val="000000"/>
                </a:solidFill>
                <a:latin typeface="Arial"/>
                <a:ea typeface="Arial"/>
                <a:cs typeface="Arial"/>
                <a:sym typeface="Arial"/>
              </a:rPr>
              <a:t>Research indicates that:</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number one factor influencing personality is </a:t>
            </a:r>
            <a:r>
              <a:rPr b="0" i="0" lang="en-US" sz="2400" u="sng" cap="none" strike="noStrike">
                <a:solidFill>
                  <a:srgbClr val="E51EA0"/>
                </a:solidFill>
                <a:latin typeface="Arial"/>
                <a:ea typeface="Arial"/>
                <a:cs typeface="Arial"/>
                <a:sym typeface="Arial"/>
              </a:rPr>
              <a:t>birth order</a:t>
            </a:r>
            <a:r>
              <a:rPr b="0" i="0" lang="en-US" sz="2400" u="none" cap="none" strike="noStrike">
                <a:solidFill>
                  <a:srgbClr val="E51EA0"/>
                </a:solidFill>
                <a:latin typeface="Arial"/>
                <a:ea typeface="Arial"/>
                <a:cs typeface="Arial"/>
                <a:sym typeface="Arial"/>
              </a:rPr>
              <a:t>,</a:t>
            </a:r>
            <a:r>
              <a:rPr b="0" i="0" lang="en-US" sz="2400" u="none" cap="none" strike="noStrike">
                <a:solidFill>
                  <a:srgbClr val="000000"/>
                </a:solidFill>
                <a:latin typeface="Arial"/>
                <a:ea typeface="Arial"/>
                <a:cs typeface="Arial"/>
                <a:sym typeface="Arial"/>
              </a:rPr>
              <a:t> making the person unique.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While other factors, such as </a:t>
            </a:r>
            <a:r>
              <a:rPr b="0" i="0" lang="en-US" sz="2400" u="sng" cap="none" strike="noStrike">
                <a:solidFill>
                  <a:srgbClr val="E51EA0"/>
                </a:solidFill>
                <a:latin typeface="Arial"/>
                <a:ea typeface="Arial"/>
                <a:cs typeface="Arial"/>
                <a:sym typeface="Arial"/>
              </a:rPr>
              <a:t>age</a:t>
            </a:r>
            <a:r>
              <a:rPr b="0" i="0" lang="en-US" sz="2400" u="none" cap="none" strike="noStrike">
                <a:solidFill>
                  <a:srgbClr val="000000"/>
                </a:solidFill>
                <a:latin typeface="Arial"/>
                <a:ea typeface="Arial"/>
                <a:cs typeface="Arial"/>
                <a:sym typeface="Arial"/>
              </a:rPr>
              <a:t>, </a:t>
            </a:r>
            <a:r>
              <a:rPr b="0" i="0" lang="en-US" sz="2400" u="sng" cap="none" strike="noStrike">
                <a:solidFill>
                  <a:srgbClr val="E51EA0"/>
                </a:solidFill>
                <a:latin typeface="Arial"/>
                <a:ea typeface="Arial"/>
                <a:cs typeface="Arial"/>
                <a:sym typeface="Arial"/>
              </a:rPr>
              <a:t>race</a:t>
            </a:r>
            <a:r>
              <a:rPr b="0" i="0" lang="en-US" sz="2400" u="none" cap="none" strike="noStrike">
                <a:solidFill>
                  <a:srgbClr val="000000"/>
                </a:solidFill>
                <a:latin typeface="Arial"/>
                <a:ea typeface="Arial"/>
                <a:cs typeface="Arial"/>
                <a:sym typeface="Arial"/>
              </a:rPr>
              <a:t>, and </a:t>
            </a:r>
            <a:r>
              <a:rPr b="0" i="0" lang="en-US" sz="2400" u="sng" cap="none" strike="noStrike">
                <a:solidFill>
                  <a:srgbClr val="E51EA0"/>
                </a:solidFill>
                <a:latin typeface="Arial"/>
                <a:ea typeface="Arial"/>
                <a:cs typeface="Arial"/>
                <a:sym typeface="Arial"/>
              </a:rPr>
              <a:t>gender</a:t>
            </a:r>
            <a:r>
              <a:rPr b="0" i="0" lang="en-US" sz="2400" u="none" cap="none" strike="noStrike">
                <a:solidFill>
                  <a:srgbClr val="E51EA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play a role in shaping personality.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Birth order also influences </a:t>
            </a:r>
            <a:r>
              <a:rPr b="0" i="0" lang="en-US" sz="2400" u="sng" cap="none" strike="noStrike">
                <a:solidFill>
                  <a:srgbClr val="E51EA0"/>
                </a:solidFill>
                <a:latin typeface="Arial"/>
                <a:ea typeface="Arial"/>
                <a:cs typeface="Arial"/>
                <a:sym typeface="Arial"/>
              </a:rPr>
              <a:t>beliefs</a:t>
            </a:r>
            <a:r>
              <a:rPr b="0" i="0" lang="en-US" sz="2400" u="none" cap="none" strike="noStrike">
                <a:solidFill>
                  <a:srgbClr val="000000"/>
                </a:solidFill>
                <a:latin typeface="Arial"/>
                <a:ea typeface="Arial"/>
                <a:cs typeface="Arial"/>
                <a:sym typeface="Arial"/>
              </a:rPr>
              <a:t>, </a:t>
            </a:r>
            <a:r>
              <a:rPr b="0" i="0" lang="en-US" sz="2400" u="sng" cap="none" strike="noStrike">
                <a:solidFill>
                  <a:srgbClr val="E51EA0"/>
                </a:solidFill>
                <a:latin typeface="Arial"/>
                <a:ea typeface="Arial"/>
                <a:cs typeface="Arial"/>
                <a:sym typeface="Arial"/>
              </a:rPr>
              <a:t>outlook</a:t>
            </a:r>
            <a:r>
              <a:rPr b="0" i="0" lang="en-US" sz="2400" u="none" cap="none" strike="noStrike">
                <a:solidFill>
                  <a:srgbClr val="000000"/>
                </a:solidFill>
                <a:latin typeface="Arial"/>
                <a:ea typeface="Arial"/>
                <a:cs typeface="Arial"/>
                <a:sym typeface="Arial"/>
              </a:rPr>
              <a:t>, and overall </a:t>
            </a:r>
            <a:r>
              <a:rPr b="0" i="0" lang="en-US" sz="2400" u="sng" cap="none" strike="noStrike">
                <a:solidFill>
                  <a:srgbClr val="E51EA0"/>
                </a:solidFill>
                <a:latin typeface="Arial"/>
                <a:ea typeface="Arial"/>
                <a:cs typeface="Arial"/>
                <a:sym typeface="Arial"/>
              </a:rPr>
              <a:t>well-being</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98"/>
          <p:cNvSpPr txBox="1"/>
          <p:nvPr/>
        </p:nvSpPr>
        <p:spPr>
          <a:xfrm>
            <a:off x="0" y="0"/>
            <a:ext cx="12192000" cy="6858000"/>
          </a:xfrm>
          <a:prstGeom prst="rect">
            <a:avLst/>
          </a:prstGeom>
          <a:noFill/>
          <a:ln>
            <a:noFill/>
          </a:ln>
        </p:spPr>
        <p:txBody>
          <a:bodyPr anchorCtr="0" anchor="t" bIns="45700" lIns="91425" spcFirstLastPara="1" rIns="91425" wrap="square" tIns="45700">
            <a:noAutofit/>
          </a:bodyPr>
          <a:lstStyle/>
          <a:p>
            <a:pPr indent="-609600" lvl="0" marL="609600" marR="0" rtl="0" algn="ctr">
              <a:lnSpc>
                <a:spcPct val="100000"/>
              </a:lnSpc>
              <a:spcBef>
                <a:spcPts val="0"/>
              </a:spcBef>
              <a:spcAft>
                <a:spcPts val="0"/>
              </a:spcAft>
              <a:buClr>
                <a:schemeClr val="hlink"/>
              </a:buClr>
              <a:buSzPts val="900"/>
              <a:buFont typeface="Times New Roman"/>
              <a:buNone/>
            </a:pPr>
            <a:r>
              <a:t/>
            </a:r>
            <a:endParaRPr b="0" i="0" sz="3600" u="none" cap="none" strike="noStrike">
              <a:solidFill>
                <a:srgbClr val="E51EA0"/>
              </a:solidFill>
              <a:latin typeface="Times New Roman"/>
              <a:ea typeface="Times New Roman"/>
              <a:cs typeface="Times New Roman"/>
              <a:sym typeface="Times New Roman"/>
            </a:endParaRPr>
          </a:p>
          <a:p>
            <a:pPr indent="-609600" lvl="0" marL="609600" marR="0" rtl="0" algn="ctr">
              <a:lnSpc>
                <a:spcPct val="100000"/>
              </a:lnSpc>
              <a:spcBef>
                <a:spcPts val="0"/>
              </a:spcBef>
              <a:spcAft>
                <a:spcPts val="0"/>
              </a:spcAft>
              <a:buClr>
                <a:schemeClr val="hlink"/>
              </a:buClr>
              <a:buSzPts val="900"/>
              <a:buFont typeface="Times New Roman"/>
              <a:buNone/>
            </a:pPr>
            <a:r>
              <a:rPr b="0" i="0" lang="en-US" sz="3600" u="none" cap="none" strike="noStrike">
                <a:solidFill>
                  <a:srgbClr val="E51EA0"/>
                </a:solidFill>
                <a:latin typeface="Times New Roman"/>
                <a:ea typeface="Times New Roman"/>
                <a:cs typeface="Times New Roman"/>
                <a:sym typeface="Times New Roman"/>
              </a:rPr>
              <a:t>What shapes personality development?</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12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 </a:t>
            </a:r>
            <a:endParaRPr b="0" i="0" sz="2200" u="none" cap="none" strike="noStrike">
              <a:solidFill>
                <a:schemeClr val="dk1"/>
              </a:solidFill>
              <a:latin typeface="Times New Roman"/>
              <a:ea typeface="Times New Roman"/>
              <a:cs typeface="Times New Roman"/>
              <a:sym typeface="Times New Roman"/>
            </a:endParaRPr>
          </a:p>
          <a:p>
            <a:pPr indent="-609600" lvl="0" marL="609600" marR="0" rtl="0" algn="l">
              <a:lnSpc>
                <a:spcPct val="100000"/>
              </a:lnSpc>
              <a:spcBef>
                <a:spcPts val="1200"/>
              </a:spcBef>
              <a:spcAft>
                <a:spcPts val="0"/>
              </a:spcAft>
              <a:buClr>
                <a:schemeClr val="dk1"/>
              </a:buClr>
              <a:buSzPts val="550"/>
              <a:buFont typeface="Times New Roman"/>
              <a:buNone/>
            </a:pPr>
            <a:r>
              <a:rPr b="1" i="0" lang="en-US" sz="2200" u="none" cap="none" strike="noStrike">
                <a:solidFill>
                  <a:schemeClr val="dk1"/>
                </a:solidFill>
                <a:latin typeface="Times New Roman"/>
                <a:ea typeface="Times New Roman"/>
                <a:cs typeface="Times New Roman"/>
                <a:sym typeface="Times New Roman"/>
              </a:rPr>
              <a:t>Personality:</a:t>
            </a:r>
            <a:r>
              <a:rPr b="0" i="0" lang="en-US" sz="2200" u="none" cap="none" strike="noStrike">
                <a:solidFill>
                  <a:schemeClr val="dk1"/>
                </a:solidFill>
                <a:latin typeface="Times New Roman"/>
                <a:ea typeface="Times New Roman"/>
                <a:cs typeface="Times New Roman"/>
                <a:sym typeface="Times New Roman"/>
              </a:rPr>
              <a:t>  the total of behaviors, attitudes, beliefs, and values that are characteristic of an individual.</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12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		1. Determines how we adjust to our environment.</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9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		2. Determines how we react in certain situations.</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9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		3. No two individuals are the same.</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1200"/>
              </a:spcBef>
              <a:spcAft>
                <a:spcPts val="0"/>
              </a:spcAft>
              <a:buClr>
                <a:schemeClr val="dk1"/>
              </a:buClr>
              <a:buSzPts val="550"/>
              <a:buFont typeface="Times New Roman"/>
              <a:buNone/>
            </a:pPr>
            <a:r>
              <a:rPr b="1" i="0" lang="en-US" sz="2200" u="none" cap="none" strike="noStrike">
                <a:solidFill>
                  <a:schemeClr val="dk1"/>
                </a:solidFill>
                <a:latin typeface="Times New Roman"/>
                <a:ea typeface="Times New Roman"/>
                <a:cs typeface="Times New Roman"/>
                <a:sym typeface="Times New Roman"/>
              </a:rPr>
              <a:t>Nature vs. Nurture</a:t>
            </a:r>
            <a:r>
              <a:rPr b="0" i="0" lang="en-US" sz="2200" u="none" cap="none" strike="noStrike">
                <a:solidFill>
                  <a:schemeClr val="dk1"/>
                </a:solidFill>
                <a:latin typeface="Times New Roman"/>
                <a:ea typeface="Times New Roman"/>
                <a:cs typeface="Times New Roman"/>
                <a:sym typeface="Times New Roman"/>
              </a:rPr>
              <a:t> (inherited characteristics vs. environmental/ social learning)</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12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1. </a:t>
            </a:r>
            <a:r>
              <a:rPr b="1" i="0" lang="en-US" sz="2200" u="none" cap="none" strike="noStrike">
                <a:solidFill>
                  <a:schemeClr val="dk1"/>
                </a:solidFill>
                <a:latin typeface="Times New Roman"/>
                <a:ea typeface="Times New Roman"/>
                <a:cs typeface="Times New Roman"/>
                <a:sym typeface="Times New Roman"/>
              </a:rPr>
              <a:t>Heredity:</a:t>
            </a:r>
            <a:r>
              <a:rPr b="0" i="0" lang="en-US" sz="2200" u="none" cap="none" strike="noStrike">
                <a:solidFill>
                  <a:schemeClr val="dk1"/>
                </a:solidFill>
                <a:latin typeface="Times New Roman"/>
                <a:ea typeface="Times New Roman"/>
                <a:cs typeface="Times New Roman"/>
                <a:sym typeface="Times New Roman"/>
              </a:rPr>
              <a:t> the transmission of genetic characteristics from parents to children.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2. </a:t>
            </a:r>
            <a:r>
              <a:rPr b="1" i="0" lang="en-US" sz="2200" u="none" cap="none" strike="noStrike">
                <a:solidFill>
                  <a:schemeClr val="dk1"/>
                </a:solidFill>
                <a:latin typeface="Times New Roman"/>
                <a:ea typeface="Times New Roman"/>
                <a:cs typeface="Times New Roman"/>
                <a:sym typeface="Times New Roman"/>
              </a:rPr>
              <a:t>Instinct:</a:t>
            </a:r>
            <a:r>
              <a:rPr b="0" i="0" lang="en-US" sz="2200" u="none" cap="none" strike="noStrike">
                <a:solidFill>
                  <a:schemeClr val="dk1"/>
                </a:solidFill>
                <a:latin typeface="Times New Roman"/>
                <a:ea typeface="Times New Roman"/>
                <a:cs typeface="Times New Roman"/>
                <a:sym typeface="Times New Roman"/>
              </a:rPr>
              <a:t> unchanging, biologically inherited pattern.</a:t>
            </a:r>
            <a:endParaRPr b="0" i="0" sz="1400" u="none" cap="none" strike="noStrike">
              <a:solidFill>
                <a:srgbClr val="000000"/>
              </a:solidFill>
              <a:latin typeface="Arial"/>
              <a:ea typeface="Arial"/>
              <a:cs typeface="Arial"/>
              <a:sym typeface="Arial"/>
            </a:endParaRPr>
          </a:p>
          <a:p>
            <a:pPr indent="-609600" lvl="0" marL="609600" marR="0" rtl="0" algn="l">
              <a:lnSpc>
                <a:spcPct val="100000"/>
              </a:lnSpc>
              <a:spcBef>
                <a:spcPts val="1200"/>
              </a:spcBef>
              <a:spcAft>
                <a:spcPts val="0"/>
              </a:spcAft>
              <a:buClr>
                <a:schemeClr val="dk1"/>
              </a:buClr>
              <a:buSzPts val="550"/>
              <a:buFont typeface="Times New Roman"/>
              <a:buNone/>
            </a:pPr>
            <a:r>
              <a:rPr b="0" i="0" lang="en-US" sz="2200" u="none" cap="none" strike="noStrike">
                <a:solidFill>
                  <a:schemeClr val="dk1"/>
                </a:solidFill>
                <a:latin typeface="Times New Roman"/>
                <a:ea typeface="Times New Roman"/>
                <a:cs typeface="Times New Roman"/>
                <a:sym typeface="Times New Roman"/>
              </a:rPr>
              <a:t>3. </a:t>
            </a:r>
            <a:r>
              <a:rPr b="1" i="0" lang="en-US" sz="2200" u="none" cap="none" strike="noStrike">
                <a:solidFill>
                  <a:schemeClr val="dk1"/>
                </a:solidFill>
                <a:latin typeface="Times New Roman"/>
                <a:ea typeface="Times New Roman"/>
                <a:cs typeface="Times New Roman"/>
                <a:sym typeface="Times New Roman"/>
              </a:rPr>
              <a:t>Social environment and learning.</a:t>
            </a:r>
            <a:r>
              <a:rPr b="0" i="0" lang="en-US" sz="2200" u="none" cap="none" strike="noStrike">
                <a:solidFill>
                  <a:schemeClr val="dk1"/>
                </a:solidFill>
                <a:latin typeface="Times New Roman"/>
                <a:ea typeface="Times New Roman"/>
                <a:cs typeface="Times New Roman"/>
                <a:sym typeface="Times New Roman"/>
              </a:rPr>
              <a:t> Most Social scientists believe that environmental or nurture has the greatest influence. (Pavlov &amp; dogs salivate).</a:t>
            </a:r>
            <a:r>
              <a:rPr b="0" i="0" lang="en-US" sz="22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99"/>
          <p:cNvSpPr txBox="1"/>
          <p:nvPr/>
        </p:nvSpPr>
        <p:spPr>
          <a:xfrm>
            <a:off x="566180" y="45900"/>
            <a:ext cx="10833933" cy="681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accent1"/>
                </a:solidFill>
                <a:latin typeface="Times New Roman"/>
                <a:ea typeface="Times New Roman"/>
                <a:cs typeface="Times New Roman"/>
                <a:sym typeface="Times New Roman"/>
              </a:rPr>
              <a:t>Four main factors which determine Personality: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700"/>
              <a:buFont typeface="Times New Roman"/>
              <a:buNone/>
            </a:pPr>
            <a:r>
              <a:rPr b="0" i="0" lang="en-US" sz="2800" u="none" cap="none" strike="noStrike">
                <a:solidFill>
                  <a:srgbClr val="9B116B"/>
                </a:solidFill>
                <a:latin typeface="Times New Roman"/>
                <a:ea typeface="Times New Roman"/>
                <a:cs typeface="Times New Roman"/>
                <a:sym typeface="Times New Roman"/>
              </a:rPr>
              <a:t>1.  </a:t>
            </a:r>
            <a:r>
              <a:rPr b="1" i="0" lang="en-US" sz="2800" u="none" cap="none" strike="noStrike">
                <a:solidFill>
                  <a:srgbClr val="9B116B"/>
                </a:solidFill>
                <a:latin typeface="Times New Roman"/>
                <a:ea typeface="Times New Roman"/>
                <a:cs typeface="Times New Roman"/>
                <a:sym typeface="Times New Roman"/>
              </a:rPr>
              <a:t>Heredity:</a:t>
            </a:r>
            <a:r>
              <a:rPr b="0" i="0" lang="en-US" sz="2800" u="none" cap="none" strike="noStrike">
                <a:solidFill>
                  <a:srgbClr val="9B116B"/>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What you are born with can also include certain aptitudes: a capacity to learn a particular skill like art or music.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700"/>
              <a:buFont typeface="Times New Roman"/>
              <a:buNone/>
            </a:pPr>
            <a:r>
              <a:rPr b="0" i="0" lang="en-US" sz="2800" u="none" cap="none" strike="noStrike">
                <a:solidFill>
                  <a:srgbClr val="9B126C"/>
                </a:solidFill>
                <a:latin typeface="Times New Roman"/>
                <a:ea typeface="Times New Roman"/>
                <a:cs typeface="Times New Roman"/>
                <a:sym typeface="Times New Roman"/>
              </a:rPr>
              <a:t> 2.  </a:t>
            </a:r>
            <a:r>
              <a:rPr b="1" i="0" lang="en-US" sz="2800" u="none" cap="none" strike="noStrike">
                <a:solidFill>
                  <a:srgbClr val="9B126C"/>
                </a:solidFill>
                <a:latin typeface="Times New Roman"/>
                <a:ea typeface="Times New Roman"/>
                <a:cs typeface="Times New Roman"/>
                <a:sym typeface="Times New Roman"/>
              </a:rPr>
              <a:t>Birth Order:</a:t>
            </a:r>
            <a:r>
              <a:rPr b="0" i="0" lang="en-US" sz="2800" u="none" cap="none" strike="noStrike">
                <a:solidFill>
                  <a:srgbClr val="9B126C"/>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Our personalities are also influenced by whether we have 	brothers, sisters, both, or neither.  Birth order can affect views of the 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9B126C"/>
                </a:solidFill>
                <a:latin typeface="Times New Roman"/>
                <a:ea typeface="Times New Roman"/>
                <a:cs typeface="Times New Roman"/>
                <a:sym typeface="Times New Roman"/>
              </a:rPr>
              <a:t>3.  </a:t>
            </a:r>
            <a:r>
              <a:rPr b="1" i="0" lang="en-US" sz="2800" u="none" cap="none" strike="noStrike">
                <a:solidFill>
                  <a:srgbClr val="9B126C"/>
                </a:solidFill>
                <a:latin typeface="Times New Roman"/>
                <a:ea typeface="Times New Roman"/>
                <a:cs typeface="Times New Roman"/>
                <a:sym typeface="Times New Roman"/>
              </a:rPr>
              <a:t>Parental Characteristics:</a:t>
            </a:r>
            <a:r>
              <a:rPr b="0" i="0" lang="en-US" sz="2800" u="none" cap="none" strike="noStrike">
                <a:solidFill>
                  <a:srgbClr val="9B126C"/>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for example; age of parents can  have an	 </a:t>
            </a:r>
            <a:r>
              <a:rPr lang="en-US" sz="2800">
                <a:solidFill>
                  <a:schemeClr val="dk1"/>
                </a:solidFill>
                <a:latin typeface="Times New Roman"/>
                <a:ea typeface="Times New Roman"/>
                <a:cs typeface="Times New Roman"/>
                <a:sym typeface="Times New Roman"/>
              </a:rPr>
              <a:t>e</a:t>
            </a:r>
            <a:r>
              <a:rPr b="0" i="0" lang="en-US" sz="2800" u="none" cap="none" strike="noStrike">
                <a:solidFill>
                  <a:schemeClr val="dk1"/>
                </a:solidFill>
                <a:latin typeface="Times New Roman"/>
                <a:ea typeface="Times New Roman"/>
                <a:cs typeface="Times New Roman"/>
                <a:sym typeface="Times New Roman"/>
              </a:rPr>
              <a:t>ffect on children</a:t>
            </a:r>
            <a:r>
              <a:rPr b="0" i="0" lang="en-US" sz="2800" u="none" cap="none" strike="noStrike">
                <a:solidFill>
                  <a:schemeClr val="dk1"/>
                </a:solidFill>
                <a:latin typeface="Arial"/>
                <a:ea typeface="Arial"/>
                <a:cs typeface="Arial"/>
                <a:sym typeface="Arial"/>
              </a:rPr>
              <a:t>’</a:t>
            </a:r>
            <a:r>
              <a:rPr b="0" i="0" lang="en-US" sz="2800" u="none" cap="none" strike="noStrike">
                <a:solidFill>
                  <a:schemeClr val="dk1"/>
                </a:solidFill>
                <a:latin typeface="Times New Roman"/>
                <a:ea typeface="Times New Roman"/>
                <a:cs typeface="Times New Roman"/>
                <a:sym typeface="Times New Roman"/>
              </a:rPr>
              <a:t>s development.  Also; level of education, religious 	orientation, economic status, cultural heritage, and occupation.</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9B126C"/>
                </a:solidFill>
                <a:latin typeface="Times New Roman"/>
                <a:ea typeface="Times New Roman"/>
                <a:cs typeface="Times New Roman"/>
                <a:sym typeface="Times New Roman"/>
              </a:rPr>
              <a:t>4.  </a:t>
            </a:r>
            <a:r>
              <a:rPr b="1" i="0" lang="en-US" sz="2800" u="none" cap="none" strike="noStrike">
                <a:solidFill>
                  <a:srgbClr val="9B126C"/>
                </a:solidFill>
                <a:latin typeface="Times New Roman"/>
                <a:ea typeface="Times New Roman"/>
                <a:cs typeface="Times New Roman"/>
                <a:sym typeface="Times New Roman"/>
              </a:rPr>
              <a:t>Cultural Environment:</a:t>
            </a:r>
            <a:r>
              <a:rPr b="0" i="0" lang="en-US" sz="2800" u="none" cap="none" strike="noStrike">
                <a:solidFill>
                  <a:srgbClr val="9B126C"/>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determines basic types of personalities that	 will be found in a society.  Each culture has model personality types; 	I.e. U.S. = competitiveness, assertiveness, and individualism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7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200"/>
          <p:cNvSpPr txBox="1"/>
          <p:nvPr>
            <p:ph idx="1" type="body"/>
          </p:nvPr>
        </p:nvSpPr>
        <p:spPr>
          <a:xfrm>
            <a:off x="101600" y="375550"/>
            <a:ext cx="11988800" cy="52578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0000"/>
              </a:lnSpc>
              <a:spcBef>
                <a:spcPts val="0"/>
              </a:spcBef>
              <a:spcAft>
                <a:spcPts val="0"/>
              </a:spcAft>
              <a:buClr>
                <a:schemeClr val="hlink"/>
              </a:buClr>
              <a:buSzPts val="700"/>
              <a:buFont typeface="Noto Sans Symbols"/>
              <a:buNone/>
            </a:pPr>
            <a:r>
              <a:rPr b="1" i="1" lang="en-US" sz="2800" u="sng" cap="none" strike="noStrike">
                <a:solidFill>
                  <a:srgbClr val="9B116B"/>
                </a:solidFill>
                <a:latin typeface="Arial"/>
                <a:ea typeface="Arial"/>
                <a:cs typeface="Arial"/>
                <a:sym typeface="Arial"/>
              </a:rPr>
              <a:t>True or False </a:t>
            </a:r>
            <a:endParaRPr b="1" i="1" sz="2800" u="sng" cap="none" strike="noStrike">
              <a:solidFill>
                <a:srgbClr val="9B116B"/>
              </a:solidFill>
              <a:latin typeface="Arial"/>
              <a:ea typeface="Arial"/>
              <a:cs typeface="Arial"/>
              <a:sym typeface="Arial"/>
            </a:endParaRPr>
          </a:p>
          <a:p>
            <a:pPr indent="-342900" lvl="0" marL="342900" marR="0" rtl="0" algn="ctr">
              <a:lnSpc>
                <a:spcPct val="80000"/>
              </a:lnSpc>
              <a:spcBef>
                <a:spcPts val="0"/>
              </a:spcBef>
              <a:spcAft>
                <a:spcPts val="0"/>
              </a:spcAft>
              <a:buClr>
                <a:schemeClr val="hlink"/>
              </a:buClr>
              <a:buSzPts val="700"/>
              <a:buFont typeface="Noto Sans Symbols"/>
              <a:buNone/>
            </a:pPr>
            <a:r>
              <a:t/>
            </a:r>
            <a:endParaRPr b="1" i="0" sz="2800" u="none" cap="none" strike="noStrike">
              <a:solidFill>
                <a:srgbClr val="9B116B"/>
              </a:solidFill>
              <a:latin typeface="Arial"/>
              <a:ea typeface="Arial"/>
              <a:cs typeface="Arial"/>
              <a:sym typeface="Arial"/>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000000"/>
                </a:solidFill>
                <a:latin typeface="Arial"/>
                <a:ea typeface="Arial"/>
                <a:cs typeface="Arial"/>
                <a:sym typeface="Arial"/>
              </a:rPr>
              <a:t>An individual’s personality is based on his or her genetic makeup, intelligence, and knowledge.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9B126C"/>
                </a:solidFill>
                <a:latin typeface="Arial"/>
                <a:ea typeface="Arial"/>
                <a:cs typeface="Arial"/>
                <a:sym typeface="Arial"/>
              </a:rPr>
              <a:t>True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000000"/>
                </a:solidFill>
                <a:latin typeface="Arial"/>
                <a:ea typeface="Arial"/>
                <a:cs typeface="Arial"/>
                <a:sym typeface="Arial"/>
              </a:rPr>
              <a:t>People’s families, experiences, and interactions with others play a large role in shaping personality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9B126C"/>
                </a:solidFill>
                <a:latin typeface="Arial"/>
                <a:ea typeface="Arial"/>
                <a:cs typeface="Arial"/>
                <a:sym typeface="Arial"/>
              </a:rPr>
              <a:t>False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000000"/>
                </a:solidFill>
                <a:latin typeface="Arial"/>
                <a:ea typeface="Arial"/>
                <a:cs typeface="Arial"/>
                <a:sym typeface="Arial"/>
              </a:rPr>
              <a:t>Children develop basic skills  as a natural part of physical development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9B126C"/>
                </a:solidFill>
                <a:latin typeface="Arial"/>
                <a:ea typeface="Arial"/>
                <a:cs typeface="Arial"/>
                <a:sym typeface="Arial"/>
              </a:rPr>
              <a:t>True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000000"/>
                </a:solidFill>
                <a:latin typeface="Arial"/>
                <a:ea typeface="Arial"/>
                <a:cs typeface="Arial"/>
                <a:sym typeface="Arial"/>
              </a:rPr>
              <a:t>Children need contact with other people to learn to model and develop basic skills </a:t>
            </a:r>
            <a:endParaRPr/>
          </a:p>
          <a:p>
            <a:pPr indent="-457200" lvl="0" marL="457200" rtl="0" algn="l">
              <a:lnSpc>
                <a:spcPct val="80000"/>
              </a:lnSpc>
              <a:spcBef>
                <a:spcPts val="560"/>
              </a:spcBef>
              <a:spcAft>
                <a:spcPts val="0"/>
              </a:spcAft>
              <a:buClr>
                <a:srgbClr val="FFFFFF"/>
              </a:buClr>
              <a:buSzPts val="2100"/>
              <a:buFont typeface="Noto Sans Symbols"/>
              <a:buChar char="✔"/>
            </a:pPr>
            <a:r>
              <a:rPr b="0" i="0" lang="en-US" sz="2800" u="none" cap="none" strike="noStrike">
                <a:solidFill>
                  <a:srgbClr val="9B126C"/>
                </a:solidFill>
                <a:latin typeface="Arial"/>
                <a:ea typeface="Arial"/>
                <a:cs typeface="Arial"/>
                <a:sym typeface="Arial"/>
              </a:rPr>
              <a:t>False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26"/>
          <p:cNvSpPr txBox="1"/>
          <p:nvPr/>
        </p:nvSpPr>
        <p:spPr>
          <a:xfrm>
            <a:off x="5807968" y="2248086"/>
            <a:ext cx="6384032"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600"/>
              <a:buFont typeface="Arial"/>
              <a:buNone/>
            </a:pPr>
            <a:r>
              <a:rPr b="1" i="0" lang="en-US" sz="3600" u="none" cap="none" strike="noStrike">
                <a:solidFill>
                  <a:schemeClr val="accent1"/>
                </a:solidFill>
                <a:latin typeface="Arial"/>
                <a:ea typeface="Arial"/>
                <a:cs typeface="Arial"/>
                <a:sym typeface="Arial"/>
              </a:rPr>
              <a:t>3. Vocabulary practice</a:t>
            </a:r>
            <a:endParaRPr b="1" i="0" sz="3600" u="none" cap="none" strike="noStrike">
              <a:solidFill>
                <a:schemeClr val="accent1"/>
              </a:solidFill>
              <a:latin typeface="Arial"/>
              <a:ea typeface="Arial"/>
              <a:cs typeface="Arial"/>
              <a:sym typeface="Arial"/>
            </a:endParaRPr>
          </a:p>
        </p:txBody>
      </p:sp>
      <p:sp>
        <p:nvSpPr>
          <p:cNvPr id="769" name="Google Shape;769;p26"/>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27"/>
          <p:cNvSpPr txBox="1"/>
          <p:nvPr>
            <p:ph idx="1" type="body"/>
          </p:nvPr>
        </p:nvSpPr>
        <p:spPr>
          <a:xfrm>
            <a:off x="0" y="260649"/>
            <a:ext cx="12072663" cy="79208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262626"/>
              </a:buClr>
              <a:buSzPts val="3600"/>
              <a:buNone/>
            </a:pPr>
            <a:r>
              <a:rPr lang="en-US" sz="3600"/>
              <a:t>Match the personality adjectives with their descriptions.</a:t>
            </a:r>
            <a:endParaRPr sz="4000"/>
          </a:p>
        </p:txBody>
      </p:sp>
      <p:sp>
        <p:nvSpPr>
          <p:cNvPr id="775" name="Google Shape;775;p27"/>
          <p:cNvSpPr/>
          <p:nvPr/>
        </p:nvSpPr>
        <p:spPr>
          <a:xfrm>
            <a:off x="4192495" y="1885975"/>
            <a:ext cx="6516079" cy="874800"/>
          </a:xfrm>
          <a:custGeom>
            <a:rect b="b" l="l" r="r" t="t"/>
            <a:pathLst>
              <a:path extrusionOk="0" h="874800" w="6516079">
                <a:moveTo>
                  <a:pt x="0" y="207"/>
                </a:moveTo>
                <a:lnTo>
                  <a:pt x="6516079" y="0"/>
                </a:lnTo>
                <a:lnTo>
                  <a:pt x="6516079" y="874800"/>
                </a:lnTo>
                <a:lnTo>
                  <a:pt x="532903" y="874800"/>
                </a:lnTo>
                <a:lnTo>
                  <a:pt x="509661" y="775877"/>
                </a:lnTo>
                <a:lnTo>
                  <a:pt x="462893" y="660067"/>
                </a:lnTo>
                <a:lnTo>
                  <a:pt x="406772" y="552529"/>
                </a:lnTo>
                <a:lnTo>
                  <a:pt x="341297" y="451885"/>
                </a:lnTo>
                <a:lnTo>
                  <a:pt x="266469" y="356755"/>
                </a:lnTo>
                <a:lnTo>
                  <a:pt x="183624" y="269898"/>
                </a:lnTo>
                <a:lnTo>
                  <a:pt x="94097" y="189934"/>
                </a:lnTo>
                <a:lnTo>
                  <a:pt x="0" y="119445"/>
                </a:lnTo>
                <a:lnTo>
                  <a:pt x="0" y="20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FFFFFF"/>
              </a:solidFill>
              <a:latin typeface="Arial"/>
              <a:ea typeface="Arial"/>
              <a:cs typeface="Arial"/>
              <a:sym typeface="Arial"/>
            </a:endParaRPr>
          </a:p>
        </p:txBody>
      </p:sp>
      <p:sp>
        <p:nvSpPr>
          <p:cNvPr id="776" name="Google Shape;776;p27"/>
          <p:cNvSpPr/>
          <p:nvPr/>
        </p:nvSpPr>
        <p:spPr>
          <a:xfrm>
            <a:off x="4755619" y="2888983"/>
            <a:ext cx="5952955" cy="874800"/>
          </a:xfrm>
          <a:custGeom>
            <a:rect b="b" l="l" r="r" t="t"/>
            <a:pathLst>
              <a:path extrusionOk="0" h="874800" w="5952955">
                <a:moveTo>
                  <a:pt x="0" y="207"/>
                </a:moveTo>
                <a:lnTo>
                  <a:pt x="5952955" y="0"/>
                </a:lnTo>
                <a:lnTo>
                  <a:pt x="5952955" y="874800"/>
                </a:lnTo>
                <a:lnTo>
                  <a:pt x="285146" y="874800"/>
                </a:lnTo>
                <a:lnTo>
                  <a:pt x="232487" y="820467"/>
                </a:lnTo>
                <a:lnTo>
                  <a:pt x="181711" y="759805"/>
                </a:lnTo>
                <a:lnTo>
                  <a:pt x="133607" y="700521"/>
                </a:lnTo>
                <a:lnTo>
                  <a:pt x="89512" y="632965"/>
                </a:lnTo>
                <a:lnTo>
                  <a:pt x="53434" y="559895"/>
                </a:lnTo>
                <a:lnTo>
                  <a:pt x="33391" y="499232"/>
                </a:lnTo>
                <a:lnTo>
                  <a:pt x="26710" y="439949"/>
                </a:lnTo>
                <a:lnTo>
                  <a:pt x="26710" y="376529"/>
                </a:lnTo>
                <a:cubicBezTo>
                  <a:pt x="27155" y="354010"/>
                  <a:pt x="27601" y="331492"/>
                  <a:pt x="28046" y="308973"/>
                </a:cubicBezTo>
                <a:lnTo>
                  <a:pt x="30718" y="241417"/>
                </a:lnTo>
                <a:cubicBezTo>
                  <a:pt x="29827" y="217060"/>
                  <a:pt x="28937" y="192703"/>
                  <a:pt x="28046" y="168346"/>
                </a:cubicBezTo>
                <a:lnTo>
                  <a:pt x="21365" y="91140"/>
                </a:lnTo>
                <a:lnTo>
                  <a:pt x="0" y="207"/>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Certain about their beliefs and expresses their ideas strongly</a:t>
            </a:r>
            <a:endParaRPr b="1" i="0" sz="2800" u="none" cap="none" strike="noStrike">
              <a:solidFill>
                <a:srgbClr val="FFFFFF"/>
              </a:solidFill>
              <a:latin typeface="Calibri"/>
              <a:ea typeface="Calibri"/>
              <a:cs typeface="Calibri"/>
              <a:sym typeface="Calibri"/>
            </a:endParaRPr>
          </a:p>
        </p:txBody>
      </p:sp>
      <p:sp>
        <p:nvSpPr>
          <p:cNvPr id="777" name="Google Shape;777;p27"/>
          <p:cNvSpPr/>
          <p:nvPr/>
        </p:nvSpPr>
        <p:spPr>
          <a:xfrm>
            <a:off x="4655840" y="3763783"/>
            <a:ext cx="6052731" cy="1003215"/>
          </a:xfrm>
          <a:custGeom>
            <a:rect b="b" l="l" r="r" t="t"/>
            <a:pathLst>
              <a:path extrusionOk="0" h="874800" w="5836840">
                <a:moveTo>
                  <a:pt x="286644" y="207"/>
                </a:moveTo>
                <a:lnTo>
                  <a:pt x="5836840" y="0"/>
                </a:lnTo>
                <a:lnTo>
                  <a:pt x="5836840" y="874800"/>
                </a:lnTo>
                <a:lnTo>
                  <a:pt x="0" y="874800"/>
                </a:lnTo>
                <a:lnTo>
                  <a:pt x="123" y="874708"/>
                </a:lnTo>
                <a:lnTo>
                  <a:pt x="18830" y="855406"/>
                </a:lnTo>
                <a:lnTo>
                  <a:pt x="33529" y="830590"/>
                </a:lnTo>
                <a:lnTo>
                  <a:pt x="38873" y="803016"/>
                </a:lnTo>
                <a:lnTo>
                  <a:pt x="36201" y="775442"/>
                </a:lnTo>
                <a:lnTo>
                  <a:pt x="26847" y="749247"/>
                </a:lnTo>
                <a:lnTo>
                  <a:pt x="14822" y="727188"/>
                </a:lnTo>
                <a:lnTo>
                  <a:pt x="6804" y="705129"/>
                </a:lnTo>
                <a:lnTo>
                  <a:pt x="45554" y="677555"/>
                </a:lnTo>
                <a:lnTo>
                  <a:pt x="72279" y="649981"/>
                </a:lnTo>
                <a:lnTo>
                  <a:pt x="86977" y="622408"/>
                </a:lnTo>
                <a:lnTo>
                  <a:pt x="89650" y="592076"/>
                </a:lnTo>
                <a:lnTo>
                  <a:pt x="85641" y="564503"/>
                </a:lnTo>
                <a:lnTo>
                  <a:pt x="74951" y="534171"/>
                </a:lnTo>
                <a:lnTo>
                  <a:pt x="60253" y="503840"/>
                </a:lnTo>
                <a:lnTo>
                  <a:pt x="44218" y="473509"/>
                </a:lnTo>
                <a:lnTo>
                  <a:pt x="29520" y="441799"/>
                </a:lnTo>
                <a:lnTo>
                  <a:pt x="14822" y="411468"/>
                </a:lnTo>
                <a:lnTo>
                  <a:pt x="6804" y="378379"/>
                </a:lnTo>
                <a:lnTo>
                  <a:pt x="33529" y="353563"/>
                </a:lnTo>
                <a:lnTo>
                  <a:pt x="70943" y="334261"/>
                </a:lnTo>
                <a:lnTo>
                  <a:pt x="112365" y="316338"/>
                </a:lnTo>
                <a:lnTo>
                  <a:pt x="155124" y="301173"/>
                </a:lnTo>
                <a:lnTo>
                  <a:pt x="199219" y="286007"/>
                </a:lnTo>
                <a:lnTo>
                  <a:pt x="243314" y="270841"/>
                </a:lnTo>
                <a:lnTo>
                  <a:pt x="284737" y="252918"/>
                </a:lnTo>
                <a:lnTo>
                  <a:pt x="318143" y="233617"/>
                </a:lnTo>
                <a:lnTo>
                  <a:pt x="347539" y="206043"/>
                </a:lnTo>
                <a:lnTo>
                  <a:pt x="364910" y="172954"/>
                </a:lnTo>
                <a:lnTo>
                  <a:pt x="371591" y="138487"/>
                </a:lnTo>
                <a:lnTo>
                  <a:pt x="366246" y="105399"/>
                </a:lnTo>
                <a:lnTo>
                  <a:pt x="354220" y="75067"/>
                </a:lnTo>
                <a:lnTo>
                  <a:pt x="335513" y="50251"/>
                </a:lnTo>
                <a:lnTo>
                  <a:pt x="312798" y="25434"/>
                </a:lnTo>
                <a:lnTo>
                  <a:pt x="291418" y="4754"/>
                </a:lnTo>
                <a:lnTo>
                  <a:pt x="286644" y="207"/>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700"/>
              <a:buFont typeface="Calibri"/>
              <a:buNone/>
            </a:pPr>
            <a:r>
              <a:rPr b="1" i="0" lang="en-US" sz="2700" u="none" cap="none" strike="noStrike">
                <a:solidFill>
                  <a:schemeClr val="lt1"/>
                </a:solidFill>
                <a:latin typeface="Calibri"/>
                <a:ea typeface="Calibri"/>
                <a:cs typeface="Calibri"/>
                <a:sym typeface="Calibri"/>
              </a:rPr>
              <a:t>  Wanting to do something very much and being resistant to difficulties</a:t>
            </a:r>
            <a:endParaRPr b="0" i="0" sz="2700" u="none" cap="none" strike="noStrike">
              <a:solidFill>
                <a:srgbClr val="FFFFFF"/>
              </a:solidFill>
              <a:latin typeface="Calibri"/>
              <a:ea typeface="Calibri"/>
              <a:cs typeface="Calibri"/>
              <a:sym typeface="Calibri"/>
            </a:endParaRPr>
          </a:p>
        </p:txBody>
      </p:sp>
      <p:sp>
        <p:nvSpPr>
          <p:cNvPr id="778" name="Google Shape;778;p27"/>
          <p:cNvSpPr/>
          <p:nvPr/>
        </p:nvSpPr>
        <p:spPr>
          <a:xfrm>
            <a:off x="4192495" y="4895414"/>
            <a:ext cx="6516079" cy="874800"/>
          </a:xfrm>
          <a:custGeom>
            <a:rect b="b" l="l" r="r" t="t"/>
            <a:pathLst>
              <a:path extrusionOk="0" h="874800" w="6516079">
                <a:moveTo>
                  <a:pt x="563109" y="207"/>
                </a:moveTo>
                <a:lnTo>
                  <a:pt x="6516079" y="0"/>
                </a:lnTo>
                <a:lnTo>
                  <a:pt x="6516079" y="874800"/>
                </a:lnTo>
                <a:lnTo>
                  <a:pt x="0" y="874800"/>
                </a:lnTo>
                <a:lnTo>
                  <a:pt x="0" y="539778"/>
                </a:lnTo>
                <a:lnTo>
                  <a:pt x="47330" y="545672"/>
                </a:lnTo>
                <a:lnTo>
                  <a:pt x="124830" y="553944"/>
                </a:lnTo>
                <a:lnTo>
                  <a:pt x="203667" y="556701"/>
                </a:lnTo>
                <a:lnTo>
                  <a:pt x="278495" y="551187"/>
                </a:lnTo>
                <a:lnTo>
                  <a:pt x="349315" y="538778"/>
                </a:lnTo>
                <a:lnTo>
                  <a:pt x="388065" y="529127"/>
                </a:lnTo>
                <a:lnTo>
                  <a:pt x="426815" y="511205"/>
                </a:lnTo>
                <a:lnTo>
                  <a:pt x="465566" y="490524"/>
                </a:lnTo>
                <a:lnTo>
                  <a:pt x="498971" y="465708"/>
                </a:lnTo>
                <a:lnTo>
                  <a:pt x="533713" y="435377"/>
                </a:lnTo>
                <a:lnTo>
                  <a:pt x="560437" y="403667"/>
                </a:lnTo>
                <a:lnTo>
                  <a:pt x="579144" y="363685"/>
                </a:lnTo>
                <a:lnTo>
                  <a:pt x="593842" y="318188"/>
                </a:lnTo>
                <a:lnTo>
                  <a:pt x="599187" y="268555"/>
                </a:lnTo>
                <a:lnTo>
                  <a:pt x="593842" y="213407"/>
                </a:lnTo>
                <a:lnTo>
                  <a:pt x="587161" y="174804"/>
                </a:lnTo>
                <a:lnTo>
                  <a:pt x="577808" y="132065"/>
                </a:lnTo>
                <a:lnTo>
                  <a:pt x="567118" y="87946"/>
                </a:lnTo>
                <a:lnTo>
                  <a:pt x="563109" y="45207"/>
                </a:lnTo>
                <a:lnTo>
                  <a:pt x="563109" y="207"/>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FFFFFF"/>
              </a:solidFill>
              <a:latin typeface="Arial"/>
              <a:ea typeface="Arial"/>
              <a:cs typeface="Arial"/>
              <a:sym typeface="Arial"/>
            </a:endParaRPr>
          </a:p>
        </p:txBody>
      </p:sp>
      <p:grpSp>
        <p:nvGrpSpPr>
          <p:cNvPr id="779" name="Google Shape;779;p27"/>
          <p:cNvGrpSpPr/>
          <p:nvPr/>
        </p:nvGrpSpPr>
        <p:grpSpPr>
          <a:xfrm>
            <a:off x="335360" y="1628800"/>
            <a:ext cx="4536504" cy="4930177"/>
            <a:chOff x="2139373" y="1568826"/>
            <a:chExt cx="4193197" cy="4732973"/>
          </a:xfrm>
        </p:grpSpPr>
        <p:sp>
          <p:nvSpPr>
            <p:cNvPr id="780" name="Google Shape;780;p27"/>
            <p:cNvSpPr/>
            <p:nvPr/>
          </p:nvSpPr>
          <p:spPr>
            <a:xfrm>
              <a:off x="2139373" y="1568826"/>
              <a:ext cx="4193197" cy="4732973"/>
            </a:xfrm>
            <a:custGeom>
              <a:rect b="b" l="l" r="r" t="t"/>
              <a:pathLst>
                <a:path extrusionOk="0" h="4732973" w="4193197">
                  <a:moveTo>
                    <a:pt x="2279716" y="2810605"/>
                  </a:moveTo>
                  <a:cubicBezTo>
                    <a:pt x="2279699" y="2813553"/>
                    <a:pt x="2293118" y="3074893"/>
                    <a:pt x="2357263" y="3138827"/>
                  </a:cubicBezTo>
                  <a:cubicBezTo>
                    <a:pt x="2421408" y="3202761"/>
                    <a:pt x="2602241" y="3253640"/>
                    <a:pt x="2817602" y="3293729"/>
                  </a:cubicBezTo>
                  <a:cubicBezTo>
                    <a:pt x="3120276" y="3327299"/>
                    <a:pt x="3353266" y="3509408"/>
                    <a:pt x="3694648" y="3319074"/>
                  </a:cubicBezTo>
                  <a:cubicBezTo>
                    <a:pt x="3836971" y="3193980"/>
                    <a:pt x="3740754" y="3068884"/>
                    <a:pt x="3739953" y="2864275"/>
                  </a:cubicBezTo>
                  <a:cubicBezTo>
                    <a:pt x="3775679" y="2764000"/>
                    <a:pt x="3886456" y="2820251"/>
                    <a:pt x="3894780" y="2718892"/>
                  </a:cubicBezTo>
                  <a:cubicBezTo>
                    <a:pt x="3894481" y="2664585"/>
                    <a:pt x="3872007" y="2666128"/>
                    <a:pt x="3849533" y="2632528"/>
                  </a:cubicBezTo>
                  <a:cubicBezTo>
                    <a:pt x="3878881" y="2600502"/>
                    <a:pt x="3931042" y="2591288"/>
                    <a:pt x="3937577" y="2536450"/>
                  </a:cubicBezTo>
                  <a:cubicBezTo>
                    <a:pt x="3940460" y="2477004"/>
                    <a:pt x="3869273" y="2411880"/>
                    <a:pt x="3870902" y="2327728"/>
                  </a:cubicBezTo>
                  <a:cubicBezTo>
                    <a:pt x="3906766" y="2247276"/>
                    <a:pt x="4161291" y="2258266"/>
                    <a:pt x="4193179" y="2118179"/>
                  </a:cubicBezTo>
                  <a:cubicBezTo>
                    <a:pt x="4196354" y="1985492"/>
                    <a:pt x="3794012" y="1785217"/>
                    <a:pt x="3777308" y="1501455"/>
                  </a:cubicBezTo>
                  <a:cubicBezTo>
                    <a:pt x="3788793" y="-20640"/>
                    <a:pt x="2469409" y="9939"/>
                    <a:pt x="2185723" y="398"/>
                  </a:cubicBezTo>
                  <a:cubicBezTo>
                    <a:pt x="1833552" y="-11446"/>
                    <a:pt x="986143" y="239133"/>
                    <a:pt x="734030" y="949751"/>
                  </a:cubicBezTo>
                  <a:cubicBezTo>
                    <a:pt x="415922" y="2117157"/>
                    <a:pt x="1089409" y="2189270"/>
                    <a:pt x="1201500" y="2874629"/>
                  </a:cubicBezTo>
                  <a:cubicBezTo>
                    <a:pt x="1152798" y="3891375"/>
                    <a:pt x="200250" y="4412473"/>
                    <a:pt x="0" y="4732973"/>
                  </a:cubicBezTo>
                </a:path>
              </a:pathLst>
            </a:custGeom>
            <a:noFill/>
            <a:ln cap="flat" cmpd="sng" w="38100">
              <a:solidFill>
                <a:schemeClr val="accent6"/>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000000"/>
                </a:solidFill>
                <a:latin typeface="Arial"/>
                <a:ea typeface="Arial"/>
                <a:cs typeface="Arial"/>
                <a:sym typeface="Arial"/>
              </a:endParaRPr>
            </a:p>
          </p:txBody>
        </p:sp>
        <p:sp>
          <p:nvSpPr>
            <p:cNvPr id="781" name="Google Shape;781;p27"/>
            <p:cNvSpPr/>
            <p:nvPr/>
          </p:nvSpPr>
          <p:spPr>
            <a:xfrm rot="10800000">
              <a:off x="4326391" y="4080639"/>
              <a:ext cx="198721" cy="334249"/>
            </a:xfrm>
            <a:custGeom>
              <a:rect b="b" l="l" r="r" t="t"/>
              <a:pathLst>
                <a:path extrusionOk="0" h="334249" w="198721">
                  <a:moveTo>
                    <a:pt x="198721" y="334249"/>
                  </a:moveTo>
                  <a:lnTo>
                    <a:pt x="0" y="334249"/>
                  </a:lnTo>
                  <a:lnTo>
                    <a:pt x="0" y="111716"/>
                  </a:lnTo>
                  <a:cubicBezTo>
                    <a:pt x="0" y="93424"/>
                    <a:pt x="14829" y="78595"/>
                    <a:pt x="33121" y="78595"/>
                  </a:cubicBezTo>
                  <a:lnTo>
                    <a:pt x="45876" y="78595"/>
                  </a:lnTo>
                  <a:lnTo>
                    <a:pt x="45876" y="17828"/>
                  </a:lnTo>
                  <a:cubicBezTo>
                    <a:pt x="45876" y="7982"/>
                    <a:pt x="53858" y="0"/>
                    <a:pt x="63704" y="0"/>
                  </a:cubicBezTo>
                  <a:lnTo>
                    <a:pt x="135016" y="0"/>
                  </a:lnTo>
                  <a:cubicBezTo>
                    <a:pt x="144862" y="0"/>
                    <a:pt x="152844" y="7982"/>
                    <a:pt x="152844" y="17828"/>
                  </a:cubicBezTo>
                  <a:lnTo>
                    <a:pt x="152844" y="78595"/>
                  </a:lnTo>
                  <a:lnTo>
                    <a:pt x="165600" y="78595"/>
                  </a:lnTo>
                  <a:cubicBezTo>
                    <a:pt x="183892" y="78595"/>
                    <a:pt x="198721" y="93424"/>
                    <a:pt x="198721" y="111716"/>
                  </a:cubicBezTo>
                  <a:close/>
                </a:path>
              </a:pathLst>
            </a:custGeom>
            <a:solidFill>
              <a:schemeClr val="accent6"/>
            </a:soli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1"/>
                <a:buFont typeface="Arial"/>
                <a:buNone/>
              </a:pPr>
              <a:r>
                <a:t/>
              </a:r>
              <a:endParaRPr b="0" i="0" sz="2701" u="none" cap="none" strike="noStrike">
                <a:solidFill>
                  <a:srgbClr val="FFFFFF"/>
                </a:solidFill>
                <a:latin typeface="Arial"/>
                <a:ea typeface="Arial"/>
                <a:cs typeface="Arial"/>
                <a:sym typeface="Arial"/>
              </a:endParaRPr>
            </a:p>
          </p:txBody>
        </p:sp>
      </p:grpSp>
      <p:sp>
        <p:nvSpPr>
          <p:cNvPr id="782" name="Google Shape;782;p27"/>
          <p:cNvSpPr txBox="1"/>
          <p:nvPr/>
        </p:nvSpPr>
        <p:spPr>
          <a:xfrm>
            <a:off x="4964390" y="1995938"/>
            <a:ext cx="4644010"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Not friendly or forthcoming</a:t>
            </a:r>
            <a:endParaRPr b="1" i="0" sz="2800" u="none" cap="none" strike="noStrike">
              <a:solidFill>
                <a:srgbClr val="FFFFFF"/>
              </a:solidFill>
              <a:latin typeface="Calibri"/>
              <a:ea typeface="Calibri"/>
              <a:cs typeface="Calibri"/>
              <a:sym typeface="Calibri"/>
            </a:endParaRPr>
          </a:p>
        </p:txBody>
      </p:sp>
      <p:sp>
        <p:nvSpPr>
          <p:cNvPr id="783" name="Google Shape;783;p27"/>
          <p:cNvSpPr txBox="1"/>
          <p:nvPr/>
        </p:nvSpPr>
        <p:spPr>
          <a:xfrm>
            <a:off x="4871864" y="4907473"/>
            <a:ext cx="5836710"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1" i="0" lang="en-US" sz="2400" u="none" cap="none" strike="noStrike">
                <a:solidFill>
                  <a:schemeClr val="lt1"/>
                </a:solidFill>
                <a:latin typeface="Calibri"/>
                <a:ea typeface="Calibri"/>
                <a:cs typeface="Calibri"/>
                <a:sym typeface="Calibri"/>
              </a:rPr>
              <a:t>Having dogged determination not to change one's attitude or position on something</a:t>
            </a:r>
            <a:endParaRPr b="1" i="0" sz="2400" u="none" cap="none" strike="noStrike">
              <a:solidFill>
                <a:schemeClr val="lt1"/>
              </a:solidFill>
              <a:latin typeface="Calibri"/>
              <a:ea typeface="Calibri"/>
              <a:cs typeface="Calibri"/>
              <a:sym typeface="Calibri"/>
            </a:endParaRPr>
          </a:p>
        </p:txBody>
      </p:sp>
      <p:sp>
        <p:nvSpPr>
          <p:cNvPr id="784" name="Google Shape;784;p27"/>
          <p:cNvSpPr/>
          <p:nvPr/>
        </p:nvSpPr>
        <p:spPr>
          <a:xfrm>
            <a:off x="1055440" y="2788939"/>
            <a:ext cx="1795432" cy="1150960"/>
          </a:xfrm>
          <a:prstGeom prst="wedgeEllipseCallout">
            <a:avLst>
              <a:gd fmla="val 59610" name="adj1"/>
              <a:gd fmla="val 48759" name="adj2"/>
            </a:avLst>
          </a:prstGeom>
          <a:solidFill>
            <a:srgbClr val="CCFF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t/>
            </a:r>
            <a:endParaRPr b="1" i="0" sz="2000" u="none" cap="none" strike="noStrike">
              <a:solidFill>
                <a:schemeClr val="dk1"/>
              </a:solidFill>
              <a:latin typeface="Calibri"/>
              <a:ea typeface="Calibri"/>
              <a:cs typeface="Calibri"/>
              <a:sym typeface="Calibri"/>
            </a:endParaRPr>
          </a:p>
        </p:txBody>
      </p:sp>
      <p:sp>
        <p:nvSpPr>
          <p:cNvPr id="785" name="Google Shape;785;p27"/>
          <p:cNvSpPr/>
          <p:nvPr/>
        </p:nvSpPr>
        <p:spPr>
          <a:xfrm>
            <a:off x="1874026" y="1772816"/>
            <a:ext cx="1557677" cy="993170"/>
          </a:xfrm>
          <a:prstGeom prst="wedgeEllipseCallout">
            <a:avLst>
              <a:gd fmla="val -4772" name="adj1"/>
              <a:gd fmla="val 83643" name="adj2"/>
            </a:avLst>
          </a:prstGeom>
          <a:solidFill>
            <a:srgbClr val="CCFF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86" name="Google Shape;786;p27"/>
          <p:cNvSpPr/>
          <p:nvPr/>
        </p:nvSpPr>
        <p:spPr>
          <a:xfrm>
            <a:off x="2883027" y="2650020"/>
            <a:ext cx="1512168" cy="952615"/>
          </a:xfrm>
          <a:prstGeom prst="wedgeEllipseCallout">
            <a:avLst>
              <a:gd fmla="val -41301" name="adj1"/>
              <a:gd fmla="val 62411" name="adj2"/>
            </a:avLst>
          </a:prstGeom>
          <a:solidFill>
            <a:srgbClr val="CCFF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87" name="Google Shape;787;p27"/>
          <p:cNvSpPr/>
          <p:nvPr/>
        </p:nvSpPr>
        <p:spPr>
          <a:xfrm>
            <a:off x="2152705" y="3713391"/>
            <a:ext cx="1890468" cy="959888"/>
          </a:xfrm>
          <a:prstGeom prst="wedgeEllipseCallout">
            <a:avLst>
              <a:gd fmla="val -4772" name="adj1"/>
              <a:gd fmla="val 83643" name="adj2"/>
            </a:avLst>
          </a:prstGeom>
          <a:solidFill>
            <a:srgbClr val="CCFF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88" name="Google Shape;788;p27"/>
          <p:cNvSpPr txBox="1"/>
          <p:nvPr/>
        </p:nvSpPr>
        <p:spPr>
          <a:xfrm>
            <a:off x="2074183" y="1986379"/>
            <a:ext cx="11573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Aloof</a:t>
            </a:r>
            <a:endParaRPr b="1" i="0" sz="2400" u="none" cap="none" strike="noStrike">
              <a:solidFill>
                <a:schemeClr val="dk1"/>
              </a:solidFill>
              <a:latin typeface="Arial"/>
              <a:ea typeface="Arial"/>
              <a:cs typeface="Arial"/>
              <a:sym typeface="Arial"/>
            </a:endParaRPr>
          </a:p>
        </p:txBody>
      </p:sp>
      <p:sp>
        <p:nvSpPr>
          <p:cNvPr id="789" name="Google Shape;789;p27"/>
          <p:cNvSpPr txBox="1"/>
          <p:nvPr/>
        </p:nvSpPr>
        <p:spPr>
          <a:xfrm>
            <a:off x="2152712" y="3939899"/>
            <a:ext cx="171104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Opinionated</a:t>
            </a:r>
            <a:endParaRPr b="1" i="0" sz="2000" u="none" cap="none" strike="noStrike">
              <a:solidFill>
                <a:schemeClr val="dk1"/>
              </a:solidFill>
              <a:latin typeface="Arial"/>
              <a:ea typeface="Arial"/>
              <a:cs typeface="Arial"/>
              <a:sym typeface="Arial"/>
            </a:endParaRPr>
          </a:p>
        </p:txBody>
      </p:sp>
      <p:sp>
        <p:nvSpPr>
          <p:cNvPr id="790" name="Google Shape;790;p27"/>
          <p:cNvSpPr txBox="1"/>
          <p:nvPr/>
        </p:nvSpPr>
        <p:spPr>
          <a:xfrm>
            <a:off x="1055440" y="3126328"/>
            <a:ext cx="16656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Determined</a:t>
            </a:r>
            <a:endParaRPr b="1" i="0" sz="2000" u="none" cap="none" strike="noStrike">
              <a:solidFill>
                <a:schemeClr val="dk1"/>
              </a:solidFill>
              <a:latin typeface="Arial"/>
              <a:ea typeface="Arial"/>
              <a:cs typeface="Arial"/>
              <a:sym typeface="Arial"/>
            </a:endParaRPr>
          </a:p>
        </p:txBody>
      </p:sp>
      <p:sp>
        <p:nvSpPr>
          <p:cNvPr id="791" name="Google Shape;791;p27"/>
          <p:cNvSpPr txBox="1"/>
          <p:nvPr/>
        </p:nvSpPr>
        <p:spPr>
          <a:xfrm>
            <a:off x="2915778" y="2864718"/>
            <a:ext cx="16656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Stubborn</a:t>
            </a:r>
            <a:endParaRPr b="1" i="0" sz="2400" u="none" cap="none" strike="noStrike">
              <a:solidFill>
                <a:schemeClr val="dk1"/>
              </a:solidFill>
              <a:latin typeface="Arial"/>
              <a:ea typeface="Arial"/>
              <a:cs typeface="Arial"/>
              <a:sym typeface="Arial"/>
            </a:endParaRPr>
          </a:p>
        </p:txBody>
      </p:sp>
      <p:sp>
        <p:nvSpPr>
          <p:cNvPr id="792" name="Google Shape;792;p27"/>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23</a:t>
            </a:r>
            <a:endParaRPr b="1" i="0" sz="1800" u="none" cap="none" strike="noStrike">
              <a:solidFill>
                <a:srgbClr val="000000"/>
              </a:solidFill>
              <a:latin typeface="Arial"/>
              <a:ea typeface="Arial"/>
              <a:cs typeface="Arial"/>
              <a:sym typeface="Arial"/>
            </a:endParaRPr>
          </a:p>
        </p:txBody>
      </p:sp>
      <p:sp>
        <p:nvSpPr>
          <p:cNvPr id="793" name="Google Shape;793;p27"/>
          <p:cNvSpPr txBox="1"/>
          <p:nvPr/>
        </p:nvSpPr>
        <p:spPr>
          <a:xfrm>
            <a:off x="9264352" y="2060848"/>
            <a:ext cx="11573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Aloof</a:t>
            </a:r>
            <a:endParaRPr b="1" i="0" sz="2400" u="none" cap="none" strike="noStrike">
              <a:solidFill>
                <a:schemeClr val="dk1"/>
              </a:solidFill>
              <a:latin typeface="Arial"/>
              <a:ea typeface="Arial"/>
              <a:cs typeface="Arial"/>
              <a:sym typeface="Arial"/>
            </a:endParaRPr>
          </a:p>
        </p:txBody>
      </p:sp>
      <p:sp>
        <p:nvSpPr>
          <p:cNvPr id="794" name="Google Shape;794;p27"/>
          <p:cNvSpPr txBox="1"/>
          <p:nvPr/>
        </p:nvSpPr>
        <p:spPr>
          <a:xfrm>
            <a:off x="10128448" y="3212976"/>
            <a:ext cx="171104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Opinionated</a:t>
            </a:r>
            <a:endParaRPr b="1" i="0" sz="2000" u="none" cap="none" strike="noStrike">
              <a:solidFill>
                <a:schemeClr val="dk1"/>
              </a:solidFill>
              <a:latin typeface="Arial"/>
              <a:ea typeface="Arial"/>
              <a:cs typeface="Arial"/>
              <a:sym typeface="Arial"/>
            </a:endParaRPr>
          </a:p>
        </p:txBody>
      </p:sp>
      <p:sp>
        <p:nvSpPr>
          <p:cNvPr id="795" name="Google Shape;795;p27"/>
          <p:cNvSpPr txBox="1"/>
          <p:nvPr/>
        </p:nvSpPr>
        <p:spPr>
          <a:xfrm>
            <a:off x="10407005" y="4181018"/>
            <a:ext cx="166565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Determined</a:t>
            </a:r>
            <a:endParaRPr b="1" i="0" sz="2000" u="none" cap="none" strike="noStrike">
              <a:solidFill>
                <a:schemeClr val="dk1"/>
              </a:solidFill>
              <a:latin typeface="Arial"/>
              <a:ea typeface="Arial"/>
              <a:cs typeface="Arial"/>
              <a:sym typeface="Arial"/>
            </a:endParaRPr>
          </a:p>
        </p:txBody>
      </p:sp>
      <p:sp>
        <p:nvSpPr>
          <p:cNvPr id="796" name="Google Shape;796;p27"/>
          <p:cNvSpPr txBox="1"/>
          <p:nvPr/>
        </p:nvSpPr>
        <p:spPr>
          <a:xfrm>
            <a:off x="10334997" y="5301208"/>
            <a:ext cx="16656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Stubborn</a:t>
            </a:r>
            <a:endParaRPr b="1" i="0" sz="2400" u="none" cap="none" strike="noStrike">
              <a:solidFill>
                <a:schemeClr val="dk1"/>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4">
                                            <p:txEl>
                                              <p:pRg end="0" st="0"/>
                                            </p:txEl>
                                          </p:spTgt>
                                        </p:tgtEl>
                                        <p:attrNameLst>
                                          <p:attrName>style.visibility</p:attrName>
                                        </p:attrNameLst>
                                      </p:cBhvr>
                                      <p:to>
                                        <p:strVal val="visible"/>
                                      </p:to>
                                    </p:set>
                                    <p:anim calcmode="lin" valueType="num">
                                      <p:cBhvr additive="base">
                                        <p:cTn dur="500"/>
                                        <p:tgtEl>
                                          <p:spTgt spid="77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5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500"/>
                                        <p:tgtEl>
                                          <p:spTgt spid="777"/>
                                        </p:tgtEl>
                                      </p:cBhvr>
                                    </p:animEffec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500"/>
                                        <p:tgtEl>
                                          <p:spTgt spid="778"/>
                                        </p:tgtEl>
                                      </p:cBhvr>
                                    </p:animEffect>
                                  </p:childTnLst>
                                </p:cTn>
                              </p:par>
                              <p:par>
                                <p:cTn fill="hold" nodeType="with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500"/>
                                        <p:tgtEl>
                                          <p:spTgt spid="779"/>
                                        </p:tgtEl>
                                      </p:cBhvr>
                                    </p:animEffect>
                                  </p:childTnLst>
                                </p:cTn>
                              </p:par>
                              <p:par>
                                <p:cTn fill="hold" nodeType="with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500"/>
                                        <p:tgtEl>
                                          <p:spTgt spid="782"/>
                                        </p:tgtEl>
                                      </p:cBhvr>
                                    </p:animEffect>
                                  </p:childTnLst>
                                </p:cTn>
                              </p:par>
                              <p:par>
                                <p:cTn fill="hold" nodeType="with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500"/>
                                        <p:tgtEl>
                                          <p:spTgt spid="783"/>
                                        </p:tgtEl>
                                      </p:cBhvr>
                                    </p:animEffect>
                                  </p:childTnLst>
                                </p:cTn>
                              </p:par>
                              <p:par>
                                <p:cTn fill="hold" nodeType="with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500"/>
                                        <p:tgtEl>
                                          <p:spTgt spid="784"/>
                                        </p:tgtEl>
                                      </p:cBhvr>
                                    </p:animEffect>
                                  </p:childTnLst>
                                </p:cTn>
                              </p:par>
                              <p:par>
                                <p:cTn fill="hold" nodeType="with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500"/>
                                        <p:tgtEl>
                                          <p:spTgt spid="785"/>
                                        </p:tgtEl>
                                      </p:cBhvr>
                                    </p:animEffect>
                                  </p:childTnLst>
                                </p:cTn>
                              </p:par>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par>
                                <p:cTn fill="hold" nodeType="with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500"/>
                                        <p:tgtEl>
                                          <p:spTgt spid="787"/>
                                        </p:tgtEl>
                                      </p:cBhvr>
                                    </p:animEffect>
                                  </p:childTnLst>
                                </p:cTn>
                              </p:par>
                              <p:par>
                                <p:cTn fill="hold" nodeType="with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500"/>
                                        <p:tgtEl>
                                          <p:spTgt spid="789"/>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5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500"/>
                                        <p:tgtEl>
                                          <p:spTgt spid="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28"/>
          <p:cNvSpPr txBox="1"/>
          <p:nvPr/>
        </p:nvSpPr>
        <p:spPr>
          <a:xfrm>
            <a:off x="551384" y="764704"/>
            <a:ext cx="8328248" cy="6129050"/>
          </a:xfrm>
          <a:prstGeom prst="rect">
            <a:avLst/>
          </a:prstGeom>
          <a:noFill/>
          <a:ln>
            <a:noFill/>
          </a:ln>
        </p:spPr>
        <p:txBody>
          <a:bodyPr anchorCtr="0" anchor="ctr" bIns="45700" lIns="91425" spcFirstLastPara="1" rIns="91425" wrap="square" tIns="45700">
            <a:spAutoFit/>
          </a:bodyPr>
          <a:lstStyle/>
          <a:p>
            <a:pPr indent="-457200" lvl="1" marL="457200" marR="0" rtl="0" algn="l">
              <a:lnSpc>
                <a:spcPct val="150000"/>
              </a:lnSpc>
              <a:spcBef>
                <a:spcPts val="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Women tend to be more   _______    than men at wearing a seatbelt.</a:t>
            </a:r>
            <a:endParaRPr b="0" i="0" sz="1400" u="none" cap="none" strike="noStrike">
              <a:solidFill>
                <a:srgbClr val="000000"/>
              </a:solidFill>
              <a:latin typeface="Arial"/>
              <a:ea typeface="Arial"/>
              <a:cs typeface="Arial"/>
              <a:sym typeface="Arial"/>
            </a:endParaRPr>
          </a:p>
          <a:p>
            <a:pPr indent="-457200" lvl="1" marL="457200" marR="0" rtl="0" algn="l">
              <a:lnSpc>
                <a:spcPct val="150000"/>
              </a:lnSpc>
              <a:spcBef>
                <a:spcPts val="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I’ve just decided I was a bit too _______ to be a doctor.</a:t>
            </a:r>
            <a:endParaRPr b="0" i="0" sz="1400" u="none" cap="none" strike="noStrike">
              <a:solidFill>
                <a:srgbClr val="000000"/>
              </a:solidFill>
              <a:latin typeface="Arial"/>
              <a:ea typeface="Arial"/>
              <a:cs typeface="Arial"/>
              <a:sym typeface="Arial"/>
            </a:endParaRPr>
          </a:p>
          <a:p>
            <a:pPr indent="-457200" lvl="1" marL="457200" marR="0" rtl="0" algn="l">
              <a:lnSpc>
                <a:spcPct val="150000"/>
              </a:lnSpc>
              <a:spcBef>
                <a:spcPts val="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Make me thoughtful but not moody: helpful but not _______.</a:t>
            </a:r>
            <a:endParaRPr b="0" i="0" sz="1400" u="none" cap="none" strike="noStrike">
              <a:solidFill>
                <a:srgbClr val="000000"/>
              </a:solidFill>
              <a:latin typeface="Arial"/>
              <a:ea typeface="Arial"/>
              <a:cs typeface="Arial"/>
              <a:sym typeface="Arial"/>
            </a:endParaRPr>
          </a:p>
          <a:p>
            <a:pPr indent="-457200" lvl="1" marL="457200" marR="0" rtl="0" algn="l">
              <a:lnSpc>
                <a:spcPct val="150000"/>
              </a:lnSpc>
              <a:spcBef>
                <a:spcPts val="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Billionaires are usually fairly _______ about the exact amount that they're worth.</a:t>
            </a:r>
            <a:endParaRPr b="0" i="0" sz="1400" u="none" cap="none" strike="noStrike">
              <a:solidFill>
                <a:srgbClr val="000000"/>
              </a:solidFill>
              <a:latin typeface="Arial"/>
              <a:ea typeface="Arial"/>
              <a:cs typeface="Arial"/>
              <a:sym typeface="Arial"/>
            </a:endParaRPr>
          </a:p>
          <a:p>
            <a:pPr indent="-457200" lvl="1" marL="457200" marR="0" rtl="0" algn="l">
              <a:lnSpc>
                <a:spcPct val="150000"/>
              </a:lnSpc>
              <a:spcBef>
                <a:spcPts val="0"/>
              </a:spcBef>
              <a:spcAft>
                <a:spcPts val="0"/>
              </a:spcAft>
              <a:buClr>
                <a:srgbClr val="000000"/>
              </a:buClr>
              <a:buSzPts val="2400"/>
              <a:buFont typeface="Arial"/>
              <a:buAutoNum type="arabicPeriod"/>
            </a:pPr>
            <a:r>
              <a:rPr b="1" i="0" lang="en-US" sz="2400" u="none" cap="none" strike="noStrike">
                <a:solidFill>
                  <a:srgbClr val="000000"/>
                </a:solidFill>
                <a:latin typeface="Calibri"/>
                <a:ea typeface="Calibri"/>
                <a:cs typeface="Calibri"/>
                <a:sym typeface="Calibri"/>
              </a:rPr>
              <a:t>She has always been very </a:t>
            </a:r>
            <a:r>
              <a:rPr b="1" i="0" lang="en-US" sz="2400" u="none" cap="none" strike="noStrike">
                <a:solidFill>
                  <a:schemeClr val="dk1"/>
                </a:solidFill>
                <a:latin typeface="Calibri"/>
                <a:ea typeface="Calibri"/>
                <a:cs typeface="Calibri"/>
                <a:sym typeface="Calibri"/>
              </a:rPr>
              <a:t>_______</a:t>
            </a:r>
            <a:r>
              <a:rPr b="1" i="0" lang="en-US" sz="2400" u="none" cap="none" strike="noStrike">
                <a:solidFill>
                  <a:srgbClr val="000000"/>
                </a:solidFill>
                <a:latin typeface="Calibri"/>
                <a:ea typeface="Calibri"/>
                <a:cs typeface="Calibri"/>
                <a:sym typeface="Calibri"/>
              </a:rPr>
              <a:t> and she's got many of friends!</a:t>
            </a:r>
            <a:endParaRPr b="0" i="0" sz="1400" u="none" cap="none" strike="noStrike">
              <a:solidFill>
                <a:srgbClr val="000000"/>
              </a:solidFill>
              <a:latin typeface="Arial"/>
              <a:ea typeface="Arial"/>
              <a:cs typeface="Arial"/>
              <a:sym typeface="Arial"/>
            </a:endParaRPr>
          </a:p>
          <a:p>
            <a:pPr indent="-457200" lvl="1" marL="457200" marR="0" rtl="0" algn="l">
              <a:lnSpc>
                <a:spcPct val="150000"/>
              </a:lnSpc>
              <a:spcBef>
                <a:spcPts val="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Sarah needs someone   _______   to take care of the children while being at work.</a:t>
            </a:r>
            <a:endParaRPr b="1" i="0" sz="2400" u="none" cap="none" strike="noStrike">
              <a:solidFill>
                <a:schemeClr val="dk1"/>
              </a:solidFill>
              <a:latin typeface="Calibri"/>
              <a:ea typeface="Calibri"/>
              <a:cs typeface="Calibri"/>
              <a:sym typeface="Calibri"/>
            </a:endParaRPr>
          </a:p>
        </p:txBody>
      </p:sp>
      <p:sp>
        <p:nvSpPr>
          <p:cNvPr id="802" name="Google Shape;802;p28"/>
          <p:cNvSpPr txBox="1"/>
          <p:nvPr/>
        </p:nvSpPr>
        <p:spPr>
          <a:xfrm>
            <a:off x="407368" y="116632"/>
            <a:ext cx="9696400" cy="79208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Fill in the blanks with the appropriate personality adjective</a:t>
            </a:r>
            <a:r>
              <a:rPr b="0" i="0" lang="en-US" sz="3600" u="none" cap="none" strike="noStrike">
                <a:solidFill>
                  <a:schemeClr val="dk1"/>
                </a:solidFill>
                <a:latin typeface="Arial"/>
                <a:ea typeface="Arial"/>
                <a:cs typeface="Arial"/>
                <a:sym typeface="Arial"/>
              </a:rPr>
              <a:t>.</a:t>
            </a:r>
            <a:endParaRPr b="0" i="0" sz="4000" u="none" cap="none" strike="noStrike">
              <a:solidFill>
                <a:schemeClr val="dk1"/>
              </a:solidFill>
              <a:latin typeface="Arial"/>
              <a:ea typeface="Arial"/>
              <a:cs typeface="Arial"/>
              <a:sym typeface="Arial"/>
            </a:endParaRPr>
          </a:p>
        </p:txBody>
      </p:sp>
      <p:sp>
        <p:nvSpPr>
          <p:cNvPr id="803" name="Google Shape;803;p28"/>
          <p:cNvSpPr txBox="1"/>
          <p:nvPr/>
        </p:nvSpPr>
        <p:spPr>
          <a:xfrm>
            <a:off x="9120336" y="1124744"/>
            <a:ext cx="2180405" cy="6093976"/>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Extrovert</a:t>
            </a:r>
            <a:endParaRPr b="1" i="0" sz="2800" u="none" cap="none" strike="noStrike">
              <a:solidFill>
                <a:srgbClr val="009999"/>
              </a:solidFill>
              <a:latin typeface="Calibri"/>
              <a:ea typeface="Calibri"/>
              <a:cs typeface="Calibri"/>
              <a:sym typeface="Calibri"/>
            </a:endParaRPr>
          </a:p>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bossy</a:t>
            </a:r>
            <a:endParaRPr b="1" i="0" sz="2800" u="none" cap="none" strike="noStrike">
              <a:solidFill>
                <a:srgbClr val="009999"/>
              </a:solidFill>
              <a:latin typeface="Calibri"/>
              <a:ea typeface="Calibri"/>
              <a:cs typeface="Calibri"/>
              <a:sym typeface="Calibri"/>
            </a:endParaRPr>
          </a:p>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conscentious</a:t>
            </a:r>
            <a:endParaRPr b="1" i="0" sz="2800" u="none" cap="none" strike="noStrike">
              <a:solidFill>
                <a:srgbClr val="009999"/>
              </a:solidFill>
              <a:latin typeface="Calibri"/>
              <a:ea typeface="Calibri"/>
              <a:cs typeface="Calibri"/>
              <a:sym typeface="Calibri"/>
            </a:endParaRPr>
          </a:p>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dependable</a:t>
            </a:r>
            <a:endParaRPr b="1" i="0" sz="2800" u="none" cap="none" strike="noStrike">
              <a:solidFill>
                <a:srgbClr val="009999"/>
              </a:solidFill>
              <a:latin typeface="Calibri"/>
              <a:ea typeface="Calibri"/>
              <a:cs typeface="Calibri"/>
              <a:sym typeface="Calibri"/>
            </a:endParaRPr>
          </a:p>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secretive</a:t>
            </a:r>
            <a:endParaRPr b="1" i="0" sz="2800" u="none" cap="none" strike="noStrike">
              <a:solidFill>
                <a:srgbClr val="009999"/>
              </a:solidFill>
              <a:latin typeface="Calibri"/>
              <a:ea typeface="Calibri"/>
              <a:cs typeface="Calibri"/>
              <a:sym typeface="Calibri"/>
            </a:endParaRPr>
          </a:p>
          <a:p>
            <a:pPr indent="0" lvl="0" marL="0" marR="0" rtl="0" algn="l">
              <a:lnSpc>
                <a:spcPct val="200000"/>
              </a:lnSpc>
              <a:spcBef>
                <a:spcPts val="0"/>
              </a:spcBef>
              <a:spcAft>
                <a:spcPts val="0"/>
              </a:spcAft>
              <a:buClr>
                <a:srgbClr val="009999"/>
              </a:buClr>
              <a:buSzPts val="2800"/>
              <a:buFont typeface="Calibri"/>
              <a:buNone/>
            </a:pPr>
            <a:r>
              <a:rPr b="1" i="0" lang="en-US" sz="2800" u="none" cap="none" strike="noStrike">
                <a:solidFill>
                  <a:srgbClr val="009999"/>
                </a:solidFill>
                <a:latin typeface="Calibri"/>
                <a:ea typeface="Calibri"/>
                <a:cs typeface="Calibri"/>
                <a:sym typeface="Calibri"/>
              </a:rPr>
              <a:t>frivolous</a:t>
            </a:r>
            <a:endParaRPr b="1" i="0" sz="2800" u="none" cap="none" strike="noStrike">
              <a:solidFill>
                <a:srgbClr val="00999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4" name="Google Shape;804;p28"/>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25</a:t>
            </a:r>
            <a:endParaRPr b="1" i="0" sz="1800" u="none" cap="none" strike="noStrike">
              <a:solidFill>
                <a:srgbClr val="000000"/>
              </a:solidFill>
              <a:latin typeface="Arial"/>
              <a:ea typeface="Arial"/>
              <a:cs typeface="Arial"/>
              <a:sym typeface="Arial"/>
            </a:endParaRPr>
          </a:p>
        </p:txBody>
      </p:sp>
      <p:sp>
        <p:nvSpPr>
          <p:cNvPr id="805" name="Google Shape;805;p28"/>
          <p:cNvSpPr txBox="1"/>
          <p:nvPr/>
        </p:nvSpPr>
        <p:spPr>
          <a:xfrm>
            <a:off x="4243244" y="908720"/>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conscientious </a:t>
            </a:r>
            <a:endParaRPr b="0" i="0" sz="1800" u="none" cap="none" strike="noStrike">
              <a:solidFill>
                <a:srgbClr val="000000"/>
              </a:solidFill>
              <a:latin typeface="Arial"/>
              <a:ea typeface="Arial"/>
              <a:cs typeface="Arial"/>
              <a:sym typeface="Arial"/>
            </a:endParaRPr>
          </a:p>
        </p:txBody>
      </p:sp>
      <p:sp>
        <p:nvSpPr>
          <p:cNvPr id="806" name="Google Shape;806;p28"/>
          <p:cNvSpPr txBox="1"/>
          <p:nvPr/>
        </p:nvSpPr>
        <p:spPr>
          <a:xfrm>
            <a:off x="5069495" y="1988840"/>
            <a:ext cx="102650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frivolous</a:t>
            </a:r>
            <a:r>
              <a:rPr b="1" i="0" lang="en-US" sz="1800" u="none" cap="none" strike="noStrike">
                <a:solidFill>
                  <a:schemeClr val="dk1"/>
                </a:solidFill>
                <a:latin typeface="Calibri"/>
                <a:ea typeface="Calibri"/>
                <a:cs typeface="Calibri"/>
                <a:sym typeface="Calibri"/>
              </a:rPr>
              <a:t> </a:t>
            </a:r>
            <a:endParaRPr b="0" i="0" sz="1800" u="none" cap="none" strike="noStrike">
              <a:solidFill>
                <a:srgbClr val="000000"/>
              </a:solidFill>
              <a:latin typeface="Arial"/>
              <a:ea typeface="Arial"/>
              <a:cs typeface="Arial"/>
              <a:sym typeface="Arial"/>
            </a:endParaRPr>
          </a:p>
        </p:txBody>
      </p:sp>
      <p:sp>
        <p:nvSpPr>
          <p:cNvPr id="807" name="Google Shape;807;p28"/>
          <p:cNvSpPr txBox="1"/>
          <p:nvPr/>
        </p:nvSpPr>
        <p:spPr>
          <a:xfrm>
            <a:off x="1055440" y="3068960"/>
            <a:ext cx="73609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bossy</a:t>
            </a:r>
            <a:endParaRPr b="0" i="0" sz="1800" u="none" cap="none" strike="noStrike">
              <a:solidFill>
                <a:srgbClr val="000000"/>
              </a:solidFill>
              <a:latin typeface="Arial"/>
              <a:ea typeface="Arial"/>
              <a:cs typeface="Arial"/>
              <a:sym typeface="Arial"/>
            </a:endParaRPr>
          </a:p>
        </p:txBody>
      </p:sp>
      <p:sp>
        <p:nvSpPr>
          <p:cNvPr id="808" name="Google Shape;808;p28"/>
          <p:cNvSpPr txBox="1"/>
          <p:nvPr/>
        </p:nvSpPr>
        <p:spPr>
          <a:xfrm>
            <a:off x="4655840" y="3645024"/>
            <a:ext cx="10483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secretive</a:t>
            </a:r>
            <a:r>
              <a:rPr b="1" i="0" lang="en-US" sz="1800" u="none" cap="none" strike="noStrike">
                <a:solidFill>
                  <a:schemeClr val="dk1"/>
                </a:solidFill>
                <a:latin typeface="Calibri"/>
                <a:ea typeface="Calibri"/>
                <a:cs typeface="Calibri"/>
                <a:sym typeface="Calibri"/>
              </a:rPr>
              <a:t> </a:t>
            </a:r>
            <a:endParaRPr b="0" i="0" sz="1800" u="none" cap="none" strike="noStrike">
              <a:solidFill>
                <a:srgbClr val="000000"/>
              </a:solidFill>
              <a:latin typeface="Arial"/>
              <a:ea typeface="Arial"/>
              <a:cs typeface="Arial"/>
              <a:sym typeface="Arial"/>
            </a:endParaRPr>
          </a:p>
        </p:txBody>
      </p:sp>
      <p:sp>
        <p:nvSpPr>
          <p:cNvPr id="809" name="Google Shape;809;p28"/>
          <p:cNvSpPr txBox="1"/>
          <p:nvPr/>
        </p:nvSpPr>
        <p:spPr>
          <a:xfrm>
            <a:off x="3935760" y="5877272"/>
            <a:ext cx="13260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dependable </a:t>
            </a:r>
            <a:endParaRPr b="0" i="0" sz="1800" u="none" cap="none" strike="noStrike">
              <a:solidFill>
                <a:srgbClr val="000000"/>
              </a:solidFill>
              <a:latin typeface="Arial"/>
              <a:ea typeface="Arial"/>
              <a:cs typeface="Arial"/>
              <a:sym typeface="Arial"/>
            </a:endParaRPr>
          </a:p>
        </p:txBody>
      </p:sp>
      <p:sp>
        <p:nvSpPr>
          <p:cNvPr id="810" name="Google Shape;810;p28"/>
          <p:cNvSpPr txBox="1"/>
          <p:nvPr/>
        </p:nvSpPr>
        <p:spPr>
          <a:xfrm>
            <a:off x="4439816" y="4725144"/>
            <a:ext cx="10826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9999"/>
              </a:buClr>
              <a:buSzPts val="1800"/>
              <a:buFont typeface="Calibri"/>
              <a:buNone/>
            </a:pPr>
            <a:r>
              <a:rPr b="1" i="0" lang="en-US" sz="1800" u="sng" cap="none" strike="noStrike">
                <a:solidFill>
                  <a:srgbClr val="009999"/>
                </a:solidFill>
                <a:latin typeface="Calibri"/>
                <a:ea typeface="Calibri"/>
                <a:cs typeface="Calibri"/>
                <a:sym typeface="Calibri"/>
              </a:rPr>
              <a:t>extrovert</a:t>
            </a:r>
            <a:endParaRPr b="1" i="0" sz="1800" u="sng" cap="none" strike="noStrike">
              <a:solidFill>
                <a:srgbClr val="00999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2">
                                            <p:txEl>
                                              <p:pRg end="0" st="0"/>
                                            </p:txEl>
                                          </p:spTgt>
                                        </p:tgtEl>
                                        <p:attrNameLst>
                                          <p:attrName>style.visibility</p:attrName>
                                        </p:attrNameLst>
                                      </p:cBhvr>
                                      <p:to>
                                        <p:strVal val="visible"/>
                                      </p:to>
                                    </p:set>
                                    <p:anim calcmode="lin" valueType="num">
                                      <p:cBhvr additive="base">
                                        <p:cTn dur="500"/>
                                        <p:tgtEl>
                                          <p:spTgt spid="80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1000"/>
                                        <p:tgtEl>
                                          <p:spTgt spid="8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1000"/>
                                        <p:tgtEl>
                                          <p:spTgt spid="8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1000"/>
                                        <p:tgtEl>
                                          <p:spTgt spid="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
                                            <p:txEl>
                                              <p:pRg end="0" st="0"/>
                                            </p:txEl>
                                          </p:spTgt>
                                        </p:tgtEl>
                                        <p:attrNameLst>
                                          <p:attrName>style.visibility</p:attrName>
                                        </p:attrNameLst>
                                      </p:cBhvr>
                                      <p:to>
                                        <p:strVal val="visible"/>
                                      </p:to>
                                    </p:set>
                                    <p:animEffect filter="fade" transition="in">
                                      <p:cBhvr>
                                        <p:cTn dur="1000"/>
                                        <p:tgtEl>
                                          <p:spTgt spid="8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1000"/>
                                        <p:tgtEl>
                                          <p:spTgt spid="8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graphicFrame>
        <p:nvGraphicFramePr>
          <p:cNvPr id="815" name="Google Shape;815;p29"/>
          <p:cNvGraphicFramePr/>
          <p:nvPr/>
        </p:nvGraphicFramePr>
        <p:xfrm>
          <a:off x="625474" y="1348114"/>
          <a:ext cx="3000000" cy="3000000"/>
        </p:xfrm>
        <a:graphic>
          <a:graphicData uri="http://schemas.openxmlformats.org/drawingml/2006/table">
            <a:tbl>
              <a:tblPr>
                <a:noFill/>
                <a:tableStyleId>{31A951EF-283B-498B-A1CB-F230CD9A2B1B}</a:tableStyleId>
              </a:tblPr>
              <a:tblGrid>
                <a:gridCol w="3600400"/>
                <a:gridCol w="3600400"/>
                <a:gridCol w="3600400"/>
              </a:tblGrid>
              <a:tr h="576075">
                <a:tc gridSpan="3">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9541BF"/>
                          </a:solidFill>
                          <a:latin typeface="Calibri"/>
                          <a:ea typeface="Calibri"/>
                          <a:cs typeface="Calibri"/>
                          <a:sym typeface="Calibri"/>
                        </a:rPr>
                        <a:t>Sample Personality Adjectives</a:t>
                      </a:r>
                      <a:endParaRPr sz="1400" u="none" cap="none" strike="noStrike"/>
                    </a:p>
                  </a:txBody>
                  <a:tcPr marT="43525" marB="43525" marR="87050" marL="87050" anchor="ctr"/>
                </a:tc>
                <a:tc hMerge="1"/>
                <a:tc hMerge="1"/>
              </a:tr>
              <a:tr h="5040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Personality Trait</a:t>
                      </a:r>
                      <a:endParaRPr b="1" sz="2000" u="none" cap="none" strike="noStrike">
                        <a:solidFill>
                          <a:srgbClr val="CC66FF"/>
                        </a:solidFill>
                        <a:latin typeface="Calibri"/>
                        <a:ea typeface="Calibri"/>
                        <a:cs typeface="Calibri"/>
                        <a:sym typeface="Calibri"/>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Positive Adjectives</a:t>
                      </a:r>
                      <a:endParaRPr b="1" sz="1800" u="none" cap="none" strike="noStrike">
                        <a:solidFill>
                          <a:srgbClr val="CC66FF"/>
                        </a:solidFill>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Negative Adjectives</a:t>
                      </a:r>
                      <a:endParaRPr b="1" sz="1800" u="none" cap="none" strike="noStrike">
                        <a:solidFill>
                          <a:srgbClr val="CC66FF"/>
                        </a:solidFill>
                      </a:endParaRPr>
                    </a:p>
                  </a:txBody>
                  <a:tcPr marT="43525" marB="43525" marR="87050" marL="87050" anchor="ctr">
                    <a:solidFill>
                      <a:srgbClr val="E2CCED"/>
                    </a:solidFill>
                  </a:tcPr>
                </a:tc>
              </a:tr>
              <a:tr h="6591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Extroversion</a:t>
                      </a:r>
                      <a:endParaRPr sz="1400" u="none" cap="none" strike="noStrike"/>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outgoing, talkative, social, friendly, lively, active, fun</a:t>
                      </a:r>
                      <a:endParaRPr b="0" sz="1700" u="none" cap="none" strike="noStrike"/>
                    </a:p>
                  </a:txBody>
                  <a:tcPr marT="43525" marB="43525" marR="87050" marL="87050"/>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shy, reserved, quiet, timid, antisocial, withdrawn</a:t>
                      </a:r>
                      <a:endParaRPr b="0" sz="1700" u="none" cap="none" strike="noStrike"/>
                    </a:p>
                  </a:txBody>
                  <a:tcPr marT="43525" marB="43525" marR="87050" marL="87050"/>
                </a:tc>
              </a:tr>
              <a:tr h="6591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Openness</a:t>
                      </a:r>
                      <a:endParaRPr b="1" sz="1800" u="none" cap="none" strike="noStrike">
                        <a:latin typeface="Calibri"/>
                        <a:ea typeface="Calibri"/>
                        <a:cs typeface="Calibri"/>
                        <a:sym typeface="Calibri"/>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open-minded, receptive, nonjudgmental, flexible, curious</a:t>
                      </a:r>
                      <a:endParaRPr b="0" sz="1700" u="none" cap="none" strike="noStrike"/>
                    </a:p>
                  </a:txBody>
                  <a:tcPr marT="43525" marB="43525" marR="87050" marL="87050"/>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narrow-minded, rigid, stubborn, judgmental, discriminating</a:t>
                      </a:r>
                      <a:endParaRPr b="0" sz="1700" u="none" cap="none" strike="noStrike"/>
                    </a:p>
                  </a:txBody>
                  <a:tcPr marT="43525" marB="43525" marR="87050" marL="87050"/>
                </a:tc>
              </a:tr>
              <a:tr h="9416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Conscientiousness</a:t>
                      </a:r>
                      <a:endParaRPr b="1" sz="1800" u="none" cap="none" strike="noStrike">
                        <a:latin typeface="Calibri"/>
                        <a:ea typeface="Calibri"/>
                        <a:cs typeface="Calibri"/>
                        <a:sym typeface="Calibri"/>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hardworking, punctual, thoughtful, organized, careful, cautious, obedient, responsible</a:t>
                      </a:r>
                      <a:endParaRPr b="0" sz="1700" u="none" cap="none" strike="noStrike"/>
                    </a:p>
                  </a:txBody>
                  <a:tcPr marT="43525" marB="43525" marR="87050" marL="87050"/>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lazy, flaky, careless, reckless, irresponsible, negligent, rash</a:t>
                      </a:r>
                      <a:endParaRPr b="0" sz="1700" u="none" cap="none" strike="noStrike"/>
                    </a:p>
                  </a:txBody>
                  <a:tcPr marT="43525" marB="43525" marR="87050" marL="87050"/>
                </a:tc>
              </a:tr>
              <a:tr h="9416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Neuroticism</a:t>
                      </a:r>
                      <a:endParaRPr b="1" sz="1800" u="none" cap="none" strike="noStrike">
                        <a:latin typeface="Calibri"/>
                        <a:ea typeface="Calibri"/>
                        <a:cs typeface="Calibri"/>
                        <a:sym typeface="Calibri"/>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patient, optimistic, easygoing, calm, self-assured, stable, reasonable</a:t>
                      </a:r>
                      <a:endParaRPr b="0" sz="1700" u="none" cap="none" strike="noStrike"/>
                    </a:p>
                  </a:txBody>
                  <a:tcPr marT="43525" marB="43525" marR="87050" marL="87050"/>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impatient, pessimistic, brooding, anxious, sensitive, moody, insecure</a:t>
                      </a:r>
                      <a:endParaRPr b="0" sz="1700" u="none" cap="none" strike="noStrike"/>
                    </a:p>
                  </a:txBody>
                  <a:tcPr marT="43525" marB="43525" marR="87050" marL="87050"/>
                </a:tc>
              </a:tr>
              <a:tr h="9416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Agreeableness</a:t>
                      </a:r>
                      <a:endParaRPr b="1" sz="1800" u="none" cap="none" strike="noStrike">
                        <a:latin typeface="Calibri"/>
                        <a:ea typeface="Calibri"/>
                        <a:cs typeface="Calibri"/>
                        <a:sym typeface="Calibri"/>
                      </a:endParaRPr>
                    </a:p>
                  </a:txBody>
                  <a:tcPr marT="43525" marB="43525" marR="87050" marL="87050" anchor="ctr">
                    <a:solidFill>
                      <a:srgbClr val="E2CCED"/>
                    </a:solidFill>
                  </a:tcPr>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good-natured, forgiving, amenable, genial, consenting, generous, cheerful, cooperative</a:t>
                      </a:r>
                      <a:endParaRPr b="0" sz="1700" u="none" cap="none" strike="noStrike"/>
                    </a:p>
                  </a:txBody>
                  <a:tcPr marT="43525" marB="43525" marR="87050" marL="87050"/>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t>disagreeable, ill-tempered, irritable, rude, spiteful, bitter, uncooperative</a:t>
                      </a:r>
                      <a:endParaRPr b="0" sz="1700" u="none" cap="none" strike="noStrike"/>
                    </a:p>
                  </a:txBody>
                  <a:tcPr marT="43525" marB="43525" marR="87050" marL="87050"/>
                </a:tc>
              </a:tr>
            </a:tbl>
          </a:graphicData>
        </a:graphic>
      </p:graphicFrame>
      <p:sp>
        <p:nvSpPr>
          <p:cNvPr id="816" name="Google Shape;816;p29"/>
          <p:cNvSpPr txBox="1"/>
          <p:nvPr/>
        </p:nvSpPr>
        <p:spPr>
          <a:xfrm>
            <a:off x="4943872" y="224635"/>
            <a:ext cx="7128792" cy="83099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Noto Sans"/>
              <a:buChar char="⮚"/>
            </a:pPr>
            <a:r>
              <a:rPr b="0" i="0" lang="en-US" sz="2400" u="none" cap="none" strike="noStrike">
                <a:solidFill>
                  <a:srgbClr val="000000"/>
                </a:solidFill>
                <a:latin typeface="Calibri"/>
                <a:ea typeface="Calibri"/>
                <a:cs typeface="Calibri"/>
                <a:sym typeface="Calibri"/>
              </a:rPr>
              <a:t>More adjectives that can be used to describe aspects of someone's personality based on </a:t>
            </a:r>
            <a:r>
              <a:rPr b="0" i="0" lang="en-US" sz="2400" u="sng" cap="none" strike="noStrike">
                <a:solidFill>
                  <a:srgbClr val="000000"/>
                </a:solidFill>
                <a:latin typeface="Calibri"/>
                <a:ea typeface="Calibri"/>
                <a:cs typeface="Calibri"/>
                <a:sym typeface="Calibri"/>
              </a:rPr>
              <a:t>big five traits</a:t>
            </a:r>
            <a:r>
              <a:rPr b="0" i="0" lang="en-US" sz="2400" u="none" cap="none" strike="noStrike">
                <a:solidFill>
                  <a:srgbClr val="000000"/>
                </a:solidFill>
                <a:latin typeface="Calibri"/>
                <a:ea typeface="Calibri"/>
                <a:cs typeface="Calibri"/>
                <a:sym typeface="Calibri"/>
              </a:rPr>
              <a:t>.</a:t>
            </a:r>
            <a:endParaRPr b="1" i="0" sz="2400" u="none" cap="none" strike="noStrike">
              <a:solidFill>
                <a:srgbClr val="000000"/>
              </a:solidFill>
              <a:latin typeface="Calibri"/>
              <a:ea typeface="Calibri"/>
              <a:cs typeface="Calibri"/>
              <a:sym typeface="Calibri"/>
            </a:endParaRPr>
          </a:p>
        </p:txBody>
      </p:sp>
      <p:sp>
        <p:nvSpPr>
          <p:cNvPr id="817" name="Google Shape;817;p29"/>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27</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
                                            <p:txEl>
                                              <p:pRg end="0" st="0"/>
                                            </p:txEl>
                                          </p:spTgt>
                                        </p:tgtEl>
                                        <p:attrNameLst>
                                          <p:attrName>style.visibility</p:attrName>
                                        </p:attrNameLst>
                                      </p:cBhvr>
                                      <p:to>
                                        <p:strVal val="visible"/>
                                      </p:to>
                                    </p:set>
                                    <p:animEffect filter="fade" transition="in">
                                      <p:cBhvr>
                                        <p:cTn dur="500"/>
                                        <p:tgtEl>
                                          <p:spTgt spid="8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5"/>
                                        </p:tgtEl>
                                        <p:attrNameLst>
                                          <p:attrName>style.visibility</p:attrName>
                                        </p:attrNameLst>
                                      </p:cBhvr>
                                      <p:to>
                                        <p:strVal val="visible"/>
                                      </p:to>
                                    </p:set>
                                    <p:animEffect filter="fade" transition="in">
                                      <p:cBhvr>
                                        <p:cTn dur="500"/>
                                        <p:tgtEl>
                                          <p:spTgt spid="8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27b88206c0f_1_12"/>
          <p:cNvSpPr txBox="1"/>
          <p:nvPr/>
        </p:nvSpPr>
        <p:spPr>
          <a:xfrm>
            <a:off x="4893100" y="113750"/>
            <a:ext cx="68673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Choose the word that makes most sense. Discuss if you agree with the statements.</a:t>
            </a:r>
            <a:endParaRPr b="1" i="0" sz="1400" u="none" cap="none" strike="noStrike">
              <a:solidFill>
                <a:srgbClr val="000000"/>
              </a:solidFill>
              <a:latin typeface="Arial"/>
              <a:ea typeface="Arial"/>
              <a:cs typeface="Arial"/>
              <a:sym typeface="Arial"/>
            </a:endParaRPr>
          </a:p>
        </p:txBody>
      </p:sp>
      <p:sp>
        <p:nvSpPr>
          <p:cNvPr id="823" name="Google Shape;823;g27b88206c0f_1_12"/>
          <p:cNvSpPr txBox="1"/>
          <p:nvPr/>
        </p:nvSpPr>
        <p:spPr>
          <a:xfrm>
            <a:off x="5061100" y="1851325"/>
            <a:ext cx="7156500" cy="492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 An/A honest/generous person can’t work in sales.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b) You don’t need to be lazy/friendly to work well in a team.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c) A responsible/shy person can’t be an actor.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d) You can’t be a CEO of a company if you are too kind/confident.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27b88206c0f_1_30"/>
          <p:cNvSpPr txBox="1"/>
          <p:nvPr/>
        </p:nvSpPr>
        <p:spPr>
          <a:xfrm>
            <a:off x="4489750" y="472050"/>
            <a:ext cx="7371900" cy="580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Look at the situations below and say what each person does or how they feel. Some of the answers might be the same/similar.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a) A boss gives you a new task on Friday evening. </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1) A hard-working person does the task at the weekend.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2) A rude person…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3) A clever person…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b) A friend asks you to help them move at the weekend. </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1) A lazy person…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2) A helpful person… </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Arial"/>
                <a:ea typeface="Arial"/>
                <a:cs typeface="Arial"/>
                <a:sym typeface="Arial"/>
              </a:rPr>
              <a:t>3) A polite person…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27b88206c0f_1_36"/>
          <p:cNvSpPr txBox="1"/>
          <p:nvPr/>
        </p:nvSpPr>
        <p:spPr>
          <a:xfrm>
            <a:off x="4948800" y="208500"/>
            <a:ext cx="6997200" cy="6464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c) A teacher asks someone from a class to create a presentation. </a:t>
            </a:r>
            <a:endParaRPr b="1"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 A shy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2) A responsible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3) A confident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d) A person on the street asks for money to buy food. </a:t>
            </a:r>
            <a:endParaRPr b="1"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 A kind person…</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2) A generous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3) A creative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e) You have to make small talk with someone you don’t know. </a:t>
            </a:r>
            <a:endParaRPr b="1"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1) A confident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2) A talkative person…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3) A quiet person…</a:t>
            </a:r>
            <a:endParaRPr b="0" i="0" sz="10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30"/>
          <p:cNvSpPr/>
          <p:nvPr/>
        </p:nvSpPr>
        <p:spPr>
          <a:xfrm>
            <a:off x="6672064" y="2060848"/>
            <a:ext cx="4752528" cy="175432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632B80"/>
              </a:buClr>
              <a:buSzPts val="5400"/>
              <a:buFont typeface="Calibri"/>
              <a:buNone/>
            </a:pPr>
            <a:r>
              <a:rPr b="1" i="1" lang="en-US" sz="5400" u="none" cap="none" strike="noStrike">
                <a:solidFill>
                  <a:srgbClr val="632B80"/>
                </a:solidFill>
                <a:latin typeface="Calibri"/>
                <a:ea typeface="Calibri"/>
                <a:cs typeface="Calibri"/>
                <a:sym typeface="Calibri"/>
              </a:rPr>
              <a:t>Birth order and career success!</a:t>
            </a:r>
            <a:endParaRPr b="1" i="1" sz="5400" u="none" cap="none" strike="noStrike">
              <a:solidFill>
                <a:srgbClr val="632B80"/>
              </a:solidFill>
              <a:latin typeface="Calibri"/>
              <a:ea typeface="Calibri"/>
              <a:cs typeface="Calibri"/>
              <a:sym typeface="Calibri"/>
            </a:endParaRPr>
          </a:p>
        </p:txBody>
      </p:sp>
      <p:sp>
        <p:nvSpPr>
          <p:cNvPr id="839" name="Google Shape;839;p30"/>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28</a:t>
            </a:r>
            <a:endParaRPr b="1" i="0" sz="1800" u="none" cap="none" strike="noStrike">
              <a:solidFill>
                <a:srgbClr val="000000"/>
              </a:solidFill>
              <a:latin typeface="Arial"/>
              <a:ea typeface="Arial"/>
              <a:cs typeface="Arial"/>
              <a:sym typeface="Arial"/>
            </a:endParaRPr>
          </a:p>
        </p:txBody>
      </p:sp>
      <p:pic>
        <p:nvPicPr>
          <p:cNvPr descr="téléchargement.jpeg" id="840" name="Google Shape;840;p30"/>
          <p:cNvPicPr preferRelativeResize="0"/>
          <p:nvPr>
            <p:ph idx="2" type="pic"/>
          </p:nvPr>
        </p:nvPicPr>
        <p:blipFill rotWithShape="1">
          <a:blip r:embed="rId3">
            <a:alphaModFix/>
          </a:blip>
          <a:srcRect b="-24428" l="0" r="0" t="-24428"/>
          <a:stretch/>
        </p:blipFill>
        <p:spPr>
          <a:xfrm>
            <a:off x="0" y="0"/>
            <a:ext cx="6923314" cy="6858000"/>
          </a:xfrm>
          <a:prstGeom prst="rect">
            <a:avLst/>
          </a:prstGeom>
          <a:solidFill>
            <a:srgbClr val="F2F2F2"/>
          </a:solid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pic>
        <p:nvPicPr>
          <p:cNvPr descr="Capture d’écran 2021-10-26 à 10.35.39.png" id="845" name="Google Shape;845;p31"/>
          <p:cNvPicPr preferRelativeResize="0"/>
          <p:nvPr/>
        </p:nvPicPr>
        <p:blipFill rotWithShape="1">
          <a:blip r:embed="rId3">
            <a:alphaModFix/>
          </a:blip>
          <a:srcRect b="0" l="0" r="0" t="0"/>
          <a:stretch/>
        </p:blipFill>
        <p:spPr>
          <a:xfrm>
            <a:off x="1701800" y="44624"/>
            <a:ext cx="8775700" cy="6197600"/>
          </a:xfrm>
          <a:prstGeom prst="rect">
            <a:avLst/>
          </a:prstGeom>
          <a:noFill/>
          <a:ln>
            <a:noFill/>
          </a:ln>
        </p:spPr>
      </p:pic>
      <p:sp>
        <p:nvSpPr>
          <p:cNvPr id="846" name="Google Shape;846;p31"/>
          <p:cNvSpPr txBox="1"/>
          <p:nvPr/>
        </p:nvSpPr>
        <p:spPr>
          <a:xfrm>
            <a:off x="551384" y="6237312"/>
            <a:ext cx="1152310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What do Oprah Winfrey, Jeff Bezos and Steve Jobs have in common?</a:t>
            </a:r>
            <a:endParaRPr b="1" i="0" sz="2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32"/>
          <p:cNvSpPr txBox="1"/>
          <p:nvPr/>
        </p:nvSpPr>
        <p:spPr>
          <a:xfrm flipH="1">
            <a:off x="4511823" y="672952"/>
            <a:ext cx="7128792"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Besides being billionaire moguls, they share something that goes back, way back: “</a:t>
            </a:r>
            <a:r>
              <a:rPr b="1" i="0" lang="en-US" sz="4000" u="sng" cap="none" strike="noStrike">
                <a:solidFill>
                  <a:srgbClr val="3366FF"/>
                </a:solidFill>
                <a:latin typeface="Arial"/>
                <a:ea typeface="Arial"/>
                <a:cs typeface="Arial"/>
                <a:sym typeface="Arial"/>
              </a:rPr>
              <a:t>their birth order”</a:t>
            </a:r>
            <a:r>
              <a:rPr b="0" i="0" lang="en-US" sz="40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Winfrey, Bezos and Jobs were all born the “</a:t>
            </a:r>
            <a:r>
              <a:rPr b="1" i="0" lang="en-US" sz="4000" u="sng" cap="none" strike="noStrike">
                <a:solidFill>
                  <a:srgbClr val="3366FF"/>
                </a:solidFill>
                <a:latin typeface="Arial"/>
                <a:ea typeface="Arial"/>
                <a:cs typeface="Arial"/>
                <a:sym typeface="Arial"/>
              </a:rPr>
              <a:t>oldest</a:t>
            </a:r>
            <a:r>
              <a:rPr b="1" i="0" lang="en-US" sz="4000" u="none" cap="none" strike="noStrike">
                <a:solidFill>
                  <a:srgbClr val="3366FF"/>
                </a:solidFill>
                <a:latin typeface="Arial"/>
                <a:ea typeface="Arial"/>
                <a:cs typeface="Arial"/>
                <a:sym typeface="Arial"/>
              </a:rPr>
              <a:t>”</a:t>
            </a:r>
            <a:r>
              <a:rPr b="0" i="0" lang="en-US" sz="4000" u="none" cap="none" strike="noStrike">
                <a:solidFill>
                  <a:srgbClr val="000000"/>
                </a:solidFill>
                <a:latin typeface="Arial"/>
                <a:ea typeface="Arial"/>
                <a:cs typeface="Arial"/>
                <a:sym typeface="Arial"/>
              </a:rPr>
              <a:t> of their siblings!</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33"/>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4</a:t>
            </a:r>
            <a:endParaRPr b="1" i="0" sz="1800" u="none" cap="none" strike="noStrike">
              <a:solidFill>
                <a:srgbClr val="000000"/>
              </a:solidFill>
              <a:latin typeface="Arial"/>
              <a:ea typeface="Arial"/>
              <a:cs typeface="Arial"/>
              <a:sym typeface="Arial"/>
            </a:endParaRPr>
          </a:p>
        </p:txBody>
      </p:sp>
      <p:pic>
        <p:nvPicPr>
          <p:cNvPr descr="impact-sucess-career.jpg" id="857" name="Google Shape;857;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34"/>
          <p:cNvSpPr txBox="1"/>
          <p:nvPr/>
        </p:nvSpPr>
        <p:spPr>
          <a:xfrm flipH="1">
            <a:off x="4727848" y="1148547"/>
            <a:ext cx="7128792" cy="5016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“There’s an interesting 2017 study out of Sweden that found first-born children are more likely to be managers, and later-born children are more likely to be entrepreneurs.”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Another study “found that first-borns tend to have a higher IQ, which played well in the media and got a lot of shares from first-borns”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2">
                                            <p:txEl>
                                              <p:pRg end="0" st="0"/>
                                            </p:txEl>
                                          </p:spTgt>
                                        </p:tgtEl>
                                        <p:attrNameLst>
                                          <p:attrName>style.visibility</p:attrName>
                                        </p:attrNameLst>
                                      </p:cBhvr>
                                      <p:to>
                                        <p:strVal val="visible"/>
                                      </p:to>
                                    </p:set>
                                    <p:anim calcmode="lin" valueType="num">
                                      <p:cBhvr additive="base">
                                        <p:cTn dur="500"/>
                                        <p:tgtEl>
                                          <p:spTgt spid="8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2">
                                            <p:txEl>
                                              <p:pRg end="1" st="1"/>
                                            </p:txEl>
                                          </p:spTgt>
                                        </p:tgtEl>
                                        <p:attrNameLst>
                                          <p:attrName>style.visibility</p:attrName>
                                        </p:attrNameLst>
                                      </p:cBhvr>
                                      <p:to>
                                        <p:strVal val="visible"/>
                                      </p:to>
                                    </p:set>
                                    <p:anim calcmode="lin" valueType="num">
                                      <p:cBhvr additive="base">
                                        <p:cTn dur="500"/>
                                        <p:tgtEl>
                                          <p:spTgt spid="8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2">
                                            <p:txEl>
                                              <p:pRg end="2" st="2"/>
                                            </p:txEl>
                                          </p:spTgt>
                                        </p:tgtEl>
                                        <p:attrNameLst>
                                          <p:attrName>style.visibility</p:attrName>
                                        </p:attrNameLst>
                                      </p:cBhvr>
                                      <p:to>
                                        <p:strVal val="visible"/>
                                      </p:to>
                                    </p:set>
                                    <p:anim calcmode="lin" valueType="num">
                                      <p:cBhvr additive="base">
                                        <p:cTn dur="500"/>
                                        <p:tgtEl>
                                          <p:spTgt spid="8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35"/>
          <p:cNvSpPr txBox="1"/>
          <p:nvPr/>
        </p:nvSpPr>
        <p:spPr>
          <a:xfrm>
            <a:off x="4288118" y="1090706"/>
            <a:ext cx="7280490" cy="5016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In the study of birth order, two models dominate. </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Based on these models, </a:t>
            </a:r>
            <a:r>
              <a:rPr b="0" i="0" lang="en-US" sz="3200" u="none" cap="none" strike="noStrike">
                <a:solidFill>
                  <a:srgbClr val="FF0066"/>
                </a:solidFill>
                <a:latin typeface="Arial"/>
                <a:ea typeface="Arial"/>
                <a:cs typeface="Arial"/>
                <a:sym typeface="Arial"/>
              </a:rPr>
              <a:t>firstborns</a:t>
            </a:r>
            <a:r>
              <a:rPr b="0" i="0" lang="en-US" sz="3200" u="none" cap="none" strike="noStrike">
                <a:solidFill>
                  <a:srgbClr val="000000"/>
                </a:solidFill>
                <a:latin typeface="Arial"/>
                <a:ea typeface="Arial"/>
                <a:cs typeface="Arial"/>
                <a:sym typeface="Arial"/>
              </a:rPr>
              <a:t> should be more likely to pursue scientific careers, attain higher levels of education, more prestigious careers, and a higher income, whereas </a:t>
            </a:r>
            <a:r>
              <a:rPr b="0" i="0" lang="en-US" sz="3200" u="none" cap="none" strike="noStrike">
                <a:solidFill>
                  <a:srgbClr val="FF0066"/>
                </a:solidFill>
                <a:latin typeface="Arial"/>
                <a:ea typeface="Arial"/>
                <a:cs typeface="Arial"/>
                <a:sym typeface="Arial"/>
              </a:rPr>
              <a:t>later</a:t>
            </a:r>
            <a:r>
              <a:rPr b="0" i="0" lang="en-US" sz="3200" u="none" cap="none" strike="noStrike">
                <a:solidFill>
                  <a:srgbClr val="000000"/>
                </a:solidFill>
                <a:latin typeface="Arial"/>
                <a:ea typeface="Arial"/>
                <a:cs typeface="Arial"/>
                <a:sym typeface="Arial"/>
              </a:rPr>
              <a:t>-</a:t>
            </a:r>
            <a:r>
              <a:rPr b="0" i="0" lang="en-US" sz="3200" u="none" cap="none" strike="noStrike">
                <a:solidFill>
                  <a:srgbClr val="FF0066"/>
                </a:solidFill>
                <a:latin typeface="Arial"/>
                <a:ea typeface="Arial"/>
                <a:cs typeface="Arial"/>
                <a:sym typeface="Arial"/>
              </a:rPr>
              <a:t>born</a:t>
            </a:r>
            <a:r>
              <a:rPr b="0" i="0" lang="en-US" sz="3200" u="none" cap="none" strike="noStrike">
                <a:solidFill>
                  <a:srgbClr val="000000"/>
                </a:solidFill>
                <a:latin typeface="Arial"/>
                <a:ea typeface="Arial"/>
                <a:cs typeface="Arial"/>
                <a:sym typeface="Arial"/>
              </a:rPr>
              <a:t> individuals should be more likely to pursue artistic and more creative careers.</a:t>
            </a:r>
            <a:endParaRPr b="0" i="0" sz="3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0" st="0"/>
                                            </p:txEl>
                                          </p:spTgt>
                                        </p:tgtEl>
                                        <p:attrNameLst>
                                          <p:attrName>style.visibility</p:attrName>
                                        </p:attrNameLst>
                                      </p:cBhvr>
                                      <p:to>
                                        <p:strVal val="visible"/>
                                      </p:to>
                                    </p:set>
                                    <p:anim calcmode="lin" valueType="num">
                                      <p:cBhvr additive="base">
                                        <p:cTn dur="500"/>
                                        <p:tgtEl>
                                          <p:spTgt spid="86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7">
                                            <p:txEl>
                                              <p:pRg end="1" st="1"/>
                                            </p:txEl>
                                          </p:spTgt>
                                        </p:tgtEl>
                                        <p:attrNameLst>
                                          <p:attrName>style.visibility</p:attrName>
                                        </p:attrNameLst>
                                      </p:cBhvr>
                                      <p:to>
                                        <p:strVal val="visible"/>
                                      </p:to>
                                    </p:set>
                                    <p:anim calcmode="lin" valueType="num">
                                      <p:cBhvr additive="base">
                                        <p:cTn dur="500"/>
                                        <p:tgtEl>
                                          <p:spTgt spid="86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36"/>
          <p:cNvSpPr txBox="1"/>
          <p:nvPr/>
        </p:nvSpPr>
        <p:spPr>
          <a:xfrm>
            <a:off x="5807968" y="908720"/>
            <a:ext cx="6384032" cy="156966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200"/>
              <a:buFont typeface="Arial"/>
              <a:buNone/>
            </a:pPr>
            <a:r>
              <a:rPr b="1" i="0" lang="en-US" sz="3200" u="none" cap="none" strike="noStrike">
                <a:solidFill>
                  <a:schemeClr val="accent1"/>
                </a:solidFill>
                <a:latin typeface="Arial"/>
                <a:ea typeface="Arial"/>
                <a:cs typeface="Arial"/>
                <a:sym typeface="Arial"/>
              </a:rPr>
              <a:t>Is there truth to birth order theory and how it impacts career success?</a:t>
            </a:r>
            <a:endParaRPr b="0" i="0" sz="1400" u="none" cap="none" strike="noStrike">
              <a:solidFill>
                <a:srgbClr val="000000"/>
              </a:solidFill>
              <a:latin typeface="Arial"/>
              <a:ea typeface="Arial"/>
              <a:cs typeface="Arial"/>
              <a:sym typeface="Arial"/>
            </a:endParaRPr>
          </a:p>
        </p:txBody>
      </p:sp>
      <p:sp>
        <p:nvSpPr>
          <p:cNvPr id="873" name="Google Shape;873;p36"/>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4</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37"/>
          <p:cNvSpPr txBox="1"/>
          <p:nvPr/>
        </p:nvSpPr>
        <p:spPr>
          <a:xfrm>
            <a:off x="6240016" y="260648"/>
            <a:ext cx="5544616"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There’s a lot of variation in how someone experiences their place in the sibling constellation. An oldest child with two younger siblings all born within five years of each other will have a very different experience than an oldest child with two siblings born ten years later.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 younger sibling with reliable caregivers is going to have a very different experience than a younger sibling who finds themselves taking on typically adult worries and responsibilities from a young age.</a:t>
            </a:r>
            <a:endParaRPr b="0" i="0" sz="2000" u="none" cap="none" strike="noStrike">
              <a:solidFill>
                <a:srgbClr val="000000"/>
              </a:solidFill>
              <a:latin typeface="Arial"/>
              <a:ea typeface="Arial"/>
              <a:cs typeface="Arial"/>
              <a:sym typeface="Arial"/>
            </a:endParaRPr>
          </a:p>
        </p:txBody>
      </p:sp>
      <p:sp>
        <p:nvSpPr>
          <p:cNvPr id="879" name="Google Shape;879;p37"/>
          <p:cNvSpPr txBox="1"/>
          <p:nvPr/>
        </p:nvSpPr>
        <p:spPr>
          <a:xfrm>
            <a:off x="6312024" y="4653136"/>
            <a:ext cx="512643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Therefore, the evidence just isn’t there to make sweeping generalizations about the impact of birth order on career success.</a:t>
            </a:r>
            <a:endParaRPr b="0" i="0" sz="2000" u="none" cap="none" strike="noStrike">
              <a:solidFill>
                <a:srgbClr val="000000"/>
              </a:solidFill>
              <a:latin typeface="Arial"/>
              <a:ea typeface="Arial"/>
              <a:cs typeface="Arial"/>
              <a:sym typeface="Arial"/>
            </a:endParaRPr>
          </a:p>
        </p:txBody>
      </p:sp>
      <p:pic>
        <p:nvPicPr>
          <p:cNvPr descr="Birth-Order-Impact.jpg" id="880" name="Google Shape;880;p37"/>
          <p:cNvPicPr preferRelativeResize="0"/>
          <p:nvPr/>
        </p:nvPicPr>
        <p:blipFill rotWithShape="1">
          <a:blip r:embed="rId3">
            <a:alphaModFix/>
          </a:blip>
          <a:srcRect b="0" l="0" r="0" t="0"/>
          <a:stretch/>
        </p:blipFill>
        <p:spPr>
          <a:xfrm>
            <a:off x="0" y="-99392"/>
            <a:ext cx="6023992" cy="69573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0" st="0"/>
                                            </p:txEl>
                                          </p:spTgt>
                                        </p:tgtEl>
                                        <p:attrNameLst>
                                          <p:attrName>style.visibility</p:attrName>
                                        </p:attrNameLst>
                                      </p:cBhvr>
                                      <p:to>
                                        <p:strVal val="visible"/>
                                      </p:to>
                                    </p:set>
                                    <p:animEffect filter="fade" transition="in">
                                      <p:cBhvr>
                                        <p:cTn dur="500"/>
                                        <p:tgtEl>
                                          <p:spTgt spid="8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1" st="1"/>
                                            </p:txEl>
                                          </p:spTgt>
                                        </p:tgtEl>
                                        <p:attrNameLst>
                                          <p:attrName>style.visibility</p:attrName>
                                        </p:attrNameLst>
                                      </p:cBhvr>
                                      <p:to>
                                        <p:strVal val="visible"/>
                                      </p:to>
                                    </p:set>
                                    <p:animEffect filter="fade" transition="in">
                                      <p:cBhvr>
                                        <p:cTn dur="500"/>
                                        <p:tgtEl>
                                          <p:spTgt spid="8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xEl>
                                              <p:pRg end="2" st="2"/>
                                            </p:txEl>
                                          </p:spTgt>
                                        </p:tgtEl>
                                        <p:attrNameLst>
                                          <p:attrName>style.visibility</p:attrName>
                                        </p:attrNameLst>
                                      </p:cBhvr>
                                      <p:to>
                                        <p:strVal val="visible"/>
                                      </p:to>
                                    </p:set>
                                    <p:animEffect filter="fade" transition="in">
                                      <p:cBhvr>
                                        <p:cTn dur="500"/>
                                        <p:tgtEl>
                                          <p:spTgt spid="8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xEl>
                                              <p:pRg end="0" st="0"/>
                                            </p:txEl>
                                          </p:spTgt>
                                        </p:tgtEl>
                                        <p:attrNameLst>
                                          <p:attrName>style.visibility</p:attrName>
                                        </p:attrNameLst>
                                      </p:cBhvr>
                                      <p:to>
                                        <p:strVal val="visible"/>
                                      </p:to>
                                    </p:set>
                                    <p:animEffect filter="fade" transition="in">
                                      <p:cBhvr>
                                        <p:cTn dur="500"/>
                                        <p:tgtEl>
                                          <p:spTgt spid="87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8"/>
          <p:cNvSpPr txBox="1"/>
          <p:nvPr/>
        </p:nvSpPr>
        <p:spPr>
          <a:xfrm>
            <a:off x="5954695" y="980728"/>
            <a:ext cx="6237305"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 fact, the psychotherapist agrees that the family we grow up in—from the pre-natal environment, to early relationships with our caregivers, to where our family lives, to who are siblings are—shapes who we are and who we become. “</a:t>
            </a:r>
            <a:r>
              <a:rPr b="0" i="0" lang="en-US" sz="2400" u="none" cap="none" strike="noStrike">
                <a:solidFill>
                  <a:srgbClr val="FF0066"/>
                </a:solidFill>
                <a:latin typeface="Arial"/>
                <a:ea typeface="Arial"/>
                <a:cs typeface="Arial"/>
                <a:sym typeface="Arial"/>
              </a:rPr>
              <a:t>Birth order </a:t>
            </a:r>
            <a:r>
              <a:rPr b="0" i="0" lang="en-US" sz="2400" u="none" cap="none" strike="noStrike">
                <a:solidFill>
                  <a:srgbClr val="000000"/>
                </a:solidFill>
                <a:latin typeface="Arial"/>
                <a:ea typeface="Arial"/>
                <a:cs typeface="Arial"/>
                <a:sym typeface="Arial"/>
              </a:rPr>
              <a:t>makes a difference, but it is only one factor of our family experience and our life experience.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way </a:t>
            </a:r>
            <a:r>
              <a:rPr b="0" i="0" lang="en-US" sz="2400" u="none" cap="none" strike="noStrike">
                <a:solidFill>
                  <a:srgbClr val="FF0066"/>
                </a:solidFill>
                <a:latin typeface="Arial"/>
                <a:ea typeface="Arial"/>
                <a:cs typeface="Arial"/>
                <a:sym typeface="Arial"/>
              </a:rPr>
              <a:t>birth order </a:t>
            </a:r>
            <a:r>
              <a:rPr b="0" i="0" lang="en-US" sz="2400" u="none" cap="none" strike="noStrike">
                <a:solidFill>
                  <a:srgbClr val="000000"/>
                </a:solidFill>
                <a:latin typeface="Arial"/>
                <a:ea typeface="Arial"/>
                <a:cs typeface="Arial"/>
                <a:sym typeface="Arial"/>
              </a:rPr>
              <a:t>impacts career, according to research, pales in comparison to other factors like gender, or what zip code we were born in.</a:t>
            </a:r>
            <a:endParaRPr b="0" i="0" sz="2400" u="none" cap="none" strike="noStrike">
              <a:solidFill>
                <a:srgbClr val="000000"/>
              </a:solidFill>
              <a:latin typeface="Arial"/>
              <a:ea typeface="Arial"/>
              <a:cs typeface="Arial"/>
              <a:sym typeface="Arial"/>
            </a:endParaRPr>
          </a:p>
        </p:txBody>
      </p:sp>
      <p:pic>
        <p:nvPicPr>
          <p:cNvPr descr="1chinie-20130804.jpg" id="886" name="Google Shape;886;p38"/>
          <p:cNvPicPr preferRelativeResize="0"/>
          <p:nvPr/>
        </p:nvPicPr>
        <p:blipFill rotWithShape="1">
          <a:blip r:embed="rId3">
            <a:alphaModFix/>
          </a:blip>
          <a:srcRect b="0" l="0" r="0" t="0"/>
          <a:stretch/>
        </p:blipFill>
        <p:spPr>
          <a:xfrm>
            <a:off x="0" y="-4846"/>
            <a:ext cx="5879976" cy="68628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xEl>
                                              <p:pRg end="0" st="0"/>
                                            </p:txEl>
                                          </p:spTgt>
                                        </p:tgtEl>
                                        <p:attrNameLst>
                                          <p:attrName>style.visibility</p:attrName>
                                        </p:attrNameLst>
                                      </p:cBhvr>
                                      <p:to>
                                        <p:strVal val="visible"/>
                                      </p:to>
                                    </p:set>
                                    <p:animEffect filter="fade" transition="in">
                                      <p:cBhvr>
                                        <p:cTn dur="500"/>
                                        <p:tgtEl>
                                          <p:spTgt spid="8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xEl>
                                              <p:pRg end="1" st="1"/>
                                            </p:txEl>
                                          </p:spTgt>
                                        </p:tgtEl>
                                        <p:attrNameLst>
                                          <p:attrName>style.visibility</p:attrName>
                                        </p:attrNameLst>
                                      </p:cBhvr>
                                      <p:to>
                                        <p:strVal val="visible"/>
                                      </p:to>
                                    </p:set>
                                    <p:animEffect filter="fade" transition="in">
                                      <p:cBhvr>
                                        <p:cTn dur="500"/>
                                        <p:tgtEl>
                                          <p:spTgt spid="8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xEl>
                                              <p:pRg end="2" st="2"/>
                                            </p:txEl>
                                          </p:spTgt>
                                        </p:tgtEl>
                                        <p:attrNameLst>
                                          <p:attrName>style.visibility</p:attrName>
                                        </p:attrNameLst>
                                      </p:cBhvr>
                                      <p:to>
                                        <p:strVal val="visible"/>
                                      </p:to>
                                    </p:set>
                                    <p:animEffect filter="fade" transition="in">
                                      <p:cBhvr>
                                        <p:cTn dur="500"/>
                                        <p:tgtEl>
                                          <p:spTgt spid="88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39"/>
          <p:cNvSpPr txBox="1"/>
          <p:nvPr/>
        </p:nvSpPr>
        <p:spPr>
          <a:xfrm>
            <a:off x="4915647" y="1380832"/>
            <a:ext cx="6724969" cy="41549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Taking what we know about </a:t>
            </a:r>
            <a:r>
              <a:rPr b="1" i="0" lang="en-US" sz="2400" u="none" cap="none" strike="noStrike">
                <a:solidFill>
                  <a:srgbClr val="FF0066"/>
                </a:solidFill>
                <a:latin typeface="Arial"/>
                <a:ea typeface="Arial"/>
                <a:cs typeface="Arial"/>
                <a:sym typeface="Arial"/>
              </a:rPr>
              <a:t>birth order theory</a:t>
            </a:r>
            <a:r>
              <a:rPr b="0" i="0" lang="en-US" sz="2400" u="none" cap="none" strike="noStrike">
                <a:solidFill>
                  <a:srgbClr val="000000"/>
                </a:solidFill>
                <a:latin typeface="Arial"/>
                <a:ea typeface="Arial"/>
                <a:cs typeface="Arial"/>
                <a:sym typeface="Arial"/>
              </a:rPr>
              <a:t>, there’s definitely a chance that being </a:t>
            </a:r>
            <a:r>
              <a:rPr b="1" i="0" lang="en-US" sz="2400" u="none" cap="none" strike="noStrike">
                <a:solidFill>
                  <a:srgbClr val="FF0066"/>
                </a:solidFill>
                <a:latin typeface="Arial"/>
                <a:ea typeface="Arial"/>
                <a:cs typeface="Arial"/>
                <a:sym typeface="Arial"/>
              </a:rPr>
              <a:t>first-born </a:t>
            </a:r>
            <a:r>
              <a:rPr b="0" i="0" lang="en-US" sz="2400" u="none" cap="none" strike="noStrike">
                <a:solidFill>
                  <a:srgbClr val="000000"/>
                </a:solidFill>
                <a:latin typeface="Arial"/>
                <a:ea typeface="Arial"/>
                <a:cs typeface="Arial"/>
                <a:sym typeface="Arial"/>
              </a:rPr>
              <a:t>children had an impact on these billionaires’ career successes.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Perhaps it lit the fire under their seats in the first place.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But we also know that these icons had wildly different </a:t>
            </a:r>
            <a:r>
              <a:rPr b="1" i="0" lang="en-US" sz="2400" u="none" cap="none" strike="noStrike">
                <a:solidFill>
                  <a:srgbClr val="FF0066"/>
                </a:solidFill>
                <a:latin typeface="Arial"/>
                <a:ea typeface="Arial"/>
                <a:cs typeface="Arial"/>
                <a:sym typeface="Arial"/>
              </a:rPr>
              <a:t>upbringings, families, experiences</a:t>
            </a:r>
            <a:r>
              <a:rPr b="0" i="0" lang="en-US" sz="2400" u="none" cap="none" strike="noStrike">
                <a:solidFill>
                  <a:srgbClr val="000000"/>
                </a:solidFill>
                <a:latin typeface="Arial"/>
                <a:ea typeface="Arial"/>
                <a:cs typeface="Arial"/>
                <a:sym typeface="Arial"/>
              </a:rPr>
              <a:t> and </a:t>
            </a:r>
            <a:r>
              <a:rPr b="1" i="0" lang="en-US" sz="2400" u="none" cap="none" strike="noStrike">
                <a:solidFill>
                  <a:srgbClr val="FF0066"/>
                </a:solidFill>
                <a:latin typeface="Arial"/>
                <a:ea typeface="Arial"/>
                <a:cs typeface="Arial"/>
                <a:sym typeface="Arial"/>
              </a:rPr>
              <a:t>strengths</a:t>
            </a:r>
            <a:r>
              <a:rPr b="0" i="0" lang="en-US" sz="2400" u="none" cap="none" strike="noStrike">
                <a:solidFill>
                  <a:srgbClr val="000000"/>
                </a:solidFill>
                <a:latin typeface="Arial"/>
                <a:ea typeface="Arial"/>
                <a:cs typeface="Arial"/>
                <a:sym typeface="Arial"/>
              </a:rPr>
              <a:t> that would color their paths from birth to mogul status.</a:t>
            </a:r>
            <a:endParaRPr b="0" i="0" sz="2400" u="none" cap="none" strike="noStrike">
              <a:solidFill>
                <a:srgbClr val="000000"/>
              </a:solidFill>
              <a:latin typeface="Arial"/>
              <a:ea typeface="Arial"/>
              <a:cs typeface="Arial"/>
              <a:sym typeface="Arial"/>
            </a:endParaRPr>
          </a:p>
        </p:txBody>
      </p:sp>
      <p:sp>
        <p:nvSpPr>
          <p:cNvPr id="892" name="Google Shape;892;p39"/>
          <p:cNvSpPr txBox="1"/>
          <p:nvPr/>
        </p:nvSpPr>
        <p:spPr>
          <a:xfrm>
            <a:off x="5721811" y="6237312"/>
            <a:ext cx="65303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sng" cap="none" strike="noStrike">
                <a:solidFill>
                  <a:srgbClr val="000000"/>
                </a:solidFill>
                <a:latin typeface="Arial"/>
                <a:ea typeface="Arial"/>
                <a:cs typeface="Arial"/>
                <a:sym typeface="Arial"/>
              </a:rPr>
              <a:t>“Nothing is set in stone—we can rewrite our stories any time.”</a:t>
            </a:r>
            <a:endParaRPr b="0" i="1" sz="1800" u="sng" cap="none" strike="noStrike">
              <a:solidFill>
                <a:srgbClr val="000000"/>
              </a:solidFill>
              <a:latin typeface="Arial"/>
              <a:ea typeface="Arial"/>
              <a:cs typeface="Arial"/>
              <a:sym typeface="Arial"/>
            </a:endParaRPr>
          </a:p>
        </p:txBody>
      </p:sp>
      <p:pic>
        <p:nvPicPr>
          <p:cNvPr descr="Capture d’écran 2021-10-26 à 10.35.39.png" id="893" name="Google Shape;893;p39"/>
          <p:cNvPicPr preferRelativeResize="0"/>
          <p:nvPr/>
        </p:nvPicPr>
        <p:blipFill rotWithShape="1">
          <a:blip r:embed="rId3">
            <a:alphaModFix/>
          </a:blip>
          <a:srcRect b="0" l="0" r="0" t="0"/>
          <a:stretch/>
        </p:blipFill>
        <p:spPr>
          <a:xfrm>
            <a:off x="485721" y="1700808"/>
            <a:ext cx="4171831" cy="37444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10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xEl>
                                              <p:pRg end="0" st="0"/>
                                            </p:txEl>
                                          </p:spTgt>
                                        </p:tgtEl>
                                        <p:attrNameLst>
                                          <p:attrName>style.visibility</p:attrName>
                                        </p:attrNameLst>
                                      </p:cBhvr>
                                      <p:to>
                                        <p:strVal val="visible"/>
                                      </p:to>
                                    </p:set>
                                    <p:animEffect filter="fade" transition="in">
                                      <p:cBhvr>
                                        <p:cTn dur="500"/>
                                        <p:tgtEl>
                                          <p:spTgt spid="89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40"/>
          <p:cNvSpPr txBox="1"/>
          <p:nvPr/>
        </p:nvSpPr>
        <p:spPr>
          <a:xfrm>
            <a:off x="4799856" y="758308"/>
            <a:ext cx="7392144" cy="56938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If we categorize ourselves as leadership-oriented </a:t>
            </a:r>
            <a:r>
              <a:rPr b="0" i="0" lang="en-US" sz="2800" u="none" cap="none" strike="noStrike">
                <a:solidFill>
                  <a:srgbClr val="FF0066"/>
                </a:solidFill>
                <a:latin typeface="Arial"/>
                <a:ea typeface="Arial"/>
                <a:cs typeface="Arial"/>
                <a:sym typeface="Arial"/>
              </a:rPr>
              <a:t>first-borns </a:t>
            </a:r>
            <a:r>
              <a:rPr b="0" i="0" lang="en-US" sz="2800" u="none" cap="none" strike="noStrike">
                <a:solidFill>
                  <a:srgbClr val="000000"/>
                </a:solidFill>
                <a:latin typeface="Arial"/>
                <a:ea typeface="Arial"/>
                <a:cs typeface="Arial"/>
                <a:sym typeface="Arial"/>
              </a:rPr>
              <a:t>or entrepreneurial </a:t>
            </a:r>
            <a:r>
              <a:rPr b="0" i="0" lang="en-US" sz="2800" u="none" cap="none" strike="noStrike">
                <a:solidFill>
                  <a:srgbClr val="FF0066"/>
                </a:solidFill>
                <a:latin typeface="Arial"/>
                <a:ea typeface="Arial"/>
                <a:cs typeface="Arial"/>
                <a:sym typeface="Arial"/>
              </a:rPr>
              <a:t>last-borns</a:t>
            </a:r>
            <a:r>
              <a:rPr b="0" i="0" lang="en-US" sz="2800" u="none" cap="none" strike="noStrike">
                <a:solidFill>
                  <a:srgbClr val="000000"/>
                </a:solidFill>
                <a:latin typeface="Arial"/>
                <a:ea typeface="Arial"/>
                <a:cs typeface="Arial"/>
                <a:sym typeface="Arial"/>
              </a:rPr>
              <a:t>, it impacts how we see ourselves and how we play into those perceived traits.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There’s also the </a:t>
            </a:r>
            <a:r>
              <a:rPr b="1" i="0" lang="en-US" sz="2800" u="none" cap="none" strike="noStrike">
                <a:solidFill>
                  <a:srgbClr val="FF0066"/>
                </a:solidFill>
                <a:latin typeface="Arial"/>
                <a:ea typeface="Arial"/>
                <a:cs typeface="Arial"/>
                <a:sym typeface="Arial"/>
              </a:rPr>
              <a:t>Pygmalion Effect</a:t>
            </a:r>
            <a:r>
              <a:rPr b="0" i="0" lang="en-US" sz="2800" u="none" cap="none" strike="noStrike">
                <a:solidFill>
                  <a:srgbClr val="000000"/>
                </a:solidFill>
                <a:latin typeface="Arial"/>
                <a:ea typeface="Arial"/>
                <a:cs typeface="Arial"/>
                <a:sym typeface="Arial"/>
              </a:rPr>
              <a:t>, where expectations from others—like caregivers and teachers—impact what we achieve. If you have a parent in your life who thinks you’re going to be the president, that could drastically impact your self-confidence compared to a child whose family doesn’t think they’re college-bound.</a:t>
            </a:r>
            <a:endParaRPr b="0" i="0" sz="2800" u="none" cap="none" strike="noStrike">
              <a:solidFill>
                <a:srgbClr val="000000"/>
              </a:solidFill>
              <a:latin typeface="Arial"/>
              <a:ea typeface="Arial"/>
              <a:cs typeface="Arial"/>
              <a:sym typeface="Arial"/>
            </a:endParaRPr>
          </a:p>
        </p:txBody>
      </p:sp>
      <p:pic>
        <p:nvPicPr>
          <p:cNvPr descr="high-expectations.jpeg" id="899" name="Google Shape;899;p40"/>
          <p:cNvPicPr preferRelativeResize="0"/>
          <p:nvPr/>
        </p:nvPicPr>
        <p:blipFill rotWithShape="1">
          <a:blip r:embed="rId3">
            <a:alphaModFix/>
          </a:blip>
          <a:srcRect b="0" l="0" r="0" t="0"/>
          <a:stretch/>
        </p:blipFill>
        <p:spPr>
          <a:xfrm>
            <a:off x="0" y="0"/>
            <a:ext cx="4824536"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1000"/>
                                        <p:tgtEl>
                                          <p:spTgt spid="898"/>
                                        </p:tgtEl>
                                      </p:cBhvr>
                                    </p:animEffect>
                                  </p:childTnLst>
                                </p:cTn>
                              </p:par>
                              <p:par>
                                <p:cTn fill="hold" nodeType="with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41"/>
          <p:cNvSpPr txBox="1"/>
          <p:nvPr/>
        </p:nvSpPr>
        <p:spPr>
          <a:xfrm>
            <a:off x="5663952" y="1268760"/>
            <a:ext cx="6408712" cy="4515082"/>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Clr>
                <a:srgbClr val="FF0066"/>
              </a:buClr>
              <a:buSzPts val="3600"/>
              <a:buFont typeface="Arial"/>
              <a:buNone/>
            </a:pPr>
            <a:r>
              <a:rPr b="1" i="0" lang="en-US" sz="3600" u="none" cap="none" strike="noStrike">
                <a:solidFill>
                  <a:srgbClr val="FF0066"/>
                </a:solidFill>
                <a:latin typeface="Arial"/>
                <a:ea typeface="Arial"/>
                <a:cs typeface="Arial"/>
                <a:sym typeface="Arial"/>
              </a:rPr>
              <a:t>The Pygmalion Effect</a:t>
            </a:r>
            <a:endParaRPr b="1" i="0" sz="3600" u="none" cap="none" strike="noStrike">
              <a:solidFill>
                <a:srgbClr val="FF0066"/>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Pygmalion effect is a </a:t>
            </a:r>
            <a:r>
              <a:rPr b="1" i="0" lang="en-US" sz="2400" u="none" cap="none" strike="noStrike">
                <a:solidFill>
                  <a:srgbClr val="000000"/>
                </a:solidFill>
                <a:latin typeface="Arial"/>
                <a:ea typeface="Arial"/>
                <a:cs typeface="Arial"/>
                <a:sym typeface="Arial"/>
              </a:rPr>
              <a:t>psychological phenomenon that describes how expectations can modify behavior</a:t>
            </a:r>
            <a:r>
              <a:rPr b="0" i="0" lang="en-US" sz="2400" u="none" cap="none" strike="noStrike">
                <a:solidFill>
                  <a:srgbClr val="000000"/>
                </a:solidFill>
                <a:latin typeface="Arial"/>
                <a:ea typeface="Arial"/>
                <a:cs typeface="Arial"/>
                <a:sym typeface="Arial"/>
              </a:rPr>
              <a:t>. It provides evidence for the self-fulfilling prophecy, which is based on the idea that others' beliefs about us become true because their belief impacts how we behave.</a:t>
            </a:r>
            <a:endParaRPr b="0" i="0" sz="2400" u="none" cap="none" strike="noStrike">
              <a:solidFill>
                <a:srgbClr val="000000"/>
              </a:solidFill>
              <a:latin typeface="Arial"/>
              <a:ea typeface="Arial"/>
              <a:cs typeface="Arial"/>
              <a:sym typeface="Arial"/>
            </a:endParaRPr>
          </a:p>
        </p:txBody>
      </p:sp>
      <p:pic>
        <p:nvPicPr>
          <p:cNvPr descr="Capture d’écran 2021-10-26 à 11.37.34.png" id="905" name="Google Shape;905;p41"/>
          <p:cNvPicPr preferRelativeResize="0"/>
          <p:nvPr/>
        </p:nvPicPr>
        <p:blipFill rotWithShape="1">
          <a:blip r:embed="rId3">
            <a:alphaModFix/>
          </a:blip>
          <a:srcRect b="0" l="0" r="0" t="0"/>
          <a:stretch/>
        </p:blipFill>
        <p:spPr>
          <a:xfrm>
            <a:off x="0" y="-27384"/>
            <a:ext cx="5016500" cy="68853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500"/>
                                        <p:tgtEl>
                                          <p:spTgt spid="904"/>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500"/>
                                        <p:tgtEl>
                                          <p:spTgt spid="9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42"/>
          <p:cNvSpPr txBox="1"/>
          <p:nvPr/>
        </p:nvSpPr>
        <p:spPr>
          <a:xfrm>
            <a:off x="5807968" y="1786421"/>
            <a:ext cx="6384032" cy="156966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200"/>
              <a:buFont typeface="Arial"/>
              <a:buNone/>
            </a:pPr>
            <a:r>
              <a:rPr b="1" i="0" lang="en-US" sz="3200" u="none" cap="none" strike="noStrike">
                <a:solidFill>
                  <a:schemeClr val="accent1"/>
                </a:solidFill>
                <a:latin typeface="Arial"/>
                <a:ea typeface="Arial"/>
                <a:cs typeface="Arial"/>
                <a:sym typeface="Arial"/>
              </a:rPr>
              <a:t>How can a person use what they've learned growing up to find success in the workplace?</a:t>
            </a:r>
            <a:endParaRPr b="0" i="0" sz="1400" u="none" cap="none" strike="noStrike">
              <a:solidFill>
                <a:srgbClr val="000000"/>
              </a:solidFill>
              <a:latin typeface="Arial"/>
              <a:ea typeface="Arial"/>
              <a:cs typeface="Arial"/>
              <a:sym typeface="Arial"/>
            </a:endParaRPr>
          </a:p>
        </p:txBody>
      </p:sp>
      <p:sp>
        <p:nvSpPr>
          <p:cNvPr id="911" name="Google Shape;911;p42"/>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4</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43"/>
          <p:cNvSpPr txBox="1"/>
          <p:nvPr/>
        </p:nvSpPr>
        <p:spPr>
          <a:xfrm>
            <a:off x="4583832" y="116632"/>
            <a:ext cx="6566011" cy="594008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Start with strengths related your career, but also go back to the strengths you showed in your family: </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 prototypical </a:t>
            </a:r>
            <a:r>
              <a:rPr b="1" i="0" lang="en-US" sz="2000" u="none" cap="none" strike="noStrike">
                <a:solidFill>
                  <a:srgbClr val="FF0066"/>
                </a:solidFill>
                <a:latin typeface="Arial"/>
                <a:ea typeface="Arial"/>
                <a:cs typeface="Arial"/>
                <a:sym typeface="Arial"/>
              </a:rPr>
              <a:t>eldest</a:t>
            </a:r>
            <a:r>
              <a:rPr b="0" i="0" lang="en-US" sz="2000" u="none" cap="none" strike="noStrike">
                <a:solidFill>
                  <a:srgbClr val="000000"/>
                </a:solidFill>
                <a:latin typeface="Arial"/>
                <a:ea typeface="Arial"/>
                <a:cs typeface="Arial"/>
                <a:sym typeface="Arial"/>
              </a:rPr>
              <a:t> child will have some leadership skills. </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 prototypical </a:t>
            </a:r>
            <a:r>
              <a:rPr b="1" i="0" lang="en-US" sz="2000" u="none" cap="none" strike="noStrike">
                <a:solidFill>
                  <a:srgbClr val="FF0066"/>
                </a:solidFill>
                <a:latin typeface="Arial"/>
                <a:ea typeface="Arial"/>
                <a:cs typeface="Arial"/>
                <a:sym typeface="Arial"/>
              </a:rPr>
              <a:t>youngest</a:t>
            </a:r>
            <a:r>
              <a:rPr b="0" i="0" lang="en-US" sz="2000" u="none" cap="none" strike="noStrike">
                <a:solidFill>
                  <a:srgbClr val="000000"/>
                </a:solidFill>
                <a:latin typeface="Arial"/>
                <a:ea typeface="Arial"/>
                <a:cs typeface="Arial"/>
                <a:sym typeface="Arial"/>
              </a:rPr>
              <a:t> child will know how to march to the beat of their own drum. </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 prototypical </a:t>
            </a:r>
            <a:r>
              <a:rPr b="1" i="0" lang="en-US" sz="2000" u="none" cap="none" strike="noStrike">
                <a:solidFill>
                  <a:srgbClr val="FF0066"/>
                </a:solidFill>
                <a:latin typeface="Arial"/>
                <a:ea typeface="Arial"/>
                <a:cs typeface="Arial"/>
                <a:sym typeface="Arial"/>
              </a:rPr>
              <a:t>middle</a:t>
            </a:r>
            <a:r>
              <a:rPr b="0" i="0" lang="en-US" sz="2000" u="none" cap="none" strike="noStrike">
                <a:solidFill>
                  <a:srgbClr val="000000"/>
                </a:solidFill>
                <a:latin typeface="Arial"/>
                <a:ea typeface="Arial"/>
                <a:cs typeface="Arial"/>
                <a:sym typeface="Arial"/>
              </a:rPr>
              <a:t> child will be a great peacemaker.</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Identify the strengths you showed even as youth in your family and use them when you’re serving tables, managing a team or preparing a presentation. </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These strengths may feel so natural to you that you dismiss them. Don’t. These are valuable tools in your career toolbox.</a:t>
            </a:r>
            <a:endParaRPr b="0" i="0" sz="2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0" st="0"/>
                                            </p:txEl>
                                          </p:spTgt>
                                        </p:tgtEl>
                                        <p:attrNameLst>
                                          <p:attrName>style.visibility</p:attrName>
                                        </p:attrNameLst>
                                      </p:cBhvr>
                                      <p:to>
                                        <p:strVal val="visible"/>
                                      </p:to>
                                    </p:set>
                                    <p:animEffect filter="fade" transition="in">
                                      <p:cBhvr>
                                        <p:cTn dur="1000"/>
                                        <p:tgtEl>
                                          <p:spTgt spid="9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1" st="1"/>
                                            </p:txEl>
                                          </p:spTgt>
                                        </p:tgtEl>
                                        <p:attrNameLst>
                                          <p:attrName>style.visibility</p:attrName>
                                        </p:attrNameLst>
                                      </p:cBhvr>
                                      <p:to>
                                        <p:strVal val="visible"/>
                                      </p:to>
                                    </p:set>
                                    <p:animEffect filter="fade" transition="in">
                                      <p:cBhvr>
                                        <p:cTn dur="1000"/>
                                        <p:tgtEl>
                                          <p:spTgt spid="9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2" st="2"/>
                                            </p:txEl>
                                          </p:spTgt>
                                        </p:tgtEl>
                                        <p:attrNameLst>
                                          <p:attrName>style.visibility</p:attrName>
                                        </p:attrNameLst>
                                      </p:cBhvr>
                                      <p:to>
                                        <p:strVal val="visible"/>
                                      </p:to>
                                    </p:set>
                                    <p:animEffect filter="fade" transition="in">
                                      <p:cBhvr>
                                        <p:cTn dur="1000"/>
                                        <p:tgtEl>
                                          <p:spTgt spid="9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3" st="3"/>
                                            </p:txEl>
                                          </p:spTgt>
                                        </p:tgtEl>
                                        <p:attrNameLst>
                                          <p:attrName>style.visibility</p:attrName>
                                        </p:attrNameLst>
                                      </p:cBhvr>
                                      <p:to>
                                        <p:strVal val="visible"/>
                                      </p:to>
                                    </p:set>
                                    <p:animEffect filter="fade" transition="in">
                                      <p:cBhvr>
                                        <p:cTn dur="1000"/>
                                        <p:tgtEl>
                                          <p:spTgt spid="9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4" st="4"/>
                                            </p:txEl>
                                          </p:spTgt>
                                        </p:tgtEl>
                                        <p:attrNameLst>
                                          <p:attrName>style.visibility</p:attrName>
                                        </p:attrNameLst>
                                      </p:cBhvr>
                                      <p:to>
                                        <p:strVal val="visible"/>
                                      </p:to>
                                    </p:set>
                                    <p:animEffect filter="fade" transition="in">
                                      <p:cBhvr>
                                        <p:cTn dur="1000"/>
                                        <p:tgtEl>
                                          <p:spTgt spid="9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5" st="5"/>
                                            </p:txEl>
                                          </p:spTgt>
                                        </p:tgtEl>
                                        <p:attrNameLst>
                                          <p:attrName>style.visibility</p:attrName>
                                        </p:attrNameLst>
                                      </p:cBhvr>
                                      <p:to>
                                        <p:strVal val="visible"/>
                                      </p:to>
                                    </p:set>
                                    <p:animEffect filter="fade" transition="in">
                                      <p:cBhvr>
                                        <p:cTn dur="1000"/>
                                        <p:tgtEl>
                                          <p:spTgt spid="9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6" st="6"/>
                                            </p:txEl>
                                          </p:spTgt>
                                        </p:tgtEl>
                                        <p:attrNameLst>
                                          <p:attrName>style.visibility</p:attrName>
                                        </p:attrNameLst>
                                      </p:cBhvr>
                                      <p:to>
                                        <p:strVal val="visible"/>
                                      </p:to>
                                    </p:set>
                                    <p:animEffect filter="fade" transition="in">
                                      <p:cBhvr>
                                        <p:cTn dur="1000"/>
                                        <p:tgtEl>
                                          <p:spTgt spid="9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7" st="7"/>
                                            </p:txEl>
                                          </p:spTgt>
                                        </p:tgtEl>
                                        <p:attrNameLst>
                                          <p:attrName>style.visibility</p:attrName>
                                        </p:attrNameLst>
                                      </p:cBhvr>
                                      <p:to>
                                        <p:strVal val="visible"/>
                                      </p:to>
                                    </p:set>
                                    <p:animEffect filter="fade" transition="in">
                                      <p:cBhvr>
                                        <p:cTn dur="1000"/>
                                        <p:tgtEl>
                                          <p:spTgt spid="91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8" st="8"/>
                                            </p:txEl>
                                          </p:spTgt>
                                        </p:tgtEl>
                                        <p:attrNameLst>
                                          <p:attrName>style.visibility</p:attrName>
                                        </p:attrNameLst>
                                      </p:cBhvr>
                                      <p:to>
                                        <p:strVal val="visible"/>
                                      </p:to>
                                    </p:set>
                                    <p:animEffect filter="fade" transition="in">
                                      <p:cBhvr>
                                        <p:cTn dur="1000"/>
                                        <p:tgtEl>
                                          <p:spTgt spid="91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9" st="9"/>
                                            </p:txEl>
                                          </p:spTgt>
                                        </p:tgtEl>
                                        <p:attrNameLst>
                                          <p:attrName>style.visibility</p:attrName>
                                        </p:attrNameLst>
                                      </p:cBhvr>
                                      <p:to>
                                        <p:strVal val="visible"/>
                                      </p:to>
                                    </p:set>
                                    <p:animEffect filter="fade" transition="in">
                                      <p:cBhvr>
                                        <p:cTn dur="1000"/>
                                        <p:tgtEl>
                                          <p:spTgt spid="91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xEl>
                                              <p:pRg end="10" st="10"/>
                                            </p:txEl>
                                          </p:spTgt>
                                        </p:tgtEl>
                                        <p:attrNameLst>
                                          <p:attrName>style.visibility</p:attrName>
                                        </p:attrNameLst>
                                      </p:cBhvr>
                                      <p:to>
                                        <p:strVal val="visible"/>
                                      </p:to>
                                    </p:set>
                                    <p:animEffect filter="fade" transition="in">
                                      <p:cBhvr>
                                        <p:cTn dur="1000"/>
                                        <p:tgtEl>
                                          <p:spTgt spid="91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44"/>
          <p:cNvSpPr txBox="1"/>
          <p:nvPr/>
        </p:nvSpPr>
        <p:spPr>
          <a:xfrm>
            <a:off x="4583832" y="1844824"/>
            <a:ext cx="5561970"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Another interesting study found strong links between </a:t>
            </a:r>
            <a:r>
              <a:rPr b="1" i="0" lang="en-US" sz="2400" u="none" cap="none" strike="noStrike">
                <a:solidFill>
                  <a:srgbClr val="FF0066"/>
                </a:solidFill>
                <a:latin typeface="Arial"/>
                <a:ea typeface="Arial"/>
                <a:cs typeface="Arial"/>
                <a:sym typeface="Arial"/>
              </a:rPr>
              <a:t>birth order </a:t>
            </a:r>
            <a:r>
              <a:rPr b="0" i="0" lang="en-US" sz="2400" u="none" cap="none" strike="noStrike">
                <a:solidFill>
                  <a:srgbClr val="000000"/>
                </a:solidFill>
                <a:latin typeface="Arial"/>
                <a:ea typeface="Arial"/>
                <a:cs typeface="Arial"/>
                <a:sym typeface="Arial"/>
              </a:rPr>
              <a:t>and </a:t>
            </a:r>
            <a:r>
              <a:rPr b="0" i="0" lang="en-US" sz="2400" u="none" cap="none" strike="noStrike">
                <a:solidFill>
                  <a:srgbClr val="FF0066"/>
                </a:solidFill>
                <a:latin typeface="Arial"/>
                <a:ea typeface="Arial"/>
                <a:cs typeface="Arial"/>
                <a:sym typeface="Arial"/>
              </a:rPr>
              <a:t>career choice: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research conducted over the last month has shown that birth order is a significant factor in determining employment role types between siblings.</a:t>
            </a:r>
            <a:endParaRPr b="0"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1"/>
                                        </p:tgtEl>
                                        <p:attrNameLst>
                                          <p:attrName>style.visibility</p:attrName>
                                        </p:attrNameLst>
                                      </p:cBhvr>
                                      <p:to>
                                        <p:strVal val="visible"/>
                                      </p:to>
                                    </p:set>
                                    <p:animEffect filter="fade" transition="in">
                                      <p:cBhvr>
                                        <p:cTn dur="1000"/>
                                        <p:tgtEl>
                                          <p:spTgt spid="9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pic>
        <p:nvPicPr>
          <p:cNvPr descr="01-Can-We-Guess-Your-Job-Based-Off-Your-Birth-Order-Science-Says-Yes.jpg" id="926" name="Google Shape;926;p45"/>
          <p:cNvPicPr preferRelativeResize="0"/>
          <p:nvPr/>
        </p:nvPicPr>
        <p:blipFill rotWithShape="1">
          <a:blip r:embed="rId3">
            <a:alphaModFix/>
          </a:blip>
          <a:srcRect b="0" l="0" r="0" t="0"/>
          <a:stretch/>
        </p:blipFill>
        <p:spPr>
          <a:xfrm>
            <a:off x="0" y="1"/>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6"/>
                                        </p:tgtEl>
                                        <p:attrNameLst>
                                          <p:attrName>style.visibility</p:attrName>
                                        </p:attrNameLst>
                                      </p:cBhvr>
                                      <p:to>
                                        <p:strVal val="visible"/>
                                      </p:to>
                                    </p:set>
                                    <p:animEffect filter="fade" transition="in">
                                      <p:cBhvr>
                                        <p:cTn dur="1000"/>
                                        <p:tgtEl>
                                          <p:spTgt spid="9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46"/>
          <p:cNvSpPr txBox="1"/>
          <p:nvPr/>
        </p:nvSpPr>
        <p:spPr>
          <a:xfrm>
            <a:off x="5807968" y="1971087"/>
            <a:ext cx="6384032"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3600"/>
              <a:buFont typeface="Arial"/>
              <a:buNone/>
            </a:pPr>
            <a:r>
              <a:rPr b="1" i="0" lang="en-US" sz="3600" u="none" cap="none" strike="noStrike">
                <a:solidFill>
                  <a:schemeClr val="accent1"/>
                </a:solidFill>
                <a:latin typeface="Arial"/>
                <a:ea typeface="Arial"/>
                <a:cs typeface="Arial"/>
                <a:sym typeface="Arial"/>
              </a:rPr>
              <a:t>Can Birth Order Predict Your Health?</a:t>
            </a:r>
            <a:endParaRPr b="0" i="0" sz="1400" u="none" cap="none" strike="noStrike">
              <a:solidFill>
                <a:srgbClr val="000000"/>
              </a:solidFill>
              <a:latin typeface="Arial"/>
              <a:ea typeface="Arial"/>
              <a:cs typeface="Arial"/>
              <a:sym typeface="Arial"/>
            </a:endParaRPr>
          </a:p>
        </p:txBody>
      </p:sp>
      <p:sp>
        <p:nvSpPr>
          <p:cNvPr id="932" name="Google Shape;932;p46"/>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47"/>
          <p:cNvSpPr txBox="1"/>
          <p:nvPr/>
        </p:nvSpPr>
        <p:spPr>
          <a:xfrm>
            <a:off x="11854601" y="6488672"/>
            <a:ext cx="337399"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a:t>
            </a:r>
            <a:endParaRPr b="1" i="0" sz="1800" u="none" cap="none" strike="noStrike">
              <a:solidFill>
                <a:srgbClr val="000000"/>
              </a:solidFill>
              <a:latin typeface="Arial"/>
              <a:ea typeface="Arial"/>
              <a:cs typeface="Arial"/>
              <a:sym typeface="Arial"/>
            </a:endParaRPr>
          </a:p>
        </p:txBody>
      </p:sp>
      <p:pic>
        <p:nvPicPr>
          <p:cNvPr descr="Capture d’écran 2021-10-27 à 10.29.46.png" id="938" name="Google Shape;938;p47"/>
          <p:cNvPicPr preferRelativeResize="0"/>
          <p:nvPr/>
        </p:nvPicPr>
        <p:blipFill rotWithShape="1">
          <a:blip r:embed="rId3">
            <a:alphaModFix/>
          </a:blip>
          <a:srcRect b="0" l="0" r="0" t="0"/>
          <a:stretch/>
        </p:blipFill>
        <p:spPr>
          <a:xfrm>
            <a:off x="2108200" y="63500"/>
            <a:ext cx="7975600" cy="6718300"/>
          </a:xfrm>
          <a:prstGeom prst="rect">
            <a:avLst/>
          </a:prstGeom>
          <a:noFill/>
          <a:ln>
            <a:noFill/>
          </a:ln>
        </p:spPr>
      </p:pic>
      <p:sp>
        <p:nvSpPr>
          <p:cNvPr id="939" name="Google Shape;939;p47"/>
          <p:cNvSpPr txBox="1"/>
          <p:nvPr/>
        </p:nvSpPr>
        <p:spPr>
          <a:xfrm>
            <a:off x="191344" y="1748118"/>
            <a:ext cx="201622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the</a:t>
            </a:r>
            <a:r>
              <a:rPr b="1" i="0" lang="en-US" sz="1800" u="none" cap="none" strike="noStrike">
                <a:solidFill>
                  <a:srgbClr val="FF0066"/>
                </a:solidFill>
                <a:latin typeface="Arial"/>
                <a:ea typeface="Arial"/>
                <a:cs typeface="Arial"/>
                <a:sym typeface="Arial"/>
              </a:rPr>
              <a:t> oldest </a:t>
            </a:r>
            <a:r>
              <a:rPr b="0" i="0" lang="en-US" sz="1800" u="none" cap="none" strike="noStrike">
                <a:solidFill>
                  <a:srgbClr val="000000"/>
                </a:solidFill>
                <a:latin typeface="Arial"/>
                <a:ea typeface="Arial"/>
                <a:cs typeface="Arial"/>
                <a:sym typeface="Arial"/>
              </a:rPr>
              <a:t>siblings were more likely to have hay fever and food allergies than their younger brothers and sisters</a:t>
            </a:r>
            <a:endParaRPr b="0" i="0" sz="1800" u="none" cap="none" strike="noStrike">
              <a:solidFill>
                <a:srgbClr val="000000"/>
              </a:solidFill>
              <a:latin typeface="Arial"/>
              <a:ea typeface="Arial"/>
              <a:cs typeface="Arial"/>
              <a:sym typeface="Arial"/>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2000"/>
                                        <p:tgtEl>
                                          <p:spTgt spid="939"/>
                                        </p:tgtEl>
                                      </p:cBhvr>
                                    </p:animEffect>
                                  </p:childTnLst>
                                </p:cTn>
                              </p:par>
                              <p:par>
                                <p:cTn fill="hold" nodeType="with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2000"/>
                                        <p:tgtEl>
                                          <p:spTgt spid="9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pic>
        <p:nvPicPr>
          <p:cNvPr descr="Capture d’écran 2021-10-27 à 10.29.52.png" id="944" name="Google Shape;944;p48"/>
          <p:cNvPicPr preferRelativeResize="0"/>
          <p:nvPr/>
        </p:nvPicPr>
        <p:blipFill rotWithShape="1">
          <a:blip r:embed="rId3">
            <a:alphaModFix/>
          </a:blip>
          <a:srcRect b="0" l="0" r="0" t="0"/>
          <a:stretch/>
        </p:blipFill>
        <p:spPr>
          <a:xfrm>
            <a:off x="2044700" y="127000"/>
            <a:ext cx="8102600" cy="6604000"/>
          </a:xfrm>
          <a:prstGeom prst="rect">
            <a:avLst/>
          </a:prstGeom>
          <a:noFill/>
          <a:ln>
            <a:noFill/>
          </a:ln>
        </p:spPr>
      </p:pic>
      <p:sp>
        <p:nvSpPr>
          <p:cNvPr id="945" name="Google Shape;945;p48"/>
          <p:cNvSpPr txBox="1"/>
          <p:nvPr/>
        </p:nvSpPr>
        <p:spPr>
          <a:xfrm>
            <a:off x="144016" y="1703294"/>
            <a:ext cx="2135560"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Arial"/>
              <a:buNone/>
            </a:pPr>
            <a:r>
              <a:rPr b="1" i="0" lang="en-US" sz="1800" u="none" cap="none" strike="noStrike">
                <a:solidFill>
                  <a:srgbClr val="FF0066"/>
                </a:solidFill>
                <a:latin typeface="Arial"/>
                <a:ea typeface="Arial"/>
                <a:cs typeface="Arial"/>
                <a:sym typeface="Arial"/>
              </a:rPr>
              <a:t>first-born </a:t>
            </a:r>
            <a:r>
              <a:rPr b="0" i="0" lang="en-US" sz="1800" u="none" cap="none" strike="noStrike">
                <a:solidFill>
                  <a:srgbClr val="000000"/>
                </a:solidFill>
                <a:latin typeface="Arial"/>
                <a:ea typeface="Arial"/>
                <a:cs typeface="Arial"/>
                <a:sym typeface="Arial"/>
              </a:rPr>
              <a:t>children had less sensitivity to the hormone insulin (a precursor to diabetes) and slightly higher blood pressure compared to later children.</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2000"/>
                                        <p:tgtEl>
                                          <p:spTgt spid="945"/>
                                        </p:tgtEl>
                                      </p:cBhvr>
                                    </p:animEffec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2000"/>
                                        <p:tgtEl>
                                          <p:spTgt spid="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pic>
        <p:nvPicPr>
          <p:cNvPr descr="Capture d’écran 2021-10-27 à 10.30.02.png" id="950" name="Google Shape;950;p49"/>
          <p:cNvPicPr preferRelativeResize="0"/>
          <p:nvPr/>
        </p:nvPicPr>
        <p:blipFill rotWithShape="1">
          <a:blip r:embed="rId3">
            <a:alphaModFix/>
          </a:blip>
          <a:srcRect b="0" l="0" r="0" t="0"/>
          <a:stretch/>
        </p:blipFill>
        <p:spPr>
          <a:xfrm>
            <a:off x="2171700" y="292100"/>
            <a:ext cx="7835900" cy="6261100"/>
          </a:xfrm>
          <a:prstGeom prst="rect">
            <a:avLst/>
          </a:prstGeom>
          <a:noFill/>
          <a:ln>
            <a:noFill/>
          </a:ln>
        </p:spPr>
      </p:pic>
      <p:sp>
        <p:nvSpPr>
          <p:cNvPr id="951" name="Google Shape;951;p49"/>
          <p:cNvSpPr txBox="1"/>
          <p:nvPr/>
        </p:nvSpPr>
        <p:spPr>
          <a:xfrm flipH="1">
            <a:off x="239059" y="2072626"/>
            <a:ext cx="196850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Arial"/>
              <a:buNone/>
            </a:pPr>
            <a:r>
              <a:rPr b="1" i="0" lang="en-US" sz="1800" u="none" cap="none" strike="noStrike">
                <a:solidFill>
                  <a:srgbClr val="FF0066"/>
                </a:solidFill>
                <a:latin typeface="Arial"/>
                <a:ea typeface="Arial"/>
                <a:cs typeface="Arial"/>
                <a:sym typeface="Arial"/>
              </a:rPr>
              <a:t>Middle</a:t>
            </a:r>
            <a:r>
              <a:rPr b="0" i="0" lang="en-US" sz="1800" u="none" cap="none" strike="noStrike">
                <a:solidFill>
                  <a:srgbClr val="FF0066"/>
                </a:solidFill>
                <a:latin typeface="Arial"/>
                <a:ea typeface="Arial"/>
                <a:cs typeface="Arial"/>
                <a:sym typeface="Arial"/>
              </a:rPr>
              <a:t> </a:t>
            </a:r>
            <a:r>
              <a:rPr b="0" i="0" lang="en-US" sz="1800" u="none" cap="none" strike="noStrike">
                <a:solidFill>
                  <a:srgbClr val="000000"/>
                </a:solidFill>
                <a:latin typeface="Arial"/>
                <a:ea typeface="Arial"/>
                <a:cs typeface="Arial"/>
                <a:sym typeface="Arial"/>
              </a:rPr>
              <a:t>children have a 5 percent lower risk of gum disease,</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2000"/>
                                        <p:tgtEl>
                                          <p:spTgt spid="951"/>
                                        </p:tgtEl>
                                      </p:cBhvr>
                                    </p:animEffect>
                                  </p:childTnLst>
                                </p:cTn>
                              </p:par>
                              <p:par>
                                <p:cTn fill="hold" nodeType="with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2000"/>
                                        <p:tgtEl>
                                          <p:spTgt spid="9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pic>
        <p:nvPicPr>
          <p:cNvPr descr="Capture d’écran 2021-10-27 à 10.30.11.png" id="956" name="Google Shape;956;p50"/>
          <p:cNvPicPr preferRelativeResize="0"/>
          <p:nvPr/>
        </p:nvPicPr>
        <p:blipFill rotWithShape="1">
          <a:blip r:embed="rId3">
            <a:alphaModFix/>
          </a:blip>
          <a:srcRect b="0" l="0" r="0" t="0"/>
          <a:stretch/>
        </p:blipFill>
        <p:spPr>
          <a:xfrm>
            <a:off x="1993900" y="165100"/>
            <a:ext cx="8191500" cy="6527800"/>
          </a:xfrm>
          <a:prstGeom prst="rect">
            <a:avLst/>
          </a:prstGeom>
          <a:noFill/>
          <a:ln>
            <a:noFill/>
          </a:ln>
        </p:spPr>
      </p:pic>
      <p:sp>
        <p:nvSpPr>
          <p:cNvPr id="957" name="Google Shape;957;p50"/>
          <p:cNvSpPr txBox="1"/>
          <p:nvPr/>
        </p:nvSpPr>
        <p:spPr>
          <a:xfrm>
            <a:off x="194235" y="1412776"/>
            <a:ext cx="2085341"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66"/>
              </a:buClr>
              <a:buSzPts val="1800"/>
              <a:buFont typeface="Arial"/>
              <a:buNone/>
            </a:pPr>
            <a:r>
              <a:rPr b="1" i="0" lang="en-US" sz="1800" u="none" cap="none" strike="noStrike">
                <a:solidFill>
                  <a:srgbClr val="FF0066"/>
                </a:solidFill>
                <a:latin typeface="Arial"/>
                <a:ea typeface="Arial"/>
                <a:cs typeface="Arial"/>
                <a:sym typeface="Arial"/>
              </a:rPr>
              <a:t>later-borns </a:t>
            </a:r>
            <a:r>
              <a:rPr b="0" i="0" lang="en-US" sz="1800" u="none" cap="none" strike="noStrike">
                <a:solidFill>
                  <a:srgbClr val="000000"/>
                </a:solidFill>
                <a:latin typeface="Arial"/>
                <a:ea typeface="Arial"/>
                <a:cs typeface="Arial"/>
                <a:sym typeface="Arial"/>
              </a:rPr>
              <a:t>were more likely to die of respiratory-related cancers than older siblings. The researchers suspect this may be because younger siblings begin smoking at a younger age, which can promote a long-term habit.</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2000"/>
                                        <p:tgtEl>
                                          <p:spTgt spid="957"/>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2000"/>
                                        <p:tgtEl>
                                          <p:spTgt spid="9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27b88206c0f_2_9"/>
          <p:cNvSpPr txBox="1"/>
          <p:nvPr/>
        </p:nvSpPr>
        <p:spPr>
          <a:xfrm>
            <a:off x="5807968" y="1971087"/>
            <a:ext cx="6384000" cy="1434000"/>
          </a:xfrm>
          <a:prstGeom prst="rect">
            <a:avLst/>
          </a:prstGeom>
          <a:noFill/>
          <a:ln>
            <a:noFill/>
          </a:ln>
        </p:spPr>
        <p:txBody>
          <a:bodyPr anchorCtr="0" anchor="ctr" bIns="45700" lIns="91425" spcFirstLastPara="1" rIns="91425" wrap="square" tIns="45700">
            <a:spAutoFit/>
          </a:bodyPr>
          <a:lstStyle/>
          <a:p>
            <a:pPr indent="0" lvl="0" marL="0" marR="0" rtl="0" algn="l">
              <a:lnSpc>
                <a:spcPct val="120000"/>
              </a:lnSpc>
              <a:spcBef>
                <a:spcPts val="3400"/>
              </a:spcBef>
              <a:spcAft>
                <a:spcPts val="0"/>
              </a:spcAft>
              <a:buClr>
                <a:schemeClr val="dk1"/>
              </a:buClr>
              <a:buSzPts val="1100"/>
              <a:buFont typeface="Arial"/>
              <a:buNone/>
            </a:pPr>
            <a:r>
              <a:rPr b="1" i="0" lang="en-US" sz="3500" u="none" cap="none" strike="noStrike">
                <a:solidFill>
                  <a:srgbClr val="231F20"/>
                </a:solidFill>
                <a:highlight>
                  <a:schemeClr val="lt1"/>
                </a:highlight>
                <a:latin typeface="Times New Roman"/>
                <a:ea typeface="Times New Roman"/>
                <a:cs typeface="Times New Roman"/>
                <a:sym typeface="Times New Roman"/>
              </a:rPr>
              <a:t>Birth order and </a:t>
            </a:r>
            <a:r>
              <a:rPr b="1" i="0" lang="en-US" sz="3500" u="none" cap="none" strike="noStrike">
                <a:solidFill>
                  <a:srgbClr val="E51EA0"/>
                </a:solidFill>
                <a:highlight>
                  <a:schemeClr val="lt1"/>
                </a:highlight>
                <a:latin typeface="Times New Roman"/>
                <a:ea typeface="Times New Roman"/>
                <a:cs typeface="Times New Roman"/>
                <a:sym typeface="Times New Roman"/>
              </a:rPr>
              <a:t>mental</a:t>
            </a:r>
            <a:r>
              <a:rPr b="1" i="0" lang="en-US" sz="3500" u="none" cap="none" strike="noStrike">
                <a:solidFill>
                  <a:srgbClr val="231F20"/>
                </a:solidFill>
                <a:highlight>
                  <a:schemeClr val="lt1"/>
                </a:highlight>
                <a:latin typeface="Times New Roman"/>
                <a:ea typeface="Times New Roman"/>
                <a:cs typeface="Times New Roman"/>
                <a:sym typeface="Times New Roman"/>
              </a:rPr>
              <a:t> health</a:t>
            </a:r>
            <a:endParaRPr b="1" i="0" sz="3500" u="none" cap="none" strike="noStrike">
              <a:solidFill>
                <a:srgbClr val="231F20"/>
              </a:solidFill>
              <a:highlight>
                <a:schemeClr val="lt1"/>
              </a:highlight>
              <a:latin typeface="Times New Roman"/>
              <a:ea typeface="Times New Roman"/>
              <a:cs typeface="Times New Roman"/>
              <a:sym typeface="Times New Roman"/>
            </a:endParaRPr>
          </a:p>
          <a:p>
            <a:pPr indent="0" lvl="0" marL="0" marR="0" rtl="0" algn="l">
              <a:lnSpc>
                <a:spcPct val="100000"/>
              </a:lnSpc>
              <a:spcBef>
                <a:spcPts val="1100"/>
              </a:spcBef>
              <a:spcAft>
                <a:spcPts val="0"/>
              </a:spcAft>
              <a:buClr>
                <a:schemeClr val="accent1"/>
              </a:buClr>
              <a:buSzPts val="3600"/>
              <a:buFont typeface="Arial"/>
              <a:buNone/>
            </a:pPr>
            <a:r>
              <a:t/>
            </a:r>
            <a:endParaRPr b="1" i="0" sz="3600" u="none" cap="none" strike="noStrike">
              <a:solidFill>
                <a:schemeClr val="accent1"/>
              </a:solidFill>
              <a:latin typeface="Arial"/>
              <a:ea typeface="Arial"/>
              <a:cs typeface="Arial"/>
              <a:sym typeface="Arial"/>
            </a:endParaRPr>
          </a:p>
        </p:txBody>
      </p:sp>
      <p:sp>
        <p:nvSpPr>
          <p:cNvPr id="963" name="Google Shape;963;g27b88206c0f_2_9"/>
          <p:cNvSpPr txBox="1"/>
          <p:nvPr/>
        </p:nvSpPr>
        <p:spPr>
          <a:xfrm>
            <a:off x="11712625" y="6488672"/>
            <a:ext cx="479400" cy="3693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g27b88206c0f_2_4"/>
          <p:cNvSpPr txBox="1"/>
          <p:nvPr>
            <p:ph idx="1" type="body"/>
          </p:nvPr>
        </p:nvSpPr>
        <p:spPr>
          <a:xfrm>
            <a:off x="170505" y="581381"/>
            <a:ext cx="5537204" cy="5523119"/>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20000"/>
              </a:lnSpc>
              <a:spcBef>
                <a:spcPts val="3400"/>
              </a:spcBef>
              <a:spcAft>
                <a:spcPts val="0"/>
              </a:spcAft>
              <a:buSzPts val="5400"/>
              <a:buNone/>
            </a:pPr>
            <a:r>
              <a:t/>
            </a:r>
            <a:endParaRPr sz="2150">
              <a:solidFill>
                <a:srgbClr val="231F20"/>
              </a:solidFill>
            </a:endParaRPr>
          </a:p>
          <a:p>
            <a:pPr indent="-365125" lvl="0" marL="457200" rtl="0" algn="l">
              <a:lnSpc>
                <a:spcPct val="120000"/>
              </a:lnSpc>
              <a:spcBef>
                <a:spcPts val="3400"/>
              </a:spcBef>
              <a:spcAft>
                <a:spcPts val="0"/>
              </a:spcAft>
              <a:buClr>
                <a:srgbClr val="231F20"/>
              </a:buClr>
              <a:buSzPts val="2150"/>
              <a:buChar char="●"/>
            </a:pPr>
            <a:r>
              <a:rPr lang="en-US" sz="2150">
                <a:solidFill>
                  <a:srgbClr val="231F20"/>
                </a:solidFill>
                <a:latin typeface="Arial"/>
                <a:ea typeface="Arial"/>
                <a:cs typeface="Arial"/>
                <a:sym typeface="Arial"/>
              </a:rPr>
              <a:t>Adler considered </a:t>
            </a:r>
            <a:r>
              <a:rPr b="1" lang="en-US" sz="2150">
                <a:solidFill>
                  <a:srgbClr val="231F20"/>
                </a:solidFill>
                <a:latin typeface="Arial"/>
                <a:ea typeface="Arial"/>
                <a:cs typeface="Arial"/>
                <a:sym typeface="Arial"/>
              </a:rPr>
              <a:t>firstborns</a:t>
            </a:r>
            <a:r>
              <a:rPr lang="en-US" sz="2150">
                <a:solidFill>
                  <a:srgbClr val="231F20"/>
                </a:solidFill>
                <a:latin typeface="Arial"/>
                <a:ea typeface="Arial"/>
                <a:cs typeface="Arial"/>
                <a:sym typeface="Arial"/>
              </a:rPr>
              <a:t> to be more “neurotic,” a term used to describe anxious but not psychotic symptoms.</a:t>
            </a:r>
            <a:endParaRPr b="1" sz="3300">
              <a:solidFill>
                <a:srgbClr val="231F20"/>
              </a:solidFill>
              <a:latin typeface="Times New Roman"/>
              <a:ea typeface="Times New Roman"/>
              <a:cs typeface="Times New Roman"/>
              <a:sym typeface="Times New Roman"/>
            </a:endParaRPr>
          </a:p>
          <a:p>
            <a:pPr indent="-365125" lvl="0" marL="457200" rtl="0" algn="l">
              <a:lnSpc>
                <a:spcPct val="120000"/>
              </a:lnSpc>
              <a:spcBef>
                <a:spcPts val="0"/>
              </a:spcBef>
              <a:spcAft>
                <a:spcPts val="0"/>
              </a:spcAft>
              <a:buClr>
                <a:srgbClr val="231F20"/>
              </a:buClr>
              <a:buSzPts val="2150"/>
              <a:buChar char="●"/>
            </a:pPr>
            <a:r>
              <a:rPr lang="en-US" sz="2150">
                <a:solidFill>
                  <a:srgbClr val="231F20"/>
                </a:solidFill>
                <a:latin typeface="Arial"/>
                <a:ea typeface="Arial"/>
                <a:cs typeface="Arial"/>
                <a:sym typeface="Arial"/>
              </a:rPr>
              <a:t>More recently, researchers have examined the relationship between birth order and mental health conditions </a:t>
            </a:r>
            <a:endParaRPr sz="2150">
              <a:solidFill>
                <a:srgbClr val="231F20"/>
              </a:solidFill>
            </a:endParaRPr>
          </a:p>
          <a:p>
            <a:pPr indent="-365125" lvl="0" marL="457200" rtl="0" algn="l">
              <a:lnSpc>
                <a:spcPct val="120000"/>
              </a:lnSpc>
              <a:spcBef>
                <a:spcPts val="0"/>
              </a:spcBef>
              <a:spcAft>
                <a:spcPts val="0"/>
              </a:spcAft>
              <a:buSzPts val="2150"/>
              <a:buChar char="●"/>
            </a:pPr>
            <a:r>
              <a:rPr lang="en-US" sz="2150">
                <a:solidFill>
                  <a:srgbClr val="231F20"/>
                </a:solidFill>
                <a:latin typeface="Arial"/>
                <a:ea typeface="Arial"/>
                <a:cs typeface="Arial"/>
                <a:sym typeface="Arial"/>
              </a:rPr>
              <a:t>A research found that the </a:t>
            </a:r>
            <a:r>
              <a:rPr b="1" lang="en-US" sz="2150">
                <a:solidFill>
                  <a:srgbClr val="231F20"/>
                </a:solidFill>
                <a:latin typeface="Arial"/>
                <a:ea typeface="Arial"/>
                <a:cs typeface="Arial"/>
                <a:sym typeface="Arial"/>
              </a:rPr>
              <a:t>youngest</a:t>
            </a:r>
            <a:r>
              <a:rPr lang="en-US" sz="2150">
                <a:solidFill>
                  <a:srgbClr val="231F20"/>
                </a:solidFill>
                <a:latin typeface="Arial"/>
                <a:ea typeface="Arial"/>
                <a:cs typeface="Arial"/>
                <a:sym typeface="Arial"/>
              </a:rPr>
              <a:t> children had the lowest rate of mental health challenges, including emotional, conduct, and attention problems. </a:t>
            </a:r>
            <a:r>
              <a:rPr b="1" lang="en-US" sz="2150">
                <a:solidFill>
                  <a:srgbClr val="231F20"/>
                </a:solidFill>
                <a:latin typeface="Arial"/>
                <a:ea typeface="Arial"/>
                <a:cs typeface="Arial"/>
                <a:sym typeface="Arial"/>
              </a:rPr>
              <a:t>Youngest</a:t>
            </a:r>
            <a:r>
              <a:rPr lang="en-US" sz="2150">
                <a:solidFill>
                  <a:srgbClr val="231F20"/>
                </a:solidFill>
                <a:latin typeface="Arial"/>
                <a:ea typeface="Arial"/>
                <a:cs typeface="Arial"/>
                <a:sym typeface="Arial"/>
              </a:rPr>
              <a:t> children also scored higher on prosocial behavior and resilience. </a:t>
            </a:r>
            <a:r>
              <a:rPr b="1" lang="en-US" sz="2150">
                <a:solidFill>
                  <a:srgbClr val="231F20"/>
                </a:solidFill>
                <a:latin typeface="Arial"/>
                <a:ea typeface="Arial"/>
                <a:cs typeface="Arial"/>
                <a:sym typeface="Arial"/>
              </a:rPr>
              <a:t>Middle</a:t>
            </a:r>
            <a:r>
              <a:rPr lang="en-US" sz="2150">
                <a:solidFill>
                  <a:srgbClr val="231F20"/>
                </a:solidFill>
                <a:latin typeface="Arial"/>
                <a:ea typeface="Arial"/>
                <a:cs typeface="Arial"/>
                <a:sym typeface="Arial"/>
              </a:rPr>
              <a:t> children had the lowest happiness scores across all groups.</a:t>
            </a:r>
            <a:endParaRPr sz="2150">
              <a:solidFill>
                <a:srgbClr val="231F20"/>
              </a:solidFill>
            </a:endParaRPr>
          </a:p>
          <a:p>
            <a:pPr indent="0" lvl="0" marL="0" rtl="0" algn="ctr">
              <a:lnSpc>
                <a:spcPct val="90000"/>
              </a:lnSpc>
              <a:spcBef>
                <a:spcPts val="1100"/>
              </a:spcBef>
              <a:spcAft>
                <a:spcPts val="0"/>
              </a:spcAft>
              <a:buSzPts val="5400"/>
              <a:buNone/>
            </a:pPr>
            <a:r>
              <a:t/>
            </a:r>
            <a:endParaRPr sz="6200"/>
          </a:p>
        </p:txBody>
      </p:sp>
      <p:pic>
        <p:nvPicPr>
          <p:cNvPr descr="children.jpg" id="969" name="Google Shape;969;g27b88206c0f_2_4"/>
          <p:cNvPicPr preferRelativeResize="0"/>
          <p:nvPr/>
        </p:nvPicPr>
        <p:blipFill rotWithShape="1">
          <a:blip r:embed="rId3">
            <a:alphaModFix/>
          </a:blip>
          <a:srcRect b="0" l="0" r="0" t="0"/>
          <a:stretch/>
        </p:blipFill>
        <p:spPr>
          <a:xfrm>
            <a:off x="5955412" y="1067912"/>
            <a:ext cx="6096000" cy="39719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51"/>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p>
            <a:pPr indent="-228600" lvl="0" marL="457200" marR="0" rtl="0" algn="ctr">
              <a:lnSpc>
                <a:spcPct val="90000"/>
              </a:lnSpc>
              <a:spcBef>
                <a:spcPts val="1000"/>
              </a:spcBef>
              <a:spcAft>
                <a:spcPts val="0"/>
              </a:spcAft>
              <a:buClr>
                <a:srgbClr val="262626"/>
              </a:buClr>
              <a:buSzPts val="5400"/>
              <a:buFont typeface="Arial"/>
              <a:buNone/>
            </a:pPr>
            <a:r>
              <a:t/>
            </a:r>
            <a:endParaRPr/>
          </a:p>
        </p:txBody>
      </p:sp>
      <p:pic>
        <p:nvPicPr>
          <p:cNvPr descr="000-1-636x900.png" id="975" name="Google Shape;975;p51"/>
          <p:cNvPicPr preferRelativeResize="0"/>
          <p:nvPr/>
        </p:nvPicPr>
        <p:blipFill rotWithShape="1">
          <a:blip r:embed="rId3">
            <a:alphaModFix/>
          </a:blip>
          <a:srcRect b="0" l="0" r="0" t="0"/>
          <a:stretch/>
        </p:blipFill>
        <p:spPr>
          <a:xfrm>
            <a:off x="2614705" y="0"/>
            <a:ext cx="6843059"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1000"/>
                                        <p:tgtEl>
                                          <p:spTgt spid="9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52"/>
          <p:cNvSpPr txBox="1"/>
          <p:nvPr/>
        </p:nvSpPr>
        <p:spPr>
          <a:xfrm>
            <a:off x="5972321" y="2095843"/>
            <a:ext cx="6384000" cy="1513194"/>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1000"/>
              </a:spcBef>
              <a:spcAft>
                <a:spcPts val="0"/>
              </a:spcAft>
              <a:buNone/>
            </a:pPr>
            <a:r>
              <a:rPr b="0" i="1" lang="en-US" sz="4800" u="sng" cap="none" strike="noStrike">
                <a:solidFill>
                  <a:srgbClr val="E51EA0"/>
                </a:solidFill>
                <a:latin typeface="Arial"/>
                <a:ea typeface="Arial"/>
                <a:cs typeface="Arial"/>
                <a:sym typeface="Arial"/>
              </a:rPr>
              <a:t>Let’s recap!</a:t>
            </a:r>
            <a:endParaRPr b="0" i="1" sz="4800" u="sng" cap="none" strike="noStrike">
              <a:solidFill>
                <a:srgbClr val="E51EA0"/>
              </a:solidFill>
              <a:latin typeface="Arial"/>
              <a:ea typeface="Arial"/>
              <a:cs typeface="Arial"/>
              <a:sym typeface="Arial"/>
            </a:endParaRPr>
          </a:p>
          <a:p>
            <a:pPr indent="0" lvl="0" marL="0" marR="0" rtl="0" algn="l">
              <a:lnSpc>
                <a:spcPct val="100000"/>
              </a:lnSpc>
              <a:spcBef>
                <a:spcPts val="1100"/>
              </a:spcBef>
              <a:spcAft>
                <a:spcPts val="0"/>
              </a:spcAft>
              <a:buClr>
                <a:schemeClr val="accent1"/>
              </a:buClr>
              <a:buSzPts val="3600"/>
              <a:buFont typeface="Arial"/>
              <a:buNone/>
            </a:pPr>
            <a:r>
              <a:t/>
            </a:r>
            <a:endParaRPr b="1" i="0" sz="3600" u="none" cap="none" strike="noStrike">
              <a:solidFill>
                <a:schemeClr val="accent1"/>
              </a:solidFill>
              <a:latin typeface="Arial"/>
              <a:ea typeface="Arial"/>
              <a:cs typeface="Arial"/>
              <a:sym typeface="Arial"/>
            </a:endParaRPr>
          </a:p>
        </p:txBody>
      </p:sp>
      <p:sp>
        <p:nvSpPr>
          <p:cNvPr id="981" name="Google Shape;981;p52"/>
          <p:cNvSpPr txBox="1"/>
          <p:nvPr/>
        </p:nvSpPr>
        <p:spPr>
          <a:xfrm>
            <a:off x="11712625" y="6488672"/>
            <a:ext cx="479400" cy="3693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22</a:t>
            </a:r>
            <a:endParaRPr b="1" i="0" sz="18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descr="Capture d’écran 2023-09-06 à 11.19.27.png" id="986" name="Google Shape;986;p53"/>
          <p:cNvPicPr preferRelativeResize="0"/>
          <p:nvPr/>
        </p:nvPicPr>
        <p:blipFill rotWithShape="1">
          <a:blip r:embed="rId3">
            <a:alphaModFix/>
          </a:blip>
          <a:srcRect b="0" l="0" r="0" t="0"/>
          <a:stretch/>
        </p:blipFill>
        <p:spPr>
          <a:xfrm>
            <a:off x="3670300" y="0"/>
            <a:ext cx="4842853" cy="6858000"/>
          </a:xfrm>
          <a:prstGeom prst="rect">
            <a:avLst/>
          </a:prstGeom>
          <a:noFill/>
          <a:ln>
            <a:noFill/>
          </a:ln>
        </p:spPr>
      </p:pic>
      <p:pic>
        <p:nvPicPr>
          <p:cNvPr descr="images.png" id="987" name="Google Shape;987;p53"/>
          <p:cNvPicPr preferRelativeResize="0"/>
          <p:nvPr/>
        </p:nvPicPr>
        <p:blipFill rotWithShape="1">
          <a:blip r:embed="rId4">
            <a:alphaModFix/>
          </a:blip>
          <a:srcRect b="0" l="0" r="0" t="0"/>
          <a:stretch/>
        </p:blipFill>
        <p:spPr>
          <a:xfrm>
            <a:off x="9196782" y="45897"/>
            <a:ext cx="2857500" cy="284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1000"/>
                                        <p:tgtEl>
                                          <p:spTgt spid="987"/>
                                        </p:tgtEl>
                                      </p:cBhvr>
                                    </p:animEffect>
                                  </p:childTnLst>
                                </p:cTn>
                              </p:par>
                              <p:par>
                                <p:cTn fill="hold" nodeType="with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1000"/>
                                        <p:tgtEl>
                                          <p:spTgt spid="9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pic>
        <p:nvPicPr>
          <p:cNvPr descr="Capture d’écran 2023-09-06 à 11.14.55.png" id="992" name="Google Shape;992;p54"/>
          <p:cNvPicPr preferRelativeResize="0"/>
          <p:nvPr/>
        </p:nvPicPr>
        <p:blipFill rotWithShape="1">
          <a:blip r:embed="rId3">
            <a:alphaModFix/>
          </a:blip>
          <a:srcRect b="0" l="0" r="0" t="0"/>
          <a:stretch/>
        </p:blipFill>
        <p:spPr>
          <a:xfrm>
            <a:off x="503106" y="535482"/>
            <a:ext cx="9529209" cy="6164401"/>
          </a:xfrm>
          <a:prstGeom prst="rect">
            <a:avLst/>
          </a:prstGeom>
          <a:noFill/>
          <a:ln>
            <a:noFill/>
          </a:ln>
        </p:spPr>
      </p:pic>
      <p:pic>
        <p:nvPicPr>
          <p:cNvPr descr="images.png" id="993" name="Google Shape;993;p54"/>
          <p:cNvPicPr preferRelativeResize="0"/>
          <p:nvPr/>
        </p:nvPicPr>
        <p:blipFill rotWithShape="1">
          <a:blip r:embed="rId4">
            <a:alphaModFix/>
          </a:blip>
          <a:srcRect b="0" l="0" r="0" t="0"/>
          <a:stretch/>
        </p:blipFill>
        <p:spPr>
          <a:xfrm>
            <a:off x="9196782" y="45897"/>
            <a:ext cx="2857500" cy="284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500"/>
                                        <p:tgtEl>
                                          <p:spTgt spid="9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27b88206c0f_2_15"/>
          <p:cNvSpPr txBox="1"/>
          <p:nvPr/>
        </p:nvSpPr>
        <p:spPr>
          <a:xfrm>
            <a:off x="726133" y="1115755"/>
            <a:ext cx="7805279" cy="5091947"/>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457200" lvl="0" marL="523875" marR="0" rtl="0" algn="l">
              <a:lnSpc>
                <a:spcPct val="144444"/>
              </a:lnSpc>
              <a:spcBef>
                <a:spcPts val="1900"/>
              </a:spcBef>
              <a:spcAft>
                <a:spcPts val="0"/>
              </a:spcAft>
              <a:buClr>
                <a:schemeClr val="dk1"/>
              </a:buClr>
              <a:buSzPts val="2550"/>
              <a:buFont typeface="Arial"/>
              <a:buChar char="•"/>
            </a:pPr>
            <a:r>
              <a:rPr b="0" i="0" lang="en-US" sz="2550" u="none" cap="none" strike="noStrike">
                <a:solidFill>
                  <a:schemeClr val="dk1"/>
                </a:solidFill>
                <a:highlight>
                  <a:schemeClr val="lt1"/>
                </a:highlight>
                <a:latin typeface="Arial"/>
                <a:ea typeface="Arial"/>
                <a:cs typeface="Arial"/>
                <a:sym typeface="Arial"/>
              </a:rPr>
              <a:t>Birth order theory, originally created by Alfred Adler over a hundred years ago, is an interesting theory that suggests your birth order plays a large role in your personality development.</a:t>
            </a:r>
            <a:endParaRPr b="0" i="0" sz="2550" u="none" cap="none" strike="noStrike">
              <a:solidFill>
                <a:schemeClr val="dk1"/>
              </a:solidFill>
              <a:highlight>
                <a:schemeClr val="lt1"/>
              </a:highlight>
              <a:latin typeface="Arial"/>
              <a:ea typeface="Arial"/>
              <a:cs typeface="Arial"/>
              <a:sym typeface="Arial"/>
            </a:endParaRPr>
          </a:p>
          <a:p>
            <a:pPr indent="-342900" lvl="0" marL="419100" marR="0" rtl="0" algn="l">
              <a:lnSpc>
                <a:spcPct val="144444"/>
              </a:lnSpc>
              <a:spcBef>
                <a:spcPts val="0"/>
              </a:spcBef>
              <a:spcAft>
                <a:spcPts val="0"/>
              </a:spcAft>
              <a:buClr>
                <a:schemeClr val="dk1"/>
              </a:buClr>
              <a:buSzPts val="2400"/>
              <a:buFont typeface="Arial"/>
              <a:buChar char="•"/>
            </a:pPr>
            <a:r>
              <a:rPr b="0" i="0" lang="en-US" sz="2400" u="none" cap="none" strike="noStrike">
                <a:solidFill>
                  <a:schemeClr val="dk1"/>
                </a:solidFill>
                <a:highlight>
                  <a:schemeClr val="lt1"/>
                </a:highlight>
                <a:latin typeface="Arial"/>
                <a:ea typeface="Arial"/>
                <a:cs typeface="Arial"/>
                <a:sym typeface="Arial"/>
              </a:rPr>
              <a:t>While birth order may sometimes influence personality traits, no one factor can definitively explain them fully. Many interrelated factors likely play a role, including genetics, family dynamics, and the individual's environment.</a:t>
            </a:r>
            <a:endParaRPr b="0" i="0" sz="2550" u="none" cap="none" strike="noStrike">
              <a:solidFill>
                <a:schemeClr val="dk1"/>
              </a:solidFill>
              <a:highlight>
                <a:schemeClr val="lt1"/>
              </a:highlight>
              <a:latin typeface="Arial"/>
              <a:ea typeface="Arial"/>
              <a:cs typeface="Arial"/>
              <a:sym typeface="Arial"/>
            </a:endParaRPr>
          </a:p>
        </p:txBody>
      </p:sp>
      <p:pic>
        <p:nvPicPr>
          <p:cNvPr descr="images.png" id="999" name="Google Shape;999;g27b88206c0f_2_15"/>
          <p:cNvPicPr preferRelativeResize="0"/>
          <p:nvPr/>
        </p:nvPicPr>
        <p:blipFill rotWithShape="1">
          <a:blip r:embed="rId3">
            <a:alphaModFix/>
          </a:blip>
          <a:srcRect b="0" l="0" r="0" t="0"/>
          <a:stretch/>
        </p:blipFill>
        <p:spPr>
          <a:xfrm>
            <a:off x="8650942" y="1586036"/>
            <a:ext cx="3328636" cy="31723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8">
                                            <p:txEl>
                                              <p:pRg end="0" st="0"/>
                                            </p:txEl>
                                          </p:spTgt>
                                        </p:tgtEl>
                                        <p:attrNameLst>
                                          <p:attrName>style.visibility</p:attrName>
                                        </p:attrNameLst>
                                      </p:cBhvr>
                                      <p:to>
                                        <p:strVal val="visible"/>
                                      </p:to>
                                    </p:set>
                                    <p:animEffect filter="fade" transition="in">
                                      <p:cBhvr>
                                        <p:cTn dur="1000"/>
                                        <p:tgtEl>
                                          <p:spTgt spid="9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8">
                                            <p:txEl>
                                              <p:pRg end="1" st="1"/>
                                            </p:txEl>
                                          </p:spTgt>
                                        </p:tgtEl>
                                        <p:attrNameLst>
                                          <p:attrName>style.visibility</p:attrName>
                                        </p:attrNameLst>
                                      </p:cBhvr>
                                      <p:to>
                                        <p:strVal val="visible"/>
                                      </p:to>
                                    </p:set>
                                    <p:animEffect filter="fade" transition="in">
                                      <p:cBhvr>
                                        <p:cTn dur="1000"/>
                                        <p:tgtEl>
                                          <p:spTgt spid="99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grpSp>
        <p:nvGrpSpPr>
          <p:cNvPr id="1004" name="Google Shape;1004;p74"/>
          <p:cNvGrpSpPr/>
          <p:nvPr/>
        </p:nvGrpSpPr>
        <p:grpSpPr>
          <a:xfrm>
            <a:off x="-34679" y="2815674"/>
            <a:ext cx="12226679" cy="1680672"/>
            <a:chOff x="-34679" y="4220721"/>
            <a:chExt cx="12226679" cy="1680672"/>
          </a:xfrm>
        </p:grpSpPr>
        <p:sp>
          <p:nvSpPr>
            <p:cNvPr id="1005" name="Google Shape;1005;p74"/>
            <p:cNvSpPr txBox="1"/>
            <p:nvPr/>
          </p:nvSpPr>
          <p:spPr>
            <a:xfrm>
              <a:off x="1" y="4220721"/>
              <a:ext cx="12191999"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Calibri"/>
                <a:buNone/>
              </a:pPr>
              <a:r>
                <a:rPr b="0" i="0" lang="en-US" sz="5400" u="none" cap="none" strike="noStrike">
                  <a:solidFill>
                    <a:srgbClr val="000000"/>
                  </a:solidFill>
                  <a:latin typeface="Calibri"/>
                  <a:ea typeface="Calibri"/>
                  <a:cs typeface="Calibri"/>
                  <a:sym typeface="Calibri"/>
                </a:rPr>
                <a:t>THANK YOU FOR YOUR ATTENTION </a:t>
              </a:r>
              <a:endParaRPr b="0" i="0" sz="5400" u="none" cap="none" strike="noStrike">
                <a:solidFill>
                  <a:srgbClr val="000000"/>
                </a:solidFill>
                <a:latin typeface="Calibri"/>
                <a:ea typeface="Calibri"/>
                <a:cs typeface="Calibri"/>
                <a:sym typeface="Calibri"/>
              </a:endParaRPr>
            </a:p>
          </p:txBody>
        </p:sp>
        <p:sp>
          <p:nvSpPr>
            <p:cNvPr id="1006" name="Google Shape;1006;p74"/>
            <p:cNvSpPr txBox="1"/>
            <p:nvPr/>
          </p:nvSpPr>
          <p:spPr>
            <a:xfrm>
              <a:off x="-34679" y="4978063"/>
              <a:ext cx="12191852"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Calibri"/>
                <a:buNone/>
              </a:pPr>
              <a:r>
                <a:rPr b="0" i="0" lang="en-US" sz="5400" u="none" cap="none" strike="noStrike">
                  <a:solidFill>
                    <a:srgbClr val="000000"/>
                  </a:solidFill>
                  <a:latin typeface="Calibri"/>
                  <a:ea typeface="Calibri"/>
                  <a:cs typeface="Calibri"/>
                  <a:sym typeface="Calibri"/>
                </a:rPr>
                <a:t>Any questions?</a:t>
              </a:r>
              <a:endParaRPr b="0" i="0" sz="5400" u="none" cap="none" strike="noStrike">
                <a:solidFill>
                  <a:srgbClr val="000000"/>
                </a:solidFill>
                <a:latin typeface="Calibri"/>
                <a:ea typeface="Calibri"/>
                <a:cs typeface="Calibri"/>
                <a:sym typeface="Calibri"/>
              </a:endParaRPr>
            </a:p>
          </p:txBody>
        </p:sp>
      </p:grpSp>
      <p:sp>
        <p:nvSpPr>
          <p:cNvPr id="1007" name="Google Shape;1007;p74"/>
          <p:cNvSpPr txBox="1"/>
          <p:nvPr/>
        </p:nvSpPr>
        <p:spPr>
          <a:xfrm>
            <a:off x="11712625" y="6488672"/>
            <a:ext cx="479376" cy="369328"/>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30</a:t>
            </a:r>
            <a:endParaRPr b="1" i="0" sz="1800" u="none" cap="none" strike="noStrike">
              <a:solidFill>
                <a:srgbClr val="000000"/>
              </a:solidFill>
              <a:latin typeface="Arial"/>
              <a:ea typeface="Arial"/>
              <a:cs typeface="Arial"/>
              <a:sym typeface="Arial"/>
            </a:endParaRPr>
          </a:p>
        </p:txBody>
      </p:sp>
    </p:spTree>
  </p:cSld>
  <p:clrMapOvr>
    <a:masterClrMapping/>
  </p:clrMapOvr>
  <p:transition spd="slow">
    <p:wipe dir="r"/>
  </p:transition>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tents Slide Master">
  <a:themeElements>
    <a:clrScheme name="ALLPPT-COLOR-145">
      <a:dk1>
        <a:srgbClr val="000000"/>
      </a:dk1>
      <a:lt1>
        <a:srgbClr val="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ontents Slide Master">
  <a:themeElements>
    <a:clrScheme name="ALLPPT-COLOR-145">
      <a:dk1>
        <a:srgbClr val="000000"/>
      </a:dk1>
      <a:lt1>
        <a:srgbClr val="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ontents Slide Master">
  <a:themeElements>
    <a:clrScheme name="ALLPPT-COLOR-145">
      <a:dk1>
        <a:srgbClr val="000000"/>
      </a:dk1>
      <a:lt1>
        <a:srgbClr val="FFFFFF"/>
      </a:lt1>
      <a:dk2>
        <a:srgbClr val="1F497D"/>
      </a:dk2>
      <a:lt2>
        <a:srgbClr val="EEECE1"/>
      </a:lt2>
      <a:accent1>
        <a:srgbClr val="EE6CC1"/>
      </a:accent1>
      <a:accent2>
        <a:srgbClr val="B982D5"/>
      </a:accent2>
      <a:accent3>
        <a:srgbClr val="6DB0E4"/>
      </a:accent3>
      <a:accent4>
        <a:srgbClr val="47D3DC"/>
      </a:accent4>
      <a:accent5>
        <a:srgbClr val="476ADD"/>
      </a:accent5>
      <a:accent6>
        <a:srgbClr val="5A28C8"/>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coreProperties>
</file>